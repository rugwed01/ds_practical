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svg" ContentType="image/svg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ink/ink1.xml" ContentType="application/inkml+xml"/>
  <Override PartName="/ppt/diagrams/data1.xml" ContentType="application/vnd.openxmlformats-officedocument.drawingml.diagramData+xml"/>
  <Override PartName="/ppt/diagrams/layout1.xml" ContentType="application/vnd.openxmlformats-officedocument.drawingml.diagramLayout+xml"/>
  <Override PartName="/ppt/diagrams/quickStyle1.xml" ContentType="application/vnd.openxmlformats-officedocument.drawingml.diagramStyle+xml"/>
  <Override PartName="/ppt/diagrams/colors1.xml" ContentType="application/vnd.openxmlformats-officedocument.drawingml.diagramColors+xml"/>
  <Override PartName="/ppt/diagrams/drawing1.xml" ContentType="application/vnd.ms-office.drawingml.diagramDrawing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7" r:id="rId2"/>
    <p:sldId id="258" r:id="rId3"/>
    <p:sldId id="259" r:id="rId4"/>
    <p:sldId id="260" r:id="rId5"/>
    <p:sldId id="261" r:id="rId6"/>
    <p:sldId id="262" r:id="rId7"/>
    <p:sldId id="263" r:id="rId8"/>
    <p:sldId id="264" r:id="rId9"/>
    <p:sldId id="265" r:id="rId10"/>
    <p:sldId id="266" r:id="rId11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>
      <p:cViewPr varScale="1">
        <p:scale>
          <a:sx n="78" d="100"/>
          <a:sy n="78" d="100"/>
        </p:scale>
        <p:origin x="850" y="6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viewProps" Target="viewProp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presProps" Target="pres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tableStyles" Target="tableStyles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theme" Target="theme/theme1.xml"/></Relationships>
</file>

<file path=ppt/diagrams/colors1.xml><?xml version="1.0" encoding="utf-8"?>
<dgm:colorsDef xmlns:dgm="http://schemas.openxmlformats.org/drawingml/2006/diagram" xmlns:a="http://schemas.openxmlformats.org/drawingml/2006/main" uniqueId="urn:microsoft.com/office/officeart/2005/8/colors/accent1_2">
  <dgm:title val=""/>
  <dgm:desc val=""/>
  <dgm:catLst>
    <dgm:cat type="accent1" pri="112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 meth="repeat">
      <a:schemeClr val="accent1"/>
    </dgm:fillClrLst>
    <dgm:linClrLst meth="repeat">
      <a:schemeClr val="accent1"/>
    </dgm:linClrLst>
    <dgm:effectClrLst/>
    <dgm:txLinClrLst/>
    <dgm:txFillClrLst/>
    <dgm:txEffectClrLst/>
  </dgm:styleLbl>
  <dgm:styleLbl name="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ln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1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f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b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sibTrans1D1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1"/>
    </dgm:fillClrLst>
    <dgm:linClrLst meth="repeat">
      <a:schemeClr val="accent1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3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4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1">
        <a:tint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1">
        <a:shade val="8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1">
        <a:tint val="6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data1.xml><?xml version="1.0" encoding="utf-8"?>
<dgm:dataModel xmlns:dgm="http://schemas.openxmlformats.org/drawingml/2006/diagram" xmlns:a="http://schemas.openxmlformats.org/drawingml/2006/main">
  <dgm:ptLst>
    <dgm:pt modelId="{16446BD3-4274-4C34-89C2-1FB02ABA21D7}" type="doc">
      <dgm:prSet loTypeId="urn:microsoft.com/office/officeart/2005/8/layout/vList3" loCatId="picture" qsTypeId="urn:microsoft.com/office/officeart/2005/8/quickstyle/simple1" qsCatId="simple" csTypeId="urn:microsoft.com/office/officeart/2005/8/colors/accent1_2" csCatId="accent1" phldr="1"/>
      <dgm:spPr/>
      <dgm:t>
        <a:bodyPr/>
        <a:lstStyle/>
        <a:p>
          <a:endParaRPr lang="en-IN"/>
        </a:p>
      </dgm:t>
    </dgm:pt>
    <dgm:pt modelId="{371E316E-F7D4-4900-9447-E563F695F62B}">
      <dgm:prSet/>
      <dgm:spPr/>
      <dgm:t>
        <a:bodyPr/>
        <a:lstStyle/>
        <a:p>
          <a:r>
            <a:rPr lang="en-IN" dirty="0" err="1"/>
            <a:t>Streamlit</a:t>
          </a:r>
          <a:r>
            <a:rPr lang="en-IN" dirty="0"/>
            <a:t> Dashboard</a:t>
          </a:r>
        </a:p>
      </dgm:t>
    </dgm:pt>
    <dgm:pt modelId="{99C4C9A0-F867-44C6-8504-BE7993B9A9F4}" type="parTrans" cxnId="{8DE8D085-E3D3-4D18-AA31-5CA9C9CB02B3}">
      <dgm:prSet/>
      <dgm:spPr/>
      <dgm:t>
        <a:bodyPr/>
        <a:lstStyle/>
        <a:p>
          <a:endParaRPr lang="en-IN"/>
        </a:p>
      </dgm:t>
    </dgm:pt>
    <dgm:pt modelId="{0C2FC8AC-190B-49EB-85DD-DB6165E61E89}" type="sibTrans" cxnId="{8DE8D085-E3D3-4D18-AA31-5CA9C9CB02B3}">
      <dgm:prSet/>
      <dgm:spPr/>
      <dgm:t>
        <a:bodyPr/>
        <a:lstStyle/>
        <a:p>
          <a:endParaRPr lang="en-IN"/>
        </a:p>
      </dgm:t>
    </dgm:pt>
    <dgm:pt modelId="{070278A4-2802-4C74-BE07-A0898823F700}">
      <dgm:prSet/>
      <dgm:spPr/>
      <dgm:t>
        <a:bodyPr/>
        <a:lstStyle/>
        <a:p>
          <a:r>
            <a:rPr lang="en-IN"/>
            <a:t>EDA &amp; Segmentation</a:t>
          </a:r>
        </a:p>
      </dgm:t>
    </dgm:pt>
    <dgm:pt modelId="{509140D3-30F9-43A3-A34C-BEBC55F1B9CF}" type="parTrans" cxnId="{32C99E59-B4D0-436E-A7CA-DF877ED4BA0B}">
      <dgm:prSet/>
      <dgm:spPr/>
      <dgm:t>
        <a:bodyPr/>
        <a:lstStyle/>
        <a:p>
          <a:endParaRPr lang="en-IN"/>
        </a:p>
      </dgm:t>
    </dgm:pt>
    <dgm:pt modelId="{786CE6D4-9C9E-4C27-81D9-FB5B66863804}" type="sibTrans" cxnId="{32C99E59-B4D0-436E-A7CA-DF877ED4BA0B}">
      <dgm:prSet/>
      <dgm:spPr/>
      <dgm:t>
        <a:bodyPr/>
        <a:lstStyle/>
        <a:p>
          <a:endParaRPr lang="en-IN"/>
        </a:p>
      </dgm:t>
    </dgm:pt>
    <dgm:pt modelId="{329679AF-2753-44DB-AFCD-18E639D4C002}">
      <dgm:prSet/>
      <dgm:spPr/>
      <dgm:t>
        <a:bodyPr/>
        <a:lstStyle/>
        <a:p>
          <a:r>
            <a:rPr lang="en-IN"/>
            <a:t>Predictive Modeling</a:t>
          </a:r>
        </a:p>
      </dgm:t>
    </dgm:pt>
    <dgm:pt modelId="{DE19AAE8-1BE1-4E07-BE89-501FD86D323E}" type="parTrans" cxnId="{67AA7069-03E7-4143-8B16-9596E057EDDA}">
      <dgm:prSet/>
      <dgm:spPr/>
      <dgm:t>
        <a:bodyPr/>
        <a:lstStyle/>
        <a:p>
          <a:endParaRPr lang="en-IN"/>
        </a:p>
      </dgm:t>
    </dgm:pt>
    <dgm:pt modelId="{C430C157-19F2-43CD-8907-FAC7FE656E53}" type="sibTrans" cxnId="{67AA7069-03E7-4143-8B16-9596E057EDDA}">
      <dgm:prSet/>
      <dgm:spPr/>
      <dgm:t>
        <a:bodyPr/>
        <a:lstStyle/>
        <a:p>
          <a:endParaRPr lang="en-IN"/>
        </a:p>
      </dgm:t>
    </dgm:pt>
    <dgm:pt modelId="{2B3F0F2E-608D-4969-971E-C9CAF9706833}">
      <dgm:prSet/>
      <dgm:spPr/>
      <dgm:t>
        <a:bodyPr/>
        <a:lstStyle/>
        <a:p>
          <a:r>
            <a:rPr lang="en-IN"/>
            <a:t>Auto-cleaning &amp; preprocessing pipeline</a:t>
          </a:r>
        </a:p>
      </dgm:t>
    </dgm:pt>
    <dgm:pt modelId="{8BC82BBF-E78D-4262-A0C0-D8F8A1C07E12}" type="parTrans" cxnId="{D64455A6-D90C-4474-B1C9-BAF190C08035}">
      <dgm:prSet/>
      <dgm:spPr/>
      <dgm:t>
        <a:bodyPr/>
        <a:lstStyle/>
        <a:p>
          <a:endParaRPr lang="en-IN"/>
        </a:p>
      </dgm:t>
    </dgm:pt>
    <dgm:pt modelId="{5D665A37-DD6B-43A6-8BE1-BCD0C735ABB9}" type="sibTrans" cxnId="{D64455A6-D90C-4474-B1C9-BAF190C08035}">
      <dgm:prSet/>
      <dgm:spPr/>
      <dgm:t>
        <a:bodyPr/>
        <a:lstStyle/>
        <a:p>
          <a:endParaRPr lang="en-IN"/>
        </a:p>
      </dgm:t>
    </dgm:pt>
    <dgm:pt modelId="{5BF17B23-A08A-472C-9591-08AA2C451433}" type="pres">
      <dgm:prSet presAssocID="{16446BD3-4274-4C34-89C2-1FB02ABA21D7}" presName="linearFlow" presStyleCnt="0">
        <dgm:presLayoutVars>
          <dgm:dir/>
          <dgm:resizeHandles val="exact"/>
        </dgm:presLayoutVars>
      </dgm:prSet>
      <dgm:spPr/>
    </dgm:pt>
    <dgm:pt modelId="{9F565F58-C76E-42C0-A627-408E8D33097B}" type="pres">
      <dgm:prSet presAssocID="{371E316E-F7D4-4900-9447-E563F695F62B}" presName="composite" presStyleCnt="0"/>
      <dgm:spPr/>
    </dgm:pt>
    <dgm:pt modelId="{908ECEC7-E686-4EC6-AF0A-69CAC8CDD22C}" type="pres">
      <dgm:prSet presAssocID="{371E316E-F7D4-4900-9447-E563F695F62B}" presName="imgShp" presStyleLbl="fgImgPlace1" presStyleIdx="0" presStyleCnt="4"/>
      <dgm:spPr/>
    </dgm:pt>
    <dgm:pt modelId="{D8574A9C-8036-4383-AD8D-4FFC4BDBEA22}" type="pres">
      <dgm:prSet presAssocID="{371E316E-F7D4-4900-9447-E563F695F62B}" presName="txShp" presStyleLbl="node1" presStyleIdx="0" presStyleCnt="4">
        <dgm:presLayoutVars>
          <dgm:bulletEnabled val="1"/>
        </dgm:presLayoutVars>
      </dgm:prSet>
      <dgm:spPr/>
    </dgm:pt>
    <dgm:pt modelId="{A3490F18-E78A-42C3-B1B5-3FB0051AC686}" type="pres">
      <dgm:prSet presAssocID="{0C2FC8AC-190B-49EB-85DD-DB6165E61E89}" presName="spacing" presStyleCnt="0"/>
      <dgm:spPr/>
    </dgm:pt>
    <dgm:pt modelId="{36F71A36-2324-4428-AAED-B0EA740C2966}" type="pres">
      <dgm:prSet presAssocID="{070278A4-2802-4C74-BE07-A0898823F700}" presName="composite" presStyleCnt="0"/>
      <dgm:spPr/>
    </dgm:pt>
    <dgm:pt modelId="{100D6929-A601-485C-81E7-43FC4B76B7A6}" type="pres">
      <dgm:prSet presAssocID="{070278A4-2802-4C74-BE07-A0898823F700}" presName="imgShp" presStyleLbl="fgImgPlace1" presStyleIdx="1" presStyleCnt="4"/>
      <dgm:spPr/>
    </dgm:pt>
    <dgm:pt modelId="{7CCAF1A7-1811-4227-958F-04F95E3B855A}" type="pres">
      <dgm:prSet presAssocID="{070278A4-2802-4C74-BE07-A0898823F700}" presName="txShp" presStyleLbl="node1" presStyleIdx="1" presStyleCnt="4">
        <dgm:presLayoutVars>
          <dgm:bulletEnabled val="1"/>
        </dgm:presLayoutVars>
      </dgm:prSet>
      <dgm:spPr/>
    </dgm:pt>
    <dgm:pt modelId="{D5A262D0-B540-4ABA-92C3-F4E86EB4B180}" type="pres">
      <dgm:prSet presAssocID="{786CE6D4-9C9E-4C27-81D9-FB5B66863804}" presName="spacing" presStyleCnt="0"/>
      <dgm:spPr/>
    </dgm:pt>
    <dgm:pt modelId="{F9FBA7BD-C129-40AF-909B-33290CFDB0FA}" type="pres">
      <dgm:prSet presAssocID="{329679AF-2753-44DB-AFCD-18E639D4C002}" presName="composite" presStyleCnt="0"/>
      <dgm:spPr/>
    </dgm:pt>
    <dgm:pt modelId="{F800AAF3-E890-478C-BE18-AFBC46BE7A74}" type="pres">
      <dgm:prSet presAssocID="{329679AF-2753-44DB-AFCD-18E639D4C002}" presName="imgShp" presStyleLbl="fgImgPlace1" presStyleIdx="2" presStyleCnt="4"/>
      <dgm:spPr/>
    </dgm:pt>
    <dgm:pt modelId="{4C438C20-E09F-4E1A-B2B4-D50D2A782525}" type="pres">
      <dgm:prSet presAssocID="{329679AF-2753-44DB-AFCD-18E639D4C002}" presName="txShp" presStyleLbl="node1" presStyleIdx="2" presStyleCnt="4">
        <dgm:presLayoutVars>
          <dgm:bulletEnabled val="1"/>
        </dgm:presLayoutVars>
      </dgm:prSet>
      <dgm:spPr/>
    </dgm:pt>
    <dgm:pt modelId="{0F5E59CB-2401-48F2-8DD1-946AE83BF191}" type="pres">
      <dgm:prSet presAssocID="{C430C157-19F2-43CD-8907-FAC7FE656E53}" presName="spacing" presStyleCnt="0"/>
      <dgm:spPr/>
    </dgm:pt>
    <dgm:pt modelId="{63D2B3FF-34C7-4205-8810-47B793E06B20}" type="pres">
      <dgm:prSet presAssocID="{2B3F0F2E-608D-4969-971E-C9CAF9706833}" presName="composite" presStyleCnt="0"/>
      <dgm:spPr/>
    </dgm:pt>
    <dgm:pt modelId="{7ADACC61-16CE-4310-91B7-05C9A75F4261}" type="pres">
      <dgm:prSet presAssocID="{2B3F0F2E-608D-4969-971E-C9CAF9706833}" presName="imgShp" presStyleLbl="fgImgPlace1" presStyleIdx="3" presStyleCnt="4"/>
      <dgm:spPr/>
    </dgm:pt>
    <dgm:pt modelId="{1D5695ED-3549-4479-A5ED-4D6063490CE3}" type="pres">
      <dgm:prSet presAssocID="{2B3F0F2E-608D-4969-971E-C9CAF9706833}" presName="txShp" presStyleLbl="node1" presStyleIdx="3" presStyleCnt="4">
        <dgm:presLayoutVars>
          <dgm:bulletEnabled val="1"/>
        </dgm:presLayoutVars>
      </dgm:prSet>
      <dgm:spPr/>
    </dgm:pt>
  </dgm:ptLst>
  <dgm:cxnLst>
    <dgm:cxn modelId="{99411730-D500-478A-8D64-0736495D24B5}" type="presOf" srcId="{329679AF-2753-44DB-AFCD-18E639D4C002}" destId="{4C438C20-E09F-4E1A-B2B4-D50D2A782525}" srcOrd="0" destOrd="0" presId="urn:microsoft.com/office/officeart/2005/8/layout/vList3"/>
    <dgm:cxn modelId="{88D08748-8F79-4EBC-9A56-FE2B67AB278E}" type="presOf" srcId="{2B3F0F2E-608D-4969-971E-C9CAF9706833}" destId="{1D5695ED-3549-4479-A5ED-4D6063490CE3}" srcOrd="0" destOrd="0" presId="urn:microsoft.com/office/officeart/2005/8/layout/vList3"/>
    <dgm:cxn modelId="{67AA7069-03E7-4143-8B16-9596E057EDDA}" srcId="{16446BD3-4274-4C34-89C2-1FB02ABA21D7}" destId="{329679AF-2753-44DB-AFCD-18E639D4C002}" srcOrd="2" destOrd="0" parTransId="{DE19AAE8-1BE1-4E07-BE89-501FD86D323E}" sibTransId="{C430C157-19F2-43CD-8907-FAC7FE656E53}"/>
    <dgm:cxn modelId="{32C99E59-B4D0-436E-A7CA-DF877ED4BA0B}" srcId="{16446BD3-4274-4C34-89C2-1FB02ABA21D7}" destId="{070278A4-2802-4C74-BE07-A0898823F700}" srcOrd="1" destOrd="0" parTransId="{509140D3-30F9-43A3-A34C-BEBC55F1B9CF}" sibTransId="{786CE6D4-9C9E-4C27-81D9-FB5B66863804}"/>
    <dgm:cxn modelId="{8DE8D085-E3D3-4D18-AA31-5CA9C9CB02B3}" srcId="{16446BD3-4274-4C34-89C2-1FB02ABA21D7}" destId="{371E316E-F7D4-4900-9447-E563F695F62B}" srcOrd="0" destOrd="0" parTransId="{99C4C9A0-F867-44C6-8504-BE7993B9A9F4}" sibTransId="{0C2FC8AC-190B-49EB-85DD-DB6165E61E89}"/>
    <dgm:cxn modelId="{D64455A6-D90C-4474-B1C9-BAF190C08035}" srcId="{16446BD3-4274-4C34-89C2-1FB02ABA21D7}" destId="{2B3F0F2E-608D-4969-971E-C9CAF9706833}" srcOrd="3" destOrd="0" parTransId="{8BC82BBF-E78D-4262-A0C0-D8F8A1C07E12}" sibTransId="{5D665A37-DD6B-43A6-8BE1-BCD0C735ABB9}"/>
    <dgm:cxn modelId="{7CA267AB-AF9C-4D52-AB96-85C2D8D6B5BE}" type="presOf" srcId="{16446BD3-4274-4C34-89C2-1FB02ABA21D7}" destId="{5BF17B23-A08A-472C-9591-08AA2C451433}" srcOrd="0" destOrd="0" presId="urn:microsoft.com/office/officeart/2005/8/layout/vList3"/>
    <dgm:cxn modelId="{26B83BD2-C7A8-4A74-B64A-45B96A589857}" type="presOf" srcId="{371E316E-F7D4-4900-9447-E563F695F62B}" destId="{D8574A9C-8036-4383-AD8D-4FFC4BDBEA22}" srcOrd="0" destOrd="0" presId="urn:microsoft.com/office/officeart/2005/8/layout/vList3"/>
    <dgm:cxn modelId="{D8F207ED-FEB2-430D-887E-3A4B22AE115A}" type="presOf" srcId="{070278A4-2802-4C74-BE07-A0898823F700}" destId="{7CCAF1A7-1811-4227-958F-04F95E3B855A}" srcOrd="0" destOrd="0" presId="urn:microsoft.com/office/officeart/2005/8/layout/vList3"/>
    <dgm:cxn modelId="{C242BD81-978B-4BDA-BC78-0B743EB64B32}" type="presParOf" srcId="{5BF17B23-A08A-472C-9591-08AA2C451433}" destId="{9F565F58-C76E-42C0-A627-408E8D33097B}" srcOrd="0" destOrd="0" presId="urn:microsoft.com/office/officeart/2005/8/layout/vList3"/>
    <dgm:cxn modelId="{AD664B29-B788-47D8-80CA-38EF7D22E688}" type="presParOf" srcId="{9F565F58-C76E-42C0-A627-408E8D33097B}" destId="{908ECEC7-E686-4EC6-AF0A-69CAC8CDD22C}" srcOrd="0" destOrd="0" presId="urn:microsoft.com/office/officeart/2005/8/layout/vList3"/>
    <dgm:cxn modelId="{AAF711B8-BA1F-4B1E-BB91-B7BECAFB620B}" type="presParOf" srcId="{9F565F58-C76E-42C0-A627-408E8D33097B}" destId="{D8574A9C-8036-4383-AD8D-4FFC4BDBEA22}" srcOrd="1" destOrd="0" presId="urn:microsoft.com/office/officeart/2005/8/layout/vList3"/>
    <dgm:cxn modelId="{4DD83615-DA47-41AC-B39A-2D37A8149CDB}" type="presParOf" srcId="{5BF17B23-A08A-472C-9591-08AA2C451433}" destId="{A3490F18-E78A-42C3-B1B5-3FB0051AC686}" srcOrd="1" destOrd="0" presId="urn:microsoft.com/office/officeart/2005/8/layout/vList3"/>
    <dgm:cxn modelId="{F35B12E6-6AD5-45AC-B634-E458DEFE9761}" type="presParOf" srcId="{5BF17B23-A08A-472C-9591-08AA2C451433}" destId="{36F71A36-2324-4428-AAED-B0EA740C2966}" srcOrd="2" destOrd="0" presId="urn:microsoft.com/office/officeart/2005/8/layout/vList3"/>
    <dgm:cxn modelId="{8C4B4F73-2DAA-4DAF-9FDE-DFB537276DB7}" type="presParOf" srcId="{36F71A36-2324-4428-AAED-B0EA740C2966}" destId="{100D6929-A601-485C-81E7-43FC4B76B7A6}" srcOrd="0" destOrd="0" presId="urn:microsoft.com/office/officeart/2005/8/layout/vList3"/>
    <dgm:cxn modelId="{B11DA74F-9D4C-4BFC-A6A5-98B9FEABD742}" type="presParOf" srcId="{36F71A36-2324-4428-AAED-B0EA740C2966}" destId="{7CCAF1A7-1811-4227-958F-04F95E3B855A}" srcOrd="1" destOrd="0" presId="urn:microsoft.com/office/officeart/2005/8/layout/vList3"/>
    <dgm:cxn modelId="{73597E2D-96F2-41F2-A252-E61DBB03EE4A}" type="presParOf" srcId="{5BF17B23-A08A-472C-9591-08AA2C451433}" destId="{D5A262D0-B540-4ABA-92C3-F4E86EB4B180}" srcOrd="3" destOrd="0" presId="urn:microsoft.com/office/officeart/2005/8/layout/vList3"/>
    <dgm:cxn modelId="{B82A9E74-DC80-43D8-AE87-6C7BA41CCE96}" type="presParOf" srcId="{5BF17B23-A08A-472C-9591-08AA2C451433}" destId="{F9FBA7BD-C129-40AF-909B-33290CFDB0FA}" srcOrd="4" destOrd="0" presId="urn:microsoft.com/office/officeart/2005/8/layout/vList3"/>
    <dgm:cxn modelId="{5924210B-19BC-4713-BF3C-F3836BDAE20D}" type="presParOf" srcId="{F9FBA7BD-C129-40AF-909B-33290CFDB0FA}" destId="{F800AAF3-E890-478C-BE18-AFBC46BE7A74}" srcOrd="0" destOrd="0" presId="urn:microsoft.com/office/officeart/2005/8/layout/vList3"/>
    <dgm:cxn modelId="{A43C97D6-0774-40AA-A8B9-11DEE48C7B2F}" type="presParOf" srcId="{F9FBA7BD-C129-40AF-909B-33290CFDB0FA}" destId="{4C438C20-E09F-4E1A-B2B4-D50D2A782525}" srcOrd="1" destOrd="0" presId="urn:microsoft.com/office/officeart/2005/8/layout/vList3"/>
    <dgm:cxn modelId="{5F06D8CA-71E9-4811-A60C-1B3FC2308E1E}" type="presParOf" srcId="{5BF17B23-A08A-472C-9591-08AA2C451433}" destId="{0F5E59CB-2401-48F2-8DD1-946AE83BF191}" srcOrd="5" destOrd="0" presId="urn:microsoft.com/office/officeart/2005/8/layout/vList3"/>
    <dgm:cxn modelId="{198CDAA9-5ED8-42DE-8804-BB54D25E317B}" type="presParOf" srcId="{5BF17B23-A08A-472C-9591-08AA2C451433}" destId="{63D2B3FF-34C7-4205-8810-47B793E06B20}" srcOrd="6" destOrd="0" presId="urn:microsoft.com/office/officeart/2005/8/layout/vList3"/>
    <dgm:cxn modelId="{9CBF7567-AA47-4534-BB9D-B26EAF1E30BE}" type="presParOf" srcId="{63D2B3FF-34C7-4205-8810-47B793E06B20}" destId="{7ADACC61-16CE-4310-91B7-05C9A75F4261}" srcOrd="0" destOrd="0" presId="urn:microsoft.com/office/officeart/2005/8/layout/vList3"/>
    <dgm:cxn modelId="{1E95ACC9-EF42-434A-B24E-6DDAA5BEA174}" type="presParOf" srcId="{63D2B3FF-34C7-4205-8810-47B793E06B20}" destId="{1D5695ED-3549-4479-A5ED-4D6063490CE3}" srcOrd="1" destOrd="0" presId="urn:microsoft.com/office/officeart/2005/8/layout/vList3"/>
  </dgm:cxnLst>
  <dgm:bg/>
  <dgm:whole/>
  <dgm:extLst>
    <a:ext uri="http://schemas.microsoft.com/office/drawing/2008/diagram">
      <dsp:dataModelExt xmlns:dsp="http://schemas.microsoft.com/office/drawing/2008/diagram" relId="rId12" minVer="http://schemas.openxmlformats.org/drawingml/2006/diagram"/>
    </a:ext>
  </dgm:extLst>
</dgm:dataModel>
</file>

<file path=ppt/diagrams/drawing1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D8574A9C-8036-4383-AD8D-4FFC4BDBEA22}">
      <dsp:nvSpPr>
        <dsp:cNvPr id="0" name=""/>
        <dsp:cNvSpPr/>
      </dsp:nvSpPr>
      <dsp:spPr>
        <a:xfrm rot="10800000">
          <a:off x="1478062" y="1388"/>
          <a:ext cx="4898279" cy="977141"/>
        </a:xfrm>
        <a:prstGeom prst="homePlate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430892" tIns="102870" rIns="192024" bIns="102870" numCol="1" spcCol="1270" anchor="ctr" anchorCtr="0">
          <a:noAutofit/>
        </a:bodyPr>
        <a:lstStyle/>
        <a:p>
          <a:pPr marL="0" lvl="0" indent="0" algn="ctr" defTabSz="12001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IN" sz="2700" kern="1200" dirty="0" err="1"/>
            <a:t>Streamlit</a:t>
          </a:r>
          <a:r>
            <a:rPr lang="en-IN" sz="2700" kern="1200" dirty="0"/>
            <a:t> Dashboard</a:t>
          </a:r>
        </a:p>
      </dsp:txBody>
      <dsp:txXfrm rot="10800000">
        <a:off x="1722347" y="1388"/>
        <a:ext cx="4653994" cy="977141"/>
      </dsp:txXfrm>
    </dsp:sp>
    <dsp:sp modelId="{908ECEC7-E686-4EC6-AF0A-69CAC8CDD22C}">
      <dsp:nvSpPr>
        <dsp:cNvPr id="0" name=""/>
        <dsp:cNvSpPr/>
      </dsp:nvSpPr>
      <dsp:spPr>
        <a:xfrm>
          <a:off x="989491" y="1388"/>
          <a:ext cx="977141" cy="977141"/>
        </a:xfrm>
        <a:prstGeom prst="ellipse">
          <a:avLst/>
        </a:prstGeom>
        <a:solidFill>
          <a:schemeClr val="accent1">
            <a:tint val="50000"/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7CCAF1A7-1811-4227-958F-04F95E3B855A}">
      <dsp:nvSpPr>
        <dsp:cNvPr id="0" name=""/>
        <dsp:cNvSpPr/>
      </dsp:nvSpPr>
      <dsp:spPr>
        <a:xfrm rot="10800000">
          <a:off x="1478062" y="1270215"/>
          <a:ext cx="4898279" cy="977141"/>
        </a:xfrm>
        <a:prstGeom prst="homePlate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430892" tIns="102870" rIns="192024" bIns="102870" numCol="1" spcCol="1270" anchor="ctr" anchorCtr="0">
          <a:noAutofit/>
        </a:bodyPr>
        <a:lstStyle/>
        <a:p>
          <a:pPr marL="0" lvl="0" indent="0" algn="ctr" defTabSz="12001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IN" sz="2700" kern="1200"/>
            <a:t>EDA &amp; Segmentation</a:t>
          </a:r>
        </a:p>
      </dsp:txBody>
      <dsp:txXfrm rot="10800000">
        <a:off x="1722347" y="1270215"/>
        <a:ext cx="4653994" cy="977141"/>
      </dsp:txXfrm>
    </dsp:sp>
    <dsp:sp modelId="{100D6929-A601-485C-81E7-43FC4B76B7A6}">
      <dsp:nvSpPr>
        <dsp:cNvPr id="0" name=""/>
        <dsp:cNvSpPr/>
      </dsp:nvSpPr>
      <dsp:spPr>
        <a:xfrm>
          <a:off x="989491" y="1270215"/>
          <a:ext cx="977141" cy="977141"/>
        </a:xfrm>
        <a:prstGeom prst="ellipse">
          <a:avLst/>
        </a:prstGeom>
        <a:solidFill>
          <a:schemeClr val="accent1">
            <a:tint val="50000"/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4C438C20-E09F-4E1A-B2B4-D50D2A782525}">
      <dsp:nvSpPr>
        <dsp:cNvPr id="0" name=""/>
        <dsp:cNvSpPr/>
      </dsp:nvSpPr>
      <dsp:spPr>
        <a:xfrm rot="10800000">
          <a:off x="1478062" y="2539041"/>
          <a:ext cx="4898279" cy="977141"/>
        </a:xfrm>
        <a:prstGeom prst="homePlate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430892" tIns="102870" rIns="192024" bIns="102870" numCol="1" spcCol="1270" anchor="ctr" anchorCtr="0">
          <a:noAutofit/>
        </a:bodyPr>
        <a:lstStyle/>
        <a:p>
          <a:pPr marL="0" lvl="0" indent="0" algn="ctr" defTabSz="12001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IN" sz="2700" kern="1200"/>
            <a:t>Predictive Modeling</a:t>
          </a:r>
        </a:p>
      </dsp:txBody>
      <dsp:txXfrm rot="10800000">
        <a:off x="1722347" y="2539041"/>
        <a:ext cx="4653994" cy="977141"/>
      </dsp:txXfrm>
    </dsp:sp>
    <dsp:sp modelId="{F800AAF3-E890-478C-BE18-AFBC46BE7A74}">
      <dsp:nvSpPr>
        <dsp:cNvPr id="0" name=""/>
        <dsp:cNvSpPr/>
      </dsp:nvSpPr>
      <dsp:spPr>
        <a:xfrm>
          <a:off x="989491" y="2539041"/>
          <a:ext cx="977141" cy="977141"/>
        </a:xfrm>
        <a:prstGeom prst="ellipse">
          <a:avLst/>
        </a:prstGeom>
        <a:solidFill>
          <a:schemeClr val="accent1">
            <a:tint val="50000"/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1D5695ED-3549-4479-A5ED-4D6063490CE3}">
      <dsp:nvSpPr>
        <dsp:cNvPr id="0" name=""/>
        <dsp:cNvSpPr/>
      </dsp:nvSpPr>
      <dsp:spPr>
        <a:xfrm rot="10800000">
          <a:off x="1478062" y="3807867"/>
          <a:ext cx="4898279" cy="977141"/>
        </a:xfrm>
        <a:prstGeom prst="homePlate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430892" tIns="102870" rIns="192024" bIns="102870" numCol="1" spcCol="1270" anchor="ctr" anchorCtr="0">
          <a:noAutofit/>
        </a:bodyPr>
        <a:lstStyle/>
        <a:p>
          <a:pPr marL="0" lvl="0" indent="0" algn="ctr" defTabSz="12001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IN" sz="2700" kern="1200"/>
            <a:t>Auto-cleaning &amp; preprocessing pipeline</a:t>
          </a:r>
        </a:p>
      </dsp:txBody>
      <dsp:txXfrm rot="10800000">
        <a:off x="1722347" y="3807867"/>
        <a:ext cx="4653994" cy="977141"/>
      </dsp:txXfrm>
    </dsp:sp>
    <dsp:sp modelId="{7ADACC61-16CE-4310-91B7-05C9A75F4261}">
      <dsp:nvSpPr>
        <dsp:cNvPr id="0" name=""/>
        <dsp:cNvSpPr/>
      </dsp:nvSpPr>
      <dsp:spPr>
        <a:xfrm>
          <a:off x="989491" y="3807867"/>
          <a:ext cx="977141" cy="977141"/>
        </a:xfrm>
        <a:prstGeom prst="ellipse">
          <a:avLst/>
        </a:prstGeom>
        <a:solidFill>
          <a:schemeClr val="accent1">
            <a:tint val="50000"/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</dsp:spTree>
</dsp:drawing>
</file>

<file path=ppt/diagrams/layout1.xml><?xml version="1.0" encoding="utf-8"?>
<dgm:layoutDef xmlns:dgm="http://schemas.openxmlformats.org/drawingml/2006/diagram" xmlns:a="http://schemas.openxmlformats.org/drawingml/2006/main" uniqueId="urn:microsoft.com/office/officeart/2005/8/layout/vList3">
  <dgm:title val=""/>
  <dgm:desc val=""/>
  <dgm:catLst>
    <dgm:cat type="list" pri="14000"/>
    <dgm:cat type="convert" pri="3000"/>
    <dgm:cat type="picture" pri="27000"/>
    <dgm:cat type="pictureconvert" pri="27000"/>
  </dgm:catLst>
  <dgm:sampData useDef="1">
    <dgm:dataModel>
      <dgm:ptLst/>
      <dgm:bg/>
      <dgm:whole/>
    </dgm:dataModel>
  </dgm:sampData>
  <dgm:styleData>
    <dgm:dataModel>
      <dgm:ptLst>
        <dgm:pt modelId="0" type="doc"/>
        <dgm:pt modelId="1"/>
        <dgm:pt modelId="2"/>
      </dgm:ptLst>
      <dgm:cxnLst>
        <dgm:cxn modelId="3" srcId="0" destId="1" srcOrd="0" destOrd="0"/>
        <dgm:cxn modelId="4" srcId="0" destId="2" srcOrd="1" destOrd="0"/>
      </dgm:cxnLst>
      <dgm:bg/>
      <dgm:whole/>
    </dgm:dataModel>
  </dgm:styleData>
  <dgm:clrData>
    <dgm:dataModel>
      <dgm:ptLst>
        <dgm:pt modelId="0" type="doc"/>
        <dgm:pt modelId="1"/>
        <dgm:pt modelId="2"/>
        <dgm:pt modelId="3"/>
        <dgm:pt modelId="4"/>
      </dgm:ptLst>
      <dgm:cxnLst>
        <dgm:cxn modelId="5" srcId="0" destId="1" srcOrd="0" destOrd="0"/>
        <dgm:cxn modelId="6" srcId="0" destId="2" srcOrd="1" destOrd="0"/>
        <dgm:cxn modelId="7" srcId="0" destId="3" srcOrd="2" destOrd="0"/>
        <dgm:cxn modelId="8" srcId="0" destId="4" srcOrd="3" destOrd="0"/>
      </dgm:cxnLst>
      <dgm:bg/>
      <dgm:whole/>
    </dgm:dataModel>
  </dgm:clrData>
  <dgm:layoutNode name="linearFlow">
    <dgm:varLst>
      <dgm:dir/>
      <dgm:resizeHandles val="exact"/>
    </dgm:varLst>
    <dgm:alg type="lin">
      <dgm:param type="linDir" val="fromT"/>
      <dgm:param type="vertAlign" val="mid"/>
      <dgm:param type="horzAlign" val="ctr"/>
    </dgm:alg>
    <dgm:shape xmlns:r="http://schemas.openxmlformats.org/officeDocument/2006/relationships" r:blip="">
      <dgm:adjLst/>
    </dgm:shape>
    <dgm:presOf/>
    <dgm:constrLst>
      <dgm:constr type="w" for="ch" forName="composite" refType="w"/>
      <dgm:constr type="h" for="ch" forName="composite" refType="h"/>
      <dgm:constr type="h" for="ch" forName="spacing" refType="h" refFor="ch" refForName="composite" fact="0.25"/>
      <dgm:constr type="h" for="ch" forName="spacing" refType="w" op="lte" fact="0.1"/>
      <dgm:constr type="primFontSz" for="des" ptType="node" op="equ" val="65"/>
    </dgm:constrLst>
    <dgm:ruleLst/>
    <dgm:forEach name="Name0" axis="ch" ptType="node">
      <dgm:layoutNode name="composite">
        <dgm:alg type="composite"/>
        <dgm:shape xmlns:r="http://schemas.openxmlformats.org/officeDocument/2006/relationships" r:blip="">
          <dgm:adjLst/>
        </dgm:shape>
        <dgm:presOf/>
        <dgm:choose name="Name1">
          <dgm:if name="Name2" func="var" arg="dir" op="equ" val="norm">
            <dgm:constrLst>
              <dgm:constr type="w" for="ch" forName="imgShp" refType="w" fact="0.335"/>
              <dgm:constr type="h" for="ch" forName="imgShp" refType="w" refFor="ch" refForName="imgShp" op="equ"/>
              <dgm:constr type="h" for="ch" forName="imgShp" refType="h" op="lte"/>
              <dgm:constr type="ctrY" for="ch" forName="imgShp" refType="h" fact="0.5"/>
              <dgm:constr type="l" for="ch" forName="imgShp"/>
              <dgm:constr type="w" for="ch" forName="txShp" refType="w" op="equ" fact="0.665"/>
              <dgm:constr type="h" for="ch" forName="txShp" refType="h" refFor="ch" refForName="imgShp" op="equ"/>
              <dgm:constr type="ctrY" for="ch" forName="txShp" refType="h" fact="0.5"/>
              <dgm:constr type="l" for="ch" forName="txShp" refType="w" refFor="ch" refForName="imgShp" fact="0.5"/>
              <dgm:constr type="lMarg" for="ch" forName="txShp" refType="w" refFor="ch" refForName="imgShp" fact="1.25"/>
            </dgm:constrLst>
          </dgm:if>
          <dgm:else name="Name3">
            <dgm:constrLst>
              <dgm:constr type="w" for="ch" forName="imgShp" refType="w" fact="0.335"/>
              <dgm:constr type="h" for="ch" forName="imgShp" refType="w" refFor="ch" refForName="imgShp" op="equ"/>
              <dgm:constr type="h" for="ch" forName="imgShp" refType="h" op="lte"/>
              <dgm:constr type="ctrY" for="ch" forName="imgShp" refType="h" fact="0.5"/>
              <dgm:constr type="r" for="ch" forName="imgShp" refType="w"/>
              <dgm:constr type="w" for="ch" forName="txShp" refType="w" op="equ" fact="0.665"/>
              <dgm:constr type="h" for="ch" forName="txShp" refType="h" refFor="ch" refForName="imgShp" op="equ"/>
              <dgm:constr type="ctrY" for="ch" forName="txShp" refType="h" fact="0.5"/>
              <dgm:constr type="r" for="ch" forName="txShp" refType="ctrX" refFor="ch" refForName="imgShp"/>
              <dgm:constr type="rMarg" for="ch" forName="txShp" refType="w" refFor="ch" refForName="imgShp" fact="1.25"/>
            </dgm:constrLst>
          </dgm:else>
        </dgm:choose>
        <dgm:ruleLst/>
        <dgm:layoutNode name="imgShp" styleLbl="fgImgPlace1">
          <dgm:alg type="sp"/>
          <dgm:shape xmlns:r="http://schemas.openxmlformats.org/officeDocument/2006/relationships" type="ellipse" r:blip="" blipPhldr="1">
            <dgm:adjLst/>
          </dgm:shape>
          <dgm:presOf/>
          <dgm:constrLst/>
          <dgm:ruleLst/>
        </dgm:layoutNode>
        <dgm:layoutNode name="txShp">
          <dgm:varLst>
            <dgm:bulletEnabled val="1"/>
          </dgm:varLst>
          <dgm:alg type="tx"/>
          <dgm:choose name="Name4">
            <dgm:if name="Name5" func="var" arg="dir" op="equ" val="norm">
              <dgm:shape xmlns:r="http://schemas.openxmlformats.org/officeDocument/2006/relationships" rot="180" type="homePlate" r:blip="" zOrderOff="-1">
                <dgm:adjLst/>
              </dgm:shape>
            </dgm:if>
            <dgm:else name="Name6">
              <dgm:shape xmlns:r="http://schemas.openxmlformats.org/officeDocument/2006/relationships" type="homePlate" r:blip="" zOrderOff="-1">
                <dgm:adjLst/>
              </dgm:shape>
            </dgm:else>
          </dgm:choose>
          <dgm:presOf axis="desOrSelf" ptType="node"/>
          <dgm:constrLst>
            <dgm:constr type="tMarg" refType="primFontSz" fact="0.3"/>
            <dgm:constr type="bMarg" refType="primFontSz" fact="0.3"/>
          </dgm:constrLst>
          <dgm:ruleLst>
            <dgm:rule type="primFontSz" val="5" fact="NaN" max="NaN"/>
          </dgm:ruleLst>
        </dgm:layoutNode>
      </dgm:layoutNode>
      <dgm:forEach name="Name7" axis="followSib" ptType="sibTrans" cnt="1">
        <dgm:layoutNode name="spacing">
          <dgm:alg type="sp"/>
          <dgm:shape xmlns:r="http://schemas.openxmlformats.org/officeDocument/2006/relationships" r:blip="">
            <dgm:adjLst/>
          </dgm:shape>
          <dgm:presOf axis="self"/>
          <dgm:constrLst/>
          <dgm:ruleLst/>
        </dgm:layoutNode>
      </dgm:forEach>
    </dgm:forEach>
  </dgm:layoutNode>
</dgm:layoutDef>
</file>

<file path=ppt/diagrams/quickStyle1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ink/ink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</inkml:traceFormat>
        <inkml:channelProperties>
          <inkml:channelProperty channel="X" name="resolution" value="1000" units="1/cm"/>
          <inkml:channelProperty channel="Y" name="resolution" value="1000" units="1/cm"/>
        </inkml:channelProperties>
      </inkml:inkSource>
      <inkml:timestamp xml:id="ts0" timeString="2025-10-28T06:46:55.957"/>
    </inkml:context>
    <inkml:brush xml:id="br0">
      <inkml:brushProperty name="width" value="0.3" units="cm"/>
      <inkml:brushProperty name="height" value="0.6" units="cm"/>
      <inkml:brushProperty name="color" value="#FFFFFF"/>
      <inkml:brushProperty name="tip" value="rectangle"/>
      <inkml:brushProperty name="rasterOp" value="maskPen"/>
      <inkml:brushProperty name="ignorePressure" value="1"/>
    </inkml:brush>
  </inkml:definitions>
  <inkml:trace contextRef="#ctx0" brushRef="#br0">0 30,'38'-1,"63"-12,-62 6,58-1,521 9,-588-1</inkml:trace>
</inkml:ink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E213156-44DF-4B92-9AD4-EBBFC79660DA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3440A329-BE15-4DFF-A299-40484C3ECBC7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5504C843-CD7E-4337-847C-28C67D42751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AA76D80-04CF-44F2-99DB-4EEAAB377D46}" type="datetimeFigureOut">
              <a:rPr lang="en-IN" smtClean="0"/>
              <a:t>26-11-2025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C006D459-B8C0-46EF-8334-CD3B09CB6B7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F78CB54F-0848-469A-9094-A726BD57A4F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A6D5C6C-A0C9-407B-AAF6-C3B2C1B92457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315256326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A72BCB2-9EC4-433D-817F-AB91C7A2DBB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179DA19B-DBF8-4924-8200-0B874323195D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C7368181-FD03-4B0B-9EEE-99BA1ABF980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AA76D80-04CF-44F2-99DB-4EEAAB377D46}" type="datetimeFigureOut">
              <a:rPr lang="en-IN" smtClean="0"/>
              <a:t>26-11-2025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6071A69C-DF60-4CB9-A364-93D43A335F1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4736BC3C-909A-4BE1-BA89-B7B012131C5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A6D5C6C-A0C9-407B-AAF6-C3B2C1B92457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628349452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94445E7-4082-4D4F-A96B-13443B8BAE1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0EAB8BEE-F030-4D55-A1F2-BB522FA130B7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1B86D005-F8CF-403B-8572-7328B8D754D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AA76D80-04CF-44F2-99DB-4EEAAB377D46}" type="datetimeFigureOut">
              <a:rPr lang="en-IN" smtClean="0"/>
              <a:t>26-11-2025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9AA84164-4A51-4D9A-BD97-4C63461A688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B048DB21-AA2E-4DC7-A0C5-7AC1C008578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A6D5C6C-A0C9-407B-AAF6-C3B2C1B92457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726637070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BC493C0-F8A9-4126-AD17-BF00B27341D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989AF538-5F25-46B4-9677-60C2E992B3E1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35996492-B450-45E4-98A6-FF47873A0D9E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343DC658-79AE-47FD-A965-2F2AE0B92C0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AA76D80-04CF-44F2-99DB-4EEAAB377D46}" type="datetimeFigureOut">
              <a:rPr lang="en-IN" smtClean="0"/>
              <a:t>26-11-2025</a:t>
            </a:fld>
            <a:endParaRPr lang="en-IN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7387F1D0-0E36-4D37-A9DC-CF280BB7406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AADD92AE-1A81-49AA-9106-0E830775BB3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A6D5C6C-A0C9-407B-AAF6-C3B2C1B92457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416066618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628BAA2-BBB0-4CF7-A07D-A44894401AD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8D150A6A-662A-4B0A-8F71-3C2246B7E0BE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CBD0BAC8-B04A-407F-A19F-3C63F9A80FD8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5E5E7FDF-B72B-4E40-9A06-1523DFC9D9F8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53900469-23D7-4A14-8460-178F17CBF48F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B4C1CF5B-ED7B-4016-9A82-16F2F05CC15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AA76D80-04CF-44F2-99DB-4EEAAB377D46}" type="datetimeFigureOut">
              <a:rPr lang="en-IN" smtClean="0"/>
              <a:t>26-11-2025</a:t>
            </a:fld>
            <a:endParaRPr lang="en-IN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B4EFEF0C-6FEE-43BB-9453-C3D11392211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93E71C81-069A-4364-9AD8-84A7E18F7C7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A6D5C6C-A0C9-407B-AAF6-C3B2C1B92457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724561175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120326E-865F-48B9-95FD-A945F4EF432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8A1B8CA6-5C71-4DB1-BEC7-6EA0B4E1637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AA76D80-04CF-44F2-99DB-4EEAAB377D46}" type="datetimeFigureOut">
              <a:rPr lang="en-IN" smtClean="0"/>
              <a:t>26-11-2025</a:t>
            </a:fld>
            <a:endParaRPr lang="en-IN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DAE05215-C70E-4271-BBE9-90D73C716BA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6CFE833D-3843-456E-BB9A-9414A352403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A6D5C6C-A0C9-407B-AAF6-C3B2C1B92457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762255065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60D56305-FF07-43FD-8AB9-8795527C099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AA76D80-04CF-44F2-99DB-4EEAAB377D46}" type="datetimeFigureOut">
              <a:rPr lang="en-IN" smtClean="0"/>
              <a:t>26-11-2025</a:t>
            </a:fld>
            <a:endParaRPr lang="en-IN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DFFED574-FC7D-4665-8771-024C3B2D716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72E3E368-01B8-4174-ABB9-33C29097CA1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A6D5C6C-A0C9-407B-AAF6-C3B2C1B92457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362424272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A7D3114-50FE-4A1B-8405-749FA75D5B8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4581F8CB-1365-413C-92EB-7E7724BB8267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A2FA8AE4-6611-4050-84C3-0DFA2307B6E4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DF7A7AA6-7880-434A-877D-0DA2D00A805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AA76D80-04CF-44F2-99DB-4EEAAB377D46}" type="datetimeFigureOut">
              <a:rPr lang="en-IN" smtClean="0"/>
              <a:t>26-11-2025</a:t>
            </a:fld>
            <a:endParaRPr lang="en-IN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C53F9B74-B3BB-434F-87D1-782FF4806B1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AE01BC9E-62FD-4C4D-ADBA-CF40A33F731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A6D5C6C-A0C9-407B-AAF6-C3B2C1B92457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423611847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731EB64-534B-4974-B386-70283A482D3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C86F5943-401F-4ADF-9752-C6618C1BC98A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IN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E8689F97-4922-41E1-856E-CC938B908103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E2B2F446-269E-42EB-846B-359E4C50192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AA76D80-04CF-44F2-99DB-4EEAAB377D46}" type="datetimeFigureOut">
              <a:rPr lang="en-IN" smtClean="0"/>
              <a:t>26-11-2025</a:t>
            </a:fld>
            <a:endParaRPr lang="en-IN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59C09A98-D88D-4D3B-94D8-AE66E0A8E8F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EF2C4E08-ACC0-4763-82D5-F1C09291E7A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A6D5C6C-A0C9-407B-AAF6-C3B2C1B92457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25227488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9E9B786-F597-46FB-A9C6-F7B245E8DCE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20A34CB9-3BD7-4142-A024-14AD780F1A8A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DC0EE5E0-DAA8-47C8-AB53-976CB357FCD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AA76D80-04CF-44F2-99DB-4EEAAB377D46}" type="datetimeFigureOut">
              <a:rPr lang="en-IN" smtClean="0"/>
              <a:t>26-11-2025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67C02607-E2D0-41BA-8009-77CCC58152A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368CA076-E1FD-4942-814E-8DD4EBF383C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A6D5C6C-A0C9-407B-AAF6-C3B2C1B92457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744400388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85015EA8-1134-404B-930C-493B9A0CF304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48C29052-839F-4F1C-A01E-B916450754ED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6FA7D4E8-2615-4A8D-B480-86651CC857D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AA76D80-04CF-44F2-99DB-4EEAAB377D46}" type="datetimeFigureOut">
              <a:rPr lang="en-IN" smtClean="0"/>
              <a:t>26-11-2025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FFB96E89-29CB-4E58-8E4C-4803E6D8A2C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ADAEEC23-B201-4161-9138-9928B2C111C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A6D5C6C-A0C9-407B-AAF6-C3B2C1B92457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259494896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03E3DB69-7114-4F38-A361-DDBF6E4A35C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F73754F8-01DB-4B22-976C-4BA08A35739B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59079B12-D227-497E-A3E8-B4AA40BA5A3B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AA76D80-04CF-44F2-99DB-4EEAAB377D46}" type="datetimeFigureOut">
              <a:rPr lang="en-IN" smtClean="0"/>
              <a:t>26-11-2025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0E09908C-057B-41B5-9E3C-38462AA8064D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288E2EC7-20ED-48C3-BD81-4B2732B8A907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EA6D5C6C-A0C9-407B-AAF6-C3B2C1B92457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082048256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7.xml"/></Relationships>
</file>

<file path=ppt/slides/_rels/slide3.xml.rels><?xml version="1.0" encoding="UTF-8" standalone="yes"?>
<Relationships xmlns="http://schemas.openxmlformats.org/package/2006/relationships"><Relationship Id="rId8" Type="http://schemas.openxmlformats.org/officeDocument/2006/relationships/diagramData" Target="../diagrams/data1.xml"/><Relationship Id="rId3" Type="http://schemas.openxmlformats.org/officeDocument/2006/relationships/customXml" Target="../ink/ink1.xml"/><Relationship Id="rId7" Type="http://schemas.openxmlformats.org/officeDocument/2006/relationships/image" Target="../media/image5.svg"/><Relationship Id="rId12" Type="http://schemas.microsoft.com/office/2007/relationships/diagramDrawing" Target="../diagrams/drawing1.xml"/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4.png"/><Relationship Id="rId11" Type="http://schemas.openxmlformats.org/officeDocument/2006/relationships/diagramColors" Target="../diagrams/colors1.xml"/><Relationship Id="rId5" Type="http://schemas.openxmlformats.org/officeDocument/2006/relationships/image" Target="../media/image5.png"/><Relationship Id="rId10" Type="http://schemas.openxmlformats.org/officeDocument/2006/relationships/diagramQuickStyle" Target="../diagrams/quickStyle1.xml"/><Relationship Id="rId9" Type="http://schemas.openxmlformats.org/officeDocument/2006/relationships/diagramLayout" Target="../diagrams/layout1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7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7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7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png"/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7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png"/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7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7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>
            <a:extLst>
              <a:ext uri="{FF2B5EF4-FFF2-40B4-BE49-F238E27FC236}">
                <a16:creationId xmlns:a16="http://schemas.microsoft.com/office/drawing/2014/main" id="{F7635813-1758-454D-90C6-7AD3D71AAE9B}"/>
              </a:ext>
            </a:extLst>
          </p:cNvPr>
          <p:cNvSpPr txBox="1"/>
          <p:nvPr/>
        </p:nvSpPr>
        <p:spPr>
          <a:xfrm>
            <a:off x="0" y="2146345"/>
            <a:ext cx="12192000" cy="707886"/>
          </a:xfrm>
          <a:prstGeom prst="rect">
            <a:avLst/>
          </a:prstGeom>
          <a:solidFill>
            <a:srgbClr val="C00000"/>
          </a:solidFill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txBody>
          <a:bodyPr wrap="square" rtlCol="0" anchor="ctr">
            <a:spAutoFit/>
          </a:bodyPr>
          <a:lstStyle/>
          <a:p>
            <a:pPr algn="ctr"/>
            <a:endParaRPr lang="en-US" altLang="ko-KR" sz="4000" dirty="0">
              <a:solidFill>
                <a:schemeClr val="bg1"/>
              </a:solidFill>
              <a:latin typeface="Times New Roman" pitchFamily="18" charset="0"/>
              <a:cs typeface="Times New Roman" pitchFamily="18" charset="0"/>
            </a:endParaRP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E7BD415E-6B9A-4BAB-961E-C336A9B40D83}"/>
              </a:ext>
            </a:extLst>
          </p:cNvPr>
          <p:cNvSpPr txBox="1"/>
          <p:nvPr/>
        </p:nvSpPr>
        <p:spPr>
          <a:xfrm>
            <a:off x="1169220" y="1104236"/>
            <a:ext cx="9853560" cy="1015663"/>
          </a:xfrm>
          <a:prstGeom prst="rect">
            <a:avLst/>
          </a:prstGeom>
          <a:noFill/>
        </p:spPr>
        <p:txBody>
          <a:bodyPr wrap="square" rtlCol="0" anchor="ctr">
            <a:spAutoFit/>
          </a:bodyPr>
          <a:lstStyle/>
          <a:p>
            <a:pPr algn="ctr"/>
            <a:r>
              <a:rPr lang="en-US" altLang="ko-KR" sz="6000" dirty="0">
                <a:solidFill>
                  <a:srgbClr val="000099"/>
                </a:solidFill>
                <a:latin typeface="Times New Roman" pitchFamily="18" charset="0"/>
                <a:cs typeface="Times New Roman" pitchFamily="18" charset="0"/>
              </a:rPr>
              <a:t>DS CA-4</a:t>
            </a:r>
          </a:p>
        </p:txBody>
      </p:sp>
      <p:grpSp>
        <p:nvGrpSpPr>
          <p:cNvPr id="6" name="Group 5">
            <a:extLst>
              <a:ext uri="{FF2B5EF4-FFF2-40B4-BE49-F238E27FC236}">
                <a16:creationId xmlns:a16="http://schemas.microsoft.com/office/drawing/2014/main" id="{FB0D47B3-12EA-4B0F-A5AF-85AEC0F855B2}"/>
              </a:ext>
            </a:extLst>
          </p:cNvPr>
          <p:cNvGrpSpPr/>
          <p:nvPr/>
        </p:nvGrpSpPr>
        <p:grpSpPr>
          <a:xfrm>
            <a:off x="4232" y="6382984"/>
            <a:ext cx="12192000" cy="476250"/>
            <a:chOff x="0" y="6381750"/>
            <a:chExt cx="12192000" cy="476250"/>
          </a:xfrm>
          <a:solidFill>
            <a:srgbClr val="C00000"/>
          </a:solidFill>
        </p:grpSpPr>
        <p:sp>
          <p:nvSpPr>
            <p:cNvPr id="7" name="Rectangle 6">
              <a:extLst>
                <a:ext uri="{FF2B5EF4-FFF2-40B4-BE49-F238E27FC236}">
                  <a16:creationId xmlns:a16="http://schemas.microsoft.com/office/drawing/2014/main" id="{1A0CC55A-1AAD-4BDC-8B6D-3539F38AE6FC}"/>
                </a:ext>
              </a:extLst>
            </p:cNvPr>
            <p:cNvSpPr/>
            <p:nvPr/>
          </p:nvSpPr>
          <p:spPr>
            <a:xfrm>
              <a:off x="0" y="6381750"/>
              <a:ext cx="12192000" cy="476250"/>
            </a:xfrm>
            <a:prstGeom prst="rect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>
                <a:solidFill>
                  <a:srgbClr val="C00000"/>
                </a:solidFill>
                <a:latin typeface="Times New Roman" pitchFamily="18" charset="0"/>
                <a:cs typeface="Times New Roman" pitchFamily="18" charset="0"/>
              </a:endParaRPr>
            </a:p>
          </p:txBody>
        </p:sp>
        <p:grpSp>
          <p:nvGrpSpPr>
            <p:cNvPr id="8" name="Group 7">
              <a:extLst>
                <a:ext uri="{FF2B5EF4-FFF2-40B4-BE49-F238E27FC236}">
                  <a16:creationId xmlns:a16="http://schemas.microsoft.com/office/drawing/2014/main" id="{E937F9E2-D93F-4144-9E68-6898CE0736C2}"/>
                </a:ext>
              </a:extLst>
            </p:cNvPr>
            <p:cNvGrpSpPr/>
            <p:nvPr/>
          </p:nvGrpSpPr>
          <p:grpSpPr>
            <a:xfrm>
              <a:off x="160089" y="6467143"/>
              <a:ext cx="4087748" cy="273466"/>
              <a:chOff x="4366684" y="2926127"/>
              <a:chExt cx="3278335" cy="2571063"/>
            </a:xfrm>
            <a:grpFill/>
          </p:grpSpPr>
          <p:sp>
            <p:nvSpPr>
              <p:cNvPr id="9" name="Freeform: Shape 4">
                <a:extLst>
                  <a:ext uri="{FF2B5EF4-FFF2-40B4-BE49-F238E27FC236}">
                    <a16:creationId xmlns:a16="http://schemas.microsoft.com/office/drawing/2014/main" id="{F4BFD3C0-FB48-4FBC-A63F-B06CF18B49F1}"/>
                  </a:ext>
                </a:extLst>
              </p:cNvPr>
              <p:cNvSpPr/>
              <p:nvPr/>
            </p:nvSpPr>
            <p:spPr>
              <a:xfrm>
                <a:off x="4744501" y="2926994"/>
                <a:ext cx="72212" cy="2394576"/>
              </a:xfrm>
              <a:custGeom>
                <a:avLst/>
                <a:gdLst>
                  <a:gd name="connsiteX0" fmla="*/ 0 w 192640"/>
                  <a:gd name="connsiteY0" fmla="*/ 6393351 h 6387957"/>
                  <a:gd name="connsiteX1" fmla="*/ 0 w 192640"/>
                  <a:gd name="connsiteY1" fmla="*/ 0 h 6387957"/>
                  <a:gd name="connsiteX2" fmla="*/ 198034 w 192640"/>
                  <a:gd name="connsiteY2" fmla="*/ 0 h 6387957"/>
                  <a:gd name="connsiteX3" fmla="*/ 198034 w 192640"/>
                  <a:gd name="connsiteY3" fmla="*/ 6393351 h 6387957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</a:cxnLst>
                <a:rect l="l" t="t" r="r" b="b"/>
                <a:pathLst>
                  <a:path w="192640" h="6387957">
                    <a:moveTo>
                      <a:pt x="0" y="6393351"/>
                    </a:moveTo>
                    <a:cubicBezTo>
                      <a:pt x="0" y="4261207"/>
                      <a:pt x="0" y="2132145"/>
                      <a:pt x="0" y="0"/>
                    </a:cubicBezTo>
                    <a:cubicBezTo>
                      <a:pt x="67039" y="0"/>
                      <a:pt x="131766" y="0"/>
                      <a:pt x="198034" y="0"/>
                    </a:cubicBezTo>
                    <a:cubicBezTo>
                      <a:pt x="198034" y="2132145"/>
                      <a:pt x="198034" y="4261207"/>
                      <a:pt x="198034" y="6393351"/>
                    </a:cubicBezTo>
                  </a:path>
                </a:pathLst>
              </a:custGeom>
              <a:grpFill/>
              <a:ln w="7704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US" dirty="0">
                  <a:solidFill>
                    <a:srgbClr val="C00000"/>
                  </a:solidFill>
                  <a:latin typeface="Times New Roman" pitchFamily="18" charset="0"/>
                  <a:cs typeface="Times New Roman" pitchFamily="18" charset="0"/>
                </a:endParaRPr>
              </a:p>
            </p:txBody>
          </p:sp>
          <p:sp>
            <p:nvSpPr>
              <p:cNvPr id="10" name="Freeform: Shape 5">
                <a:extLst>
                  <a:ext uri="{FF2B5EF4-FFF2-40B4-BE49-F238E27FC236}">
                    <a16:creationId xmlns:a16="http://schemas.microsoft.com/office/drawing/2014/main" id="{0FAA6080-B314-40DD-B926-815CA1F94278}"/>
                  </a:ext>
                </a:extLst>
              </p:cNvPr>
              <p:cNvSpPr/>
              <p:nvPr/>
            </p:nvSpPr>
            <p:spPr>
              <a:xfrm>
                <a:off x="4676621" y="2926994"/>
                <a:ext cx="37550" cy="2394576"/>
              </a:xfrm>
              <a:custGeom>
                <a:avLst/>
                <a:gdLst>
                  <a:gd name="connsiteX0" fmla="*/ 0 w 100173"/>
                  <a:gd name="connsiteY0" fmla="*/ 6392581 h 6387957"/>
                  <a:gd name="connsiteX1" fmla="*/ 0 w 100173"/>
                  <a:gd name="connsiteY1" fmla="*/ 0 h 6387957"/>
                  <a:gd name="connsiteX2" fmla="*/ 103255 w 100173"/>
                  <a:gd name="connsiteY2" fmla="*/ 0 h 6387957"/>
                  <a:gd name="connsiteX3" fmla="*/ 103255 w 100173"/>
                  <a:gd name="connsiteY3" fmla="*/ 6392581 h 6387957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</a:cxnLst>
                <a:rect l="l" t="t" r="r" b="b"/>
                <a:pathLst>
                  <a:path w="100173" h="6387957">
                    <a:moveTo>
                      <a:pt x="0" y="6392581"/>
                    </a:moveTo>
                    <a:cubicBezTo>
                      <a:pt x="0" y="4261207"/>
                      <a:pt x="0" y="2131374"/>
                      <a:pt x="0" y="0"/>
                    </a:cubicBezTo>
                    <a:cubicBezTo>
                      <a:pt x="34675" y="0"/>
                      <a:pt x="67809" y="0"/>
                      <a:pt x="103255" y="0"/>
                    </a:cubicBezTo>
                    <a:cubicBezTo>
                      <a:pt x="103255" y="2130603"/>
                      <a:pt x="103255" y="4260437"/>
                      <a:pt x="103255" y="6392581"/>
                    </a:cubicBezTo>
                  </a:path>
                </a:pathLst>
              </a:custGeom>
              <a:grpFill/>
              <a:ln w="7704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US" dirty="0">
                  <a:solidFill>
                    <a:srgbClr val="C00000"/>
                  </a:solidFill>
                  <a:latin typeface="Times New Roman" pitchFamily="18" charset="0"/>
                  <a:cs typeface="Times New Roman" pitchFamily="18" charset="0"/>
                </a:endParaRPr>
              </a:p>
            </p:txBody>
          </p:sp>
          <p:sp>
            <p:nvSpPr>
              <p:cNvPr id="11" name="Freeform: Shape 6">
                <a:extLst>
                  <a:ext uri="{FF2B5EF4-FFF2-40B4-BE49-F238E27FC236}">
                    <a16:creationId xmlns:a16="http://schemas.microsoft.com/office/drawing/2014/main" id="{16EC0C29-4D72-468D-9A29-8426E4B68CBE}"/>
                  </a:ext>
                </a:extLst>
              </p:cNvPr>
              <p:cNvSpPr/>
              <p:nvPr/>
            </p:nvSpPr>
            <p:spPr>
              <a:xfrm>
                <a:off x="5706626" y="2927282"/>
                <a:ext cx="109764" cy="2394576"/>
              </a:xfrm>
              <a:custGeom>
                <a:avLst/>
                <a:gdLst>
                  <a:gd name="connsiteX0" fmla="*/ 0 w 292813"/>
                  <a:gd name="connsiteY0" fmla="*/ 6392581 h 6387957"/>
                  <a:gd name="connsiteX1" fmla="*/ 0 w 292813"/>
                  <a:gd name="connsiteY1" fmla="*/ 0 h 6387957"/>
                  <a:gd name="connsiteX2" fmla="*/ 295125 w 292813"/>
                  <a:gd name="connsiteY2" fmla="*/ 0 h 6387957"/>
                  <a:gd name="connsiteX3" fmla="*/ 295125 w 292813"/>
                  <a:gd name="connsiteY3" fmla="*/ 6392581 h 6387957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</a:cxnLst>
                <a:rect l="l" t="t" r="r" b="b"/>
                <a:pathLst>
                  <a:path w="292813" h="6387957">
                    <a:moveTo>
                      <a:pt x="0" y="6392581"/>
                    </a:moveTo>
                    <a:cubicBezTo>
                      <a:pt x="0" y="4261978"/>
                      <a:pt x="0" y="2132145"/>
                      <a:pt x="0" y="0"/>
                    </a:cubicBezTo>
                    <a:cubicBezTo>
                      <a:pt x="97091" y="0"/>
                      <a:pt x="194952" y="0"/>
                      <a:pt x="295125" y="0"/>
                    </a:cubicBezTo>
                    <a:cubicBezTo>
                      <a:pt x="295125" y="2130603"/>
                      <a:pt x="295125" y="4259666"/>
                      <a:pt x="295125" y="6392581"/>
                    </a:cubicBezTo>
                  </a:path>
                </a:pathLst>
              </a:custGeom>
              <a:grpFill/>
              <a:ln w="7704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US" dirty="0">
                  <a:solidFill>
                    <a:srgbClr val="C00000"/>
                  </a:solidFill>
                  <a:latin typeface="Times New Roman" pitchFamily="18" charset="0"/>
                  <a:cs typeface="Times New Roman" pitchFamily="18" charset="0"/>
                </a:endParaRPr>
              </a:p>
            </p:txBody>
          </p:sp>
          <p:sp>
            <p:nvSpPr>
              <p:cNvPr id="12" name="Freeform: Shape 7">
                <a:extLst>
                  <a:ext uri="{FF2B5EF4-FFF2-40B4-BE49-F238E27FC236}">
                    <a16:creationId xmlns:a16="http://schemas.microsoft.com/office/drawing/2014/main" id="{D9777626-38A7-48D3-96ED-72CB7B645A7F}"/>
                  </a:ext>
                </a:extLst>
              </p:cNvPr>
              <p:cNvSpPr/>
              <p:nvPr/>
            </p:nvSpPr>
            <p:spPr>
              <a:xfrm>
                <a:off x="5022376" y="2926994"/>
                <a:ext cx="75101" cy="2394576"/>
              </a:xfrm>
              <a:custGeom>
                <a:avLst/>
                <a:gdLst>
                  <a:gd name="connsiteX0" fmla="*/ 0 w 200346"/>
                  <a:gd name="connsiteY0" fmla="*/ 6392581 h 6387957"/>
                  <a:gd name="connsiteX1" fmla="*/ 0 w 200346"/>
                  <a:gd name="connsiteY1" fmla="*/ 0 h 6387957"/>
                  <a:gd name="connsiteX2" fmla="*/ 201117 w 200346"/>
                  <a:gd name="connsiteY2" fmla="*/ 0 h 6387957"/>
                  <a:gd name="connsiteX3" fmla="*/ 201117 w 200346"/>
                  <a:gd name="connsiteY3" fmla="*/ 6392581 h 6387957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</a:cxnLst>
                <a:rect l="l" t="t" r="r" b="b"/>
                <a:pathLst>
                  <a:path w="200346" h="6387957">
                    <a:moveTo>
                      <a:pt x="0" y="6392581"/>
                    </a:moveTo>
                    <a:cubicBezTo>
                      <a:pt x="0" y="4261207"/>
                      <a:pt x="0" y="2132145"/>
                      <a:pt x="0" y="0"/>
                    </a:cubicBezTo>
                    <a:cubicBezTo>
                      <a:pt x="67039" y="0"/>
                      <a:pt x="133307" y="0"/>
                      <a:pt x="201117" y="0"/>
                    </a:cubicBezTo>
                    <a:cubicBezTo>
                      <a:pt x="201117" y="2131374"/>
                      <a:pt x="201117" y="4260437"/>
                      <a:pt x="201117" y="6392581"/>
                    </a:cubicBezTo>
                  </a:path>
                </a:pathLst>
              </a:custGeom>
              <a:grpFill/>
              <a:ln w="7704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US" dirty="0">
                  <a:solidFill>
                    <a:srgbClr val="C00000"/>
                  </a:solidFill>
                  <a:latin typeface="Times New Roman" pitchFamily="18" charset="0"/>
                  <a:cs typeface="Times New Roman" pitchFamily="18" charset="0"/>
                </a:endParaRPr>
              </a:p>
            </p:txBody>
          </p:sp>
          <p:sp>
            <p:nvSpPr>
              <p:cNvPr id="13" name="Freeform: Shape 8">
                <a:extLst>
                  <a:ext uri="{FF2B5EF4-FFF2-40B4-BE49-F238E27FC236}">
                    <a16:creationId xmlns:a16="http://schemas.microsoft.com/office/drawing/2014/main" id="{9257CA6F-0BFE-4DD6-9749-3E90EF8F8AF9}"/>
                  </a:ext>
                </a:extLst>
              </p:cNvPr>
              <p:cNvSpPr/>
              <p:nvPr/>
            </p:nvSpPr>
            <p:spPr>
              <a:xfrm>
                <a:off x="4877829" y="2926994"/>
                <a:ext cx="72212" cy="2394576"/>
              </a:xfrm>
              <a:custGeom>
                <a:avLst/>
                <a:gdLst>
                  <a:gd name="connsiteX0" fmla="*/ 0 w 192640"/>
                  <a:gd name="connsiteY0" fmla="*/ 6392581 h 6387957"/>
                  <a:gd name="connsiteX1" fmla="*/ 0 w 192640"/>
                  <a:gd name="connsiteY1" fmla="*/ 0 h 6387957"/>
                  <a:gd name="connsiteX2" fmla="*/ 198805 w 192640"/>
                  <a:gd name="connsiteY2" fmla="*/ 0 h 6387957"/>
                  <a:gd name="connsiteX3" fmla="*/ 198805 w 192640"/>
                  <a:gd name="connsiteY3" fmla="*/ 6392581 h 6387957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</a:cxnLst>
                <a:rect l="l" t="t" r="r" b="b"/>
                <a:pathLst>
                  <a:path w="192640" h="6387957">
                    <a:moveTo>
                      <a:pt x="0" y="6392581"/>
                    </a:moveTo>
                    <a:cubicBezTo>
                      <a:pt x="0" y="4261207"/>
                      <a:pt x="0" y="2131374"/>
                      <a:pt x="0" y="0"/>
                    </a:cubicBezTo>
                    <a:cubicBezTo>
                      <a:pt x="67039" y="0"/>
                      <a:pt x="131766" y="0"/>
                      <a:pt x="198805" y="0"/>
                    </a:cubicBezTo>
                    <a:cubicBezTo>
                      <a:pt x="198805" y="2130603"/>
                      <a:pt x="198805" y="4260437"/>
                      <a:pt x="198805" y="6392581"/>
                    </a:cubicBezTo>
                  </a:path>
                </a:pathLst>
              </a:custGeom>
              <a:grpFill/>
              <a:ln w="7704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US" dirty="0">
                  <a:solidFill>
                    <a:srgbClr val="C00000"/>
                  </a:solidFill>
                  <a:latin typeface="Times New Roman" pitchFamily="18" charset="0"/>
                  <a:cs typeface="Times New Roman" pitchFamily="18" charset="0"/>
                </a:endParaRPr>
              </a:p>
            </p:txBody>
          </p:sp>
          <p:sp>
            <p:nvSpPr>
              <p:cNvPr id="14" name="Freeform: Shape 9">
                <a:extLst>
                  <a:ext uri="{FF2B5EF4-FFF2-40B4-BE49-F238E27FC236}">
                    <a16:creationId xmlns:a16="http://schemas.microsoft.com/office/drawing/2014/main" id="{1F83597B-E2DD-4C9C-B540-F3935C6DFEA2}"/>
                  </a:ext>
                </a:extLst>
              </p:cNvPr>
              <p:cNvSpPr/>
              <p:nvPr/>
            </p:nvSpPr>
            <p:spPr>
              <a:xfrm>
                <a:off x="4559765" y="2926994"/>
                <a:ext cx="72212" cy="2394576"/>
              </a:xfrm>
              <a:custGeom>
                <a:avLst/>
                <a:gdLst>
                  <a:gd name="connsiteX0" fmla="*/ 0 w 192640"/>
                  <a:gd name="connsiteY0" fmla="*/ 6393351 h 6387957"/>
                  <a:gd name="connsiteX1" fmla="*/ 0 w 192640"/>
                  <a:gd name="connsiteY1" fmla="*/ 0 h 6387957"/>
                  <a:gd name="connsiteX2" fmla="*/ 198034 w 192640"/>
                  <a:gd name="connsiteY2" fmla="*/ 0 h 6387957"/>
                  <a:gd name="connsiteX3" fmla="*/ 198034 w 192640"/>
                  <a:gd name="connsiteY3" fmla="*/ 6393351 h 6387957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</a:cxnLst>
                <a:rect l="l" t="t" r="r" b="b"/>
                <a:pathLst>
                  <a:path w="192640" h="6387957">
                    <a:moveTo>
                      <a:pt x="0" y="6393351"/>
                    </a:moveTo>
                    <a:cubicBezTo>
                      <a:pt x="0" y="4261207"/>
                      <a:pt x="0" y="2132145"/>
                      <a:pt x="0" y="0"/>
                    </a:cubicBezTo>
                    <a:cubicBezTo>
                      <a:pt x="67039" y="0"/>
                      <a:pt x="131766" y="0"/>
                      <a:pt x="198034" y="0"/>
                    </a:cubicBezTo>
                    <a:cubicBezTo>
                      <a:pt x="198034" y="2132145"/>
                      <a:pt x="198034" y="4261207"/>
                      <a:pt x="198034" y="6393351"/>
                    </a:cubicBezTo>
                  </a:path>
                </a:pathLst>
              </a:custGeom>
              <a:grpFill/>
              <a:ln w="7704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US" dirty="0">
                  <a:solidFill>
                    <a:srgbClr val="C00000"/>
                  </a:solidFill>
                  <a:latin typeface="Times New Roman" pitchFamily="18" charset="0"/>
                  <a:cs typeface="Times New Roman" pitchFamily="18" charset="0"/>
                </a:endParaRPr>
              </a:p>
            </p:txBody>
          </p:sp>
          <p:sp>
            <p:nvSpPr>
              <p:cNvPr id="15" name="Freeform: Shape 10">
                <a:extLst>
                  <a:ext uri="{FF2B5EF4-FFF2-40B4-BE49-F238E27FC236}">
                    <a16:creationId xmlns:a16="http://schemas.microsoft.com/office/drawing/2014/main" id="{09DFC3E6-9F5F-4FA6-BC5D-4E7EBBD35010}"/>
                  </a:ext>
                </a:extLst>
              </p:cNvPr>
              <p:cNvSpPr/>
              <p:nvPr/>
            </p:nvSpPr>
            <p:spPr>
              <a:xfrm>
                <a:off x="4433987" y="2926705"/>
                <a:ext cx="37550" cy="2567886"/>
              </a:xfrm>
              <a:custGeom>
                <a:avLst/>
                <a:gdLst>
                  <a:gd name="connsiteX0" fmla="*/ 0 w 100173"/>
                  <a:gd name="connsiteY0" fmla="*/ 6854918 h 6850294"/>
                  <a:gd name="connsiteX1" fmla="*/ 0 w 100173"/>
                  <a:gd name="connsiteY1" fmla="*/ 0 h 6850294"/>
                  <a:gd name="connsiteX2" fmla="*/ 103255 w 100173"/>
                  <a:gd name="connsiteY2" fmla="*/ 0 h 6850294"/>
                  <a:gd name="connsiteX3" fmla="*/ 103255 w 100173"/>
                  <a:gd name="connsiteY3" fmla="*/ 6854918 h 6850294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</a:cxnLst>
                <a:rect l="l" t="t" r="r" b="b"/>
                <a:pathLst>
                  <a:path w="100173" h="6850294">
                    <a:moveTo>
                      <a:pt x="0" y="6854918"/>
                    </a:moveTo>
                    <a:cubicBezTo>
                      <a:pt x="0" y="4570202"/>
                      <a:pt x="0" y="2286257"/>
                      <a:pt x="0" y="0"/>
                    </a:cubicBezTo>
                    <a:cubicBezTo>
                      <a:pt x="34675" y="0"/>
                      <a:pt x="67809" y="0"/>
                      <a:pt x="103255" y="0"/>
                    </a:cubicBezTo>
                    <a:cubicBezTo>
                      <a:pt x="103255" y="2284716"/>
                      <a:pt x="103255" y="4567891"/>
                      <a:pt x="103255" y="6854918"/>
                    </a:cubicBezTo>
                  </a:path>
                </a:pathLst>
              </a:custGeom>
              <a:grpFill/>
              <a:ln w="7704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US" dirty="0">
                  <a:solidFill>
                    <a:srgbClr val="C00000"/>
                  </a:solidFill>
                  <a:latin typeface="Times New Roman" pitchFamily="18" charset="0"/>
                  <a:cs typeface="Times New Roman" pitchFamily="18" charset="0"/>
                </a:endParaRPr>
              </a:p>
            </p:txBody>
          </p:sp>
          <p:sp>
            <p:nvSpPr>
              <p:cNvPr id="16" name="Freeform: Shape 11">
                <a:extLst>
                  <a:ext uri="{FF2B5EF4-FFF2-40B4-BE49-F238E27FC236}">
                    <a16:creationId xmlns:a16="http://schemas.microsoft.com/office/drawing/2014/main" id="{E1EEB39C-2852-4D4D-8EDF-DF332C859087}"/>
                  </a:ext>
                </a:extLst>
              </p:cNvPr>
              <p:cNvSpPr/>
              <p:nvPr/>
            </p:nvSpPr>
            <p:spPr>
              <a:xfrm>
                <a:off x="4366684" y="2927282"/>
                <a:ext cx="37550" cy="2567886"/>
              </a:xfrm>
              <a:custGeom>
                <a:avLst/>
                <a:gdLst>
                  <a:gd name="connsiteX0" fmla="*/ 0 w 100173"/>
                  <a:gd name="connsiteY0" fmla="*/ 6854148 h 6850294"/>
                  <a:gd name="connsiteX1" fmla="*/ 0 w 100173"/>
                  <a:gd name="connsiteY1" fmla="*/ 0 h 6850294"/>
                  <a:gd name="connsiteX2" fmla="*/ 103255 w 100173"/>
                  <a:gd name="connsiteY2" fmla="*/ 0 h 6850294"/>
                  <a:gd name="connsiteX3" fmla="*/ 103255 w 100173"/>
                  <a:gd name="connsiteY3" fmla="*/ 6854918 h 6850294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</a:cxnLst>
                <a:rect l="l" t="t" r="r" b="b"/>
                <a:pathLst>
                  <a:path w="100173" h="6850294">
                    <a:moveTo>
                      <a:pt x="0" y="6854148"/>
                    </a:moveTo>
                    <a:cubicBezTo>
                      <a:pt x="0" y="4569432"/>
                      <a:pt x="0" y="2286257"/>
                      <a:pt x="0" y="0"/>
                    </a:cubicBezTo>
                    <a:cubicBezTo>
                      <a:pt x="33905" y="0"/>
                      <a:pt x="67809" y="0"/>
                      <a:pt x="103255" y="0"/>
                    </a:cubicBezTo>
                    <a:cubicBezTo>
                      <a:pt x="103255" y="2285486"/>
                      <a:pt x="103255" y="4568661"/>
                      <a:pt x="103255" y="6854918"/>
                    </a:cubicBezTo>
                  </a:path>
                </a:pathLst>
              </a:custGeom>
              <a:grpFill/>
              <a:ln w="7704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US" dirty="0">
                  <a:solidFill>
                    <a:srgbClr val="C00000"/>
                  </a:solidFill>
                  <a:latin typeface="Times New Roman" pitchFamily="18" charset="0"/>
                  <a:cs typeface="Times New Roman" pitchFamily="18" charset="0"/>
                </a:endParaRPr>
              </a:p>
            </p:txBody>
          </p:sp>
          <p:sp>
            <p:nvSpPr>
              <p:cNvPr id="17" name="Freeform: Shape 12">
                <a:extLst>
                  <a:ext uri="{FF2B5EF4-FFF2-40B4-BE49-F238E27FC236}">
                    <a16:creationId xmlns:a16="http://schemas.microsoft.com/office/drawing/2014/main" id="{4CD5DCBB-C782-41CE-8E76-7866102839DB}"/>
                  </a:ext>
                </a:extLst>
              </p:cNvPr>
              <p:cNvSpPr/>
              <p:nvPr/>
            </p:nvSpPr>
            <p:spPr>
              <a:xfrm>
                <a:off x="5957386" y="2926705"/>
                <a:ext cx="37550" cy="2567886"/>
              </a:xfrm>
              <a:custGeom>
                <a:avLst/>
                <a:gdLst>
                  <a:gd name="connsiteX0" fmla="*/ 0 w 100173"/>
                  <a:gd name="connsiteY0" fmla="*/ 6854918 h 6850294"/>
                  <a:gd name="connsiteX1" fmla="*/ 0 w 100173"/>
                  <a:gd name="connsiteY1" fmla="*/ 0 h 6850294"/>
                  <a:gd name="connsiteX2" fmla="*/ 103255 w 100173"/>
                  <a:gd name="connsiteY2" fmla="*/ 0 h 6850294"/>
                  <a:gd name="connsiteX3" fmla="*/ 103255 w 100173"/>
                  <a:gd name="connsiteY3" fmla="*/ 6854918 h 6850294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</a:cxnLst>
                <a:rect l="l" t="t" r="r" b="b"/>
                <a:pathLst>
                  <a:path w="100173" h="6850294">
                    <a:moveTo>
                      <a:pt x="0" y="6854918"/>
                    </a:moveTo>
                    <a:cubicBezTo>
                      <a:pt x="0" y="4570202"/>
                      <a:pt x="0" y="2286257"/>
                      <a:pt x="0" y="0"/>
                    </a:cubicBezTo>
                    <a:cubicBezTo>
                      <a:pt x="34675" y="0"/>
                      <a:pt x="67809" y="0"/>
                      <a:pt x="103255" y="0"/>
                    </a:cubicBezTo>
                    <a:cubicBezTo>
                      <a:pt x="103255" y="2283945"/>
                      <a:pt x="103255" y="4567891"/>
                      <a:pt x="103255" y="6854918"/>
                    </a:cubicBezTo>
                  </a:path>
                </a:pathLst>
              </a:custGeom>
              <a:grpFill/>
              <a:ln w="7704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US" dirty="0">
                  <a:solidFill>
                    <a:srgbClr val="C00000"/>
                  </a:solidFill>
                  <a:latin typeface="Times New Roman" pitchFamily="18" charset="0"/>
                  <a:cs typeface="Times New Roman" pitchFamily="18" charset="0"/>
                </a:endParaRPr>
              </a:p>
            </p:txBody>
          </p:sp>
          <p:sp>
            <p:nvSpPr>
              <p:cNvPr id="18" name="Freeform: Shape 13">
                <a:extLst>
                  <a:ext uri="{FF2B5EF4-FFF2-40B4-BE49-F238E27FC236}">
                    <a16:creationId xmlns:a16="http://schemas.microsoft.com/office/drawing/2014/main" id="{239DBB70-DF74-443A-BB91-FA7D311610C0}"/>
                  </a:ext>
                </a:extLst>
              </p:cNvPr>
              <p:cNvSpPr/>
              <p:nvPr/>
            </p:nvSpPr>
            <p:spPr>
              <a:xfrm>
                <a:off x="6024689" y="2926127"/>
                <a:ext cx="37550" cy="2567886"/>
              </a:xfrm>
              <a:custGeom>
                <a:avLst/>
                <a:gdLst>
                  <a:gd name="connsiteX0" fmla="*/ 0 w 100173"/>
                  <a:gd name="connsiteY0" fmla="*/ 6857230 h 6850294"/>
                  <a:gd name="connsiteX1" fmla="*/ 0 w 100173"/>
                  <a:gd name="connsiteY1" fmla="*/ 0 h 6850294"/>
                  <a:gd name="connsiteX2" fmla="*/ 52398 w 100173"/>
                  <a:gd name="connsiteY2" fmla="*/ 0 h 6850294"/>
                  <a:gd name="connsiteX3" fmla="*/ 103255 w 100173"/>
                  <a:gd name="connsiteY3" fmla="*/ 0 h 6850294"/>
                  <a:gd name="connsiteX4" fmla="*/ 103255 w 100173"/>
                  <a:gd name="connsiteY4" fmla="*/ 6857230 h 6850294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</a:cxnLst>
                <a:rect l="l" t="t" r="r" b="b"/>
                <a:pathLst>
                  <a:path w="100173" h="6850294">
                    <a:moveTo>
                      <a:pt x="0" y="6857230"/>
                    </a:moveTo>
                    <a:cubicBezTo>
                      <a:pt x="0" y="4572514"/>
                      <a:pt x="0" y="2288569"/>
                      <a:pt x="0" y="0"/>
                    </a:cubicBezTo>
                    <a:cubicBezTo>
                      <a:pt x="17723" y="0"/>
                      <a:pt x="34675" y="0"/>
                      <a:pt x="52398" y="0"/>
                    </a:cubicBezTo>
                    <a:cubicBezTo>
                      <a:pt x="68580" y="0"/>
                      <a:pt x="84762" y="0"/>
                      <a:pt x="103255" y="0"/>
                    </a:cubicBezTo>
                    <a:cubicBezTo>
                      <a:pt x="103255" y="2287798"/>
                      <a:pt x="103255" y="4571743"/>
                      <a:pt x="103255" y="6857230"/>
                    </a:cubicBezTo>
                  </a:path>
                </a:pathLst>
              </a:custGeom>
              <a:grpFill/>
              <a:ln w="7704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US" dirty="0">
                  <a:solidFill>
                    <a:srgbClr val="C00000"/>
                  </a:solidFill>
                  <a:latin typeface="Times New Roman" pitchFamily="18" charset="0"/>
                  <a:cs typeface="Times New Roman" pitchFamily="18" charset="0"/>
                </a:endParaRPr>
              </a:p>
            </p:txBody>
          </p:sp>
          <p:sp>
            <p:nvSpPr>
              <p:cNvPr id="19" name="Freeform: Shape 14">
                <a:extLst>
                  <a:ext uri="{FF2B5EF4-FFF2-40B4-BE49-F238E27FC236}">
                    <a16:creationId xmlns:a16="http://schemas.microsoft.com/office/drawing/2014/main" id="{39FCE37E-3685-4197-8B10-76DA2248E6DA}"/>
                  </a:ext>
                </a:extLst>
              </p:cNvPr>
              <p:cNvSpPr/>
              <p:nvPr/>
            </p:nvSpPr>
            <p:spPr>
              <a:xfrm>
                <a:off x="5890084" y="2926994"/>
                <a:ext cx="37550" cy="2394576"/>
              </a:xfrm>
              <a:custGeom>
                <a:avLst/>
                <a:gdLst>
                  <a:gd name="connsiteX0" fmla="*/ 0 w 100173"/>
                  <a:gd name="connsiteY0" fmla="*/ 6392581 h 6387957"/>
                  <a:gd name="connsiteX1" fmla="*/ 0 w 100173"/>
                  <a:gd name="connsiteY1" fmla="*/ 0 h 6387957"/>
                  <a:gd name="connsiteX2" fmla="*/ 101714 w 100173"/>
                  <a:gd name="connsiteY2" fmla="*/ 0 h 6387957"/>
                  <a:gd name="connsiteX3" fmla="*/ 101714 w 100173"/>
                  <a:gd name="connsiteY3" fmla="*/ 6392581 h 6387957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</a:cxnLst>
                <a:rect l="l" t="t" r="r" b="b"/>
                <a:pathLst>
                  <a:path w="100173" h="6387957">
                    <a:moveTo>
                      <a:pt x="0" y="6392581"/>
                    </a:moveTo>
                    <a:cubicBezTo>
                      <a:pt x="0" y="4262748"/>
                      <a:pt x="0" y="2132145"/>
                      <a:pt x="0" y="0"/>
                    </a:cubicBezTo>
                    <a:cubicBezTo>
                      <a:pt x="33904" y="0"/>
                      <a:pt x="67039" y="0"/>
                      <a:pt x="101714" y="0"/>
                    </a:cubicBezTo>
                    <a:cubicBezTo>
                      <a:pt x="101714" y="2130603"/>
                      <a:pt x="101714" y="4260437"/>
                      <a:pt x="101714" y="6392581"/>
                    </a:cubicBezTo>
                  </a:path>
                </a:pathLst>
              </a:custGeom>
              <a:grpFill/>
              <a:ln w="7704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US" dirty="0">
                  <a:solidFill>
                    <a:srgbClr val="C00000"/>
                  </a:solidFill>
                  <a:latin typeface="Times New Roman" pitchFamily="18" charset="0"/>
                  <a:cs typeface="Times New Roman" pitchFamily="18" charset="0"/>
                </a:endParaRPr>
              </a:p>
            </p:txBody>
          </p:sp>
          <p:sp>
            <p:nvSpPr>
              <p:cNvPr id="20" name="Freeform: Shape 15">
                <a:extLst>
                  <a:ext uri="{FF2B5EF4-FFF2-40B4-BE49-F238E27FC236}">
                    <a16:creationId xmlns:a16="http://schemas.microsoft.com/office/drawing/2014/main" id="{F2AC9101-6079-4AFB-9698-D3049E409503}"/>
                  </a:ext>
                </a:extLst>
              </p:cNvPr>
              <p:cNvSpPr/>
              <p:nvPr/>
            </p:nvSpPr>
            <p:spPr>
              <a:xfrm>
                <a:off x="6091991" y="2926994"/>
                <a:ext cx="37550" cy="2394576"/>
              </a:xfrm>
              <a:custGeom>
                <a:avLst/>
                <a:gdLst>
                  <a:gd name="connsiteX0" fmla="*/ 0 w 100173"/>
                  <a:gd name="connsiteY0" fmla="*/ 6393351 h 6387957"/>
                  <a:gd name="connsiteX1" fmla="*/ 0 w 100173"/>
                  <a:gd name="connsiteY1" fmla="*/ 0 h 6387957"/>
                  <a:gd name="connsiteX2" fmla="*/ 103255 w 100173"/>
                  <a:gd name="connsiteY2" fmla="*/ 0 h 6387957"/>
                  <a:gd name="connsiteX3" fmla="*/ 103255 w 100173"/>
                  <a:gd name="connsiteY3" fmla="*/ 6393351 h 6387957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</a:cxnLst>
                <a:rect l="l" t="t" r="r" b="b"/>
                <a:pathLst>
                  <a:path w="100173" h="6387957">
                    <a:moveTo>
                      <a:pt x="0" y="6393351"/>
                    </a:moveTo>
                    <a:cubicBezTo>
                      <a:pt x="0" y="4261978"/>
                      <a:pt x="0" y="2132915"/>
                      <a:pt x="0" y="0"/>
                    </a:cubicBezTo>
                    <a:cubicBezTo>
                      <a:pt x="34675" y="0"/>
                      <a:pt x="67809" y="0"/>
                      <a:pt x="103255" y="0"/>
                    </a:cubicBezTo>
                    <a:cubicBezTo>
                      <a:pt x="103255" y="2131374"/>
                      <a:pt x="103255" y="4261207"/>
                      <a:pt x="103255" y="6393351"/>
                    </a:cubicBezTo>
                  </a:path>
                </a:pathLst>
              </a:custGeom>
              <a:grpFill/>
              <a:ln w="7704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US" dirty="0">
                  <a:solidFill>
                    <a:srgbClr val="C00000"/>
                  </a:solidFill>
                  <a:latin typeface="Times New Roman" pitchFamily="18" charset="0"/>
                  <a:cs typeface="Times New Roman" pitchFamily="18" charset="0"/>
                </a:endParaRPr>
              </a:p>
            </p:txBody>
          </p:sp>
          <p:sp>
            <p:nvSpPr>
              <p:cNvPr id="21" name="Freeform: Shape 16">
                <a:extLst>
                  <a:ext uri="{FF2B5EF4-FFF2-40B4-BE49-F238E27FC236}">
                    <a16:creationId xmlns:a16="http://schemas.microsoft.com/office/drawing/2014/main" id="{F86A8D42-AC5A-46AF-8EAD-B993EFFEDAAA}"/>
                  </a:ext>
                </a:extLst>
              </p:cNvPr>
              <p:cNvSpPr/>
              <p:nvPr/>
            </p:nvSpPr>
            <p:spPr>
              <a:xfrm>
                <a:off x="7139759" y="2926994"/>
                <a:ext cx="109764" cy="2394576"/>
              </a:xfrm>
              <a:custGeom>
                <a:avLst/>
                <a:gdLst>
                  <a:gd name="connsiteX0" fmla="*/ 0 w 292813"/>
                  <a:gd name="connsiteY0" fmla="*/ 6393351 h 6387957"/>
                  <a:gd name="connsiteX1" fmla="*/ 0 w 292813"/>
                  <a:gd name="connsiteY1" fmla="*/ 0 h 6387957"/>
                  <a:gd name="connsiteX2" fmla="*/ 295125 w 292813"/>
                  <a:gd name="connsiteY2" fmla="*/ 0 h 6387957"/>
                  <a:gd name="connsiteX3" fmla="*/ 295125 w 292813"/>
                  <a:gd name="connsiteY3" fmla="*/ 6393351 h 6387957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</a:cxnLst>
                <a:rect l="l" t="t" r="r" b="b"/>
                <a:pathLst>
                  <a:path w="292813" h="6387957">
                    <a:moveTo>
                      <a:pt x="0" y="6393351"/>
                    </a:moveTo>
                    <a:cubicBezTo>
                      <a:pt x="0" y="4261207"/>
                      <a:pt x="0" y="2131374"/>
                      <a:pt x="0" y="0"/>
                    </a:cubicBezTo>
                    <a:cubicBezTo>
                      <a:pt x="99403" y="0"/>
                      <a:pt x="196493" y="0"/>
                      <a:pt x="295125" y="0"/>
                    </a:cubicBezTo>
                    <a:cubicBezTo>
                      <a:pt x="295125" y="2132145"/>
                      <a:pt x="295125" y="4261207"/>
                      <a:pt x="295125" y="6393351"/>
                    </a:cubicBezTo>
                  </a:path>
                </a:pathLst>
              </a:custGeom>
              <a:grpFill/>
              <a:ln w="7704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US" dirty="0">
                  <a:solidFill>
                    <a:srgbClr val="C00000"/>
                  </a:solidFill>
                  <a:latin typeface="Times New Roman" pitchFamily="18" charset="0"/>
                  <a:cs typeface="Times New Roman" pitchFamily="18" charset="0"/>
                </a:endParaRPr>
              </a:p>
            </p:txBody>
          </p:sp>
          <p:sp>
            <p:nvSpPr>
              <p:cNvPr id="22" name="Freeform: Shape 17">
                <a:extLst>
                  <a:ext uri="{FF2B5EF4-FFF2-40B4-BE49-F238E27FC236}">
                    <a16:creationId xmlns:a16="http://schemas.microsoft.com/office/drawing/2014/main" id="{5BD59A92-C233-4346-AEF4-21351B5E1CAE}"/>
                  </a:ext>
                </a:extLst>
              </p:cNvPr>
              <p:cNvSpPr/>
              <p:nvPr/>
            </p:nvSpPr>
            <p:spPr>
              <a:xfrm>
                <a:off x="7280788" y="2926994"/>
                <a:ext cx="37550" cy="2394576"/>
              </a:xfrm>
              <a:custGeom>
                <a:avLst/>
                <a:gdLst>
                  <a:gd name="connsiteX0" fmla="*/ 0 w 100173"/>
                  <a:gd name="connsiteY0" fmla="*/ 6392581 h 6387957"/>
                  <a:gd name="connsiteX1" fmla="*/ 0 w 100173"/>
                  <a:gd name="connsiteY1" fmla="*/ 0 h 6387957"/>
                  <a:gd name="connsiteX2" fmla="*/ 103255 w 100173"/>
                  <a:gd name="connsiteY2" fmla="*/ 0 h 6387957"/>
                  <a:gd name="connsiteX3" fmla="*/ 103255 w 100173"/>
                  <a:gd name="connsiteY3" fmla="*/ 6392581 h 6387957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</a:cxnLst>
                <a:rect l="l" t="t" r="r" b="b"/>
                <a:pathLst>
                  <a:path w="100173" h="6387957">
                    <a:moveTo>
                      <a:pt x="0" y="6392581"/>
                    </a:moveTo>
                    <a:cubicBezTo>
                      <a:pt x="0" y="4261207"/>
                      <a:pt x="0" y="2131374"/>
                      <a:pt x="0" y="0"/>
                    </a:cubicBezTo>
                    <a:cubicBezTo>
                      <a:pt x="34675" y="0"/>
                      <a:pt x="67809" y="0"/>
                      <a:pt x="103255" y="0"/>
                    </a:cubicBezTo>
                    <a:cubicBezTo>
                      <a:pt x="103255" y="2130603"/>
                      <a:pt x="103255" y="4260437"/>
                      <a:pt x="103255" y="6392581"/>
                    </a:cubicBezTo>
                  </a:path>
                </a:pathLst>
              </a:custGeom>
              <a:grpFill/>
              <a:ln w="7704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US" dirty="0">
                  <a:solidFill>
                    <a:srgbClr val="C00000"/>
                  </a:solidFill>
                  <a:latin typeface="Times New Roman" pitchFamily="18" charset="0"/>
                  <a:cs typeface="Times New Roman" pitchFamily="18" charset="0"/>
                </a:endParaRPr>
              </a:p>
            </p:txBody>
          </p:sp>
          <p:sp>
            <p:nvSpPr>
              <p:cNvPr id="23" name="Freeform: Shape 18">
                <a:extLst>
                  <a:ext uri="{FF2B5EF4-FFF2-40B4-BE49-F238E27FC236}">
                    <a16:creationId xmlns:a16="http://schemas.microsoft.com/office/drawing/2014/main" id="{7B99145B-1E3D-4D6E-866E-8DFC3FF73176}"/>
                  </a:ext>
                </a:extLst>
              </p:cNvPr>
              <p:cNvSpPr/>
              <p:nvPr/>
            </p:nvSpPr>
            <p:spPr>
              <a:xfrm>
                <a:off x="7349773" y="2926994"/>
                <a:ext cx="109764" cy="2394576"/>
              </a:xfrm>
              <a:custGeom>
                <a:avLst/>
                <a:gdLst>
                  <a:gd name="connsiteX0" fmla="*/ 0 w 292813"/>
                  <a:gd name="connsiteY0" fmla="*/ 6393351 h 6387957"/>
                  <a:gd name="connsiteX1" fmla="*/ 0 w 292813"/>
                  <a:gd name="connsiteY1" fmla="*/ 0 h 6387957"/>
                  <a:gd name="connsiteX2" fmla="*/ 295125 w 292813"/>
                  <a:gd name="connsiteY2" fmla="*/ 0 h 6387957"/>
                  <a:gd name="connsiteX3" fmla="*/ 295125 w 292813"/>
                  <a:gd name="connsiteY3" fmla="*/ 6393351 h 6387957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</a:cxnLst>
                <a:rect l="l" t="t" r="r" b="b"/>
                <a:pathLst>
                  <a:path w="292813" h="6387957">
                    <a:moveTo>
                      <a:pt x="0" y="6393351"/>
                    </a:moveTo>
                    <a:cubicBezTo>
                      <a:pt x="0" y="4261207"/>
                      <a:pt x="0" y="2132145"/>
                      <a:pt x="0" y="0"/>
                    </a:cubicBezTo>
                    <a:cubicBezTo>
                      <a:pt x="99402" y="0"/>
                      <a:pt x="195722" y="0"/>
                      <a:pt x="295125" y="0"/>
                    </a:cubicBezTo>
                    <a:cubicBezTo>
                      <a:pt x="295125" y="2132145"/>
                      <a:pt x="295125" y="4261207"/>
                      <a:pt x="295125" y="6393351"/>
                    </a:cubicBezTo>
                  </a:path>
                </a:pathLst>
              </a:custGeom>
              <a:grpFill/>
              <a:ln w="7704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US" dirty="0">
                  <a:solidFill>
                    <a:srgbClr val="C00000"/>
                  </a:solidFill>
                  <a:latin typeface="Times New Roman" pitchFamily="18" charset="0"/>
                  <a:cs typeface="Times New Roman" pitchFamily="18" charset="0"/>
                </a:endParaRPr>
              </a:p>
            </p:txBody>
          </p:sp>
          <p:sp>
            <p:nvSpPr>
              <p:cNvPr id="24" name="Freeform: Shape 19">
                <a:extLst>
                  <a:ext uri="{FF2B5EF4-FFF2-40B4-BE49-F238E27FC236}">
                    <a16:creationId xmlns:a16="http://schemas.microsoft.com/office/drawing/2014/main" id="{0FA67BCF-0853-4475-B079-4FA7F1427E52}"/>
                  </a:ext>
                </a:extLst>
              </p:cNvPr>
              <p:cNvSpPr/>
              <p:nvPr/>
            </p:nvSpPr>
            <p:spPr>
              <a:xfrm>
                <a:off x="7548511" y="2927282"/>
                <a:ext cx="41911" cy="2569908"/>
              </a:xfrm>
              <a:custGeom>
                <a:avLst/>
                <a:gdLst>
                  <a:gd name="connsiteX0" fmla="*/ 0 w 115584"/>
                  <a:gd name="connsiteY0" fmla="*/ 6753975 h 6850294"/>
                  <a:gd name="connsiteX1" fmla="*/ 13099 w 115584"/>
                  <a:gd name="connsiteY1" fmla="*/ 0 h 6850294"/>
                  <a:gd name="connsiteX2" fmla="*/ 118666 w 115584"/>
                  <a:gd name="connsiteY2" fmla="*/ 0 h 6850294"/>
                  <a:gd name="connsiteX3" fmla="*/ 118666 w 115584"/>
                  <a:gd name="connsiteY3" fmla="*/ 6855688 h 6850294"/>
                  <a:gd name="connsiteX0" fmla="*/ 0 w 111805"/>
                  <a:gd name="connsiteY0" fmla="*/ 6836322 h 6855688"/>
                  <a:gd name="connsiteX1" fmla="*/ 6237 w 111805"/>
                  <a:gd name="connsiteY1" fmla="*/ 0 h 6855688"/>
                  <a:gd name="connsiteX2" fmla="*/ 111804 w 111805"/>
                  <a:gd name="connsiteY2" fmla="*/ 0 h 6855688"/>
                  <a:gd name="connsiteX3" fmla="*/ 111804 w 111805"/>
                  <a:gd name="connsiteY3" fmla="*/ 6855688 h 6855688"/>
                  <a:gd name="connsiteX0" fmla="*/ 0 w 111804"/>
                  <a:gd name="connsiteY0" fmla="*/ 6853478 h 6855688"/>
                  <a:gd name="connsiteX1" fmla="*/ 6237 w 111804"/>
                  <a:gd name="connsiteY1" fmla="*/ 0 h 6855688"/>
                  <a:gd name="connsiteX2" fmla="*/ 111804 w 111804"/>
                  <a:gd name="connsiteY2" fmla="*/ 0 h 6855688"/>
                  <a:gd name="connsiteX3" fmla="*/ 111804 w 111804"/>
                  <a:gd name="connsiteY3" fmla="*/ 6855688 h 6855688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</a:cxnLst>
                <a:rect l="l" t="t" r="r" b="b"/>
                <a:pathLst>
                  <a:path w="111804" h="6855688">
                    <a:moveTo>
                      <a:pt x="0" y="6853478"/>
                    </a:moveTo>
                    <a:cubicBezTo>
                      <a:pt x="14640" y="4603437"/>
                      <a:pt x="3155" y="2253123"/>
                      <a:pt x="6237" y="0"/>
                    </a:cubicBezTo>
                    <a:lnTo>
                      <a:pt x="111804" y="0"/>
                    </a:lnTo>
                    <a:lnTo>
                      <a:pt x="111804" y="6855688"/>
                    </a:lnTo>
                  </a:path>
                </a:pathLst>
              </a:custGeom>
              <a:grpFill/>
              <a:ln w="7704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US" dirty="0">
                  <a:solidFill>
                    <a:srgbClr val="C00000"/>
                  </a:solidFill>
                  <a:latin typeface="Times New Roman" pitchFamily="18" charset="0"/>
                  <a:cs typeface="Times New Roman" pitchFamily="18" charset="0"/>
                </a:endParaRPr>
              </a:p>
            </p:txBody>
          </p:sp>
          <p:sp>
            <p:nvSpPr>
              <p:cNvPr id="25" name="Freeform: Shape 20">
                <a:extLst>
                  <a:ext uri="{FF2B5EF4-FFF2-40B4-BE49-F238E27FC236}">
                    <a16:creationId xmlns:a16="http://schemas.microsoft.com/office/drawing/2014/main" id="{2E76514F-1E76-42DD-B0AD-169B8FE44A06}"/>
                  </a:ext>
                </a:extLst>
              </p:cNvPr>
              <p:cNvSpPr/>
              <p:nvPr/>
            </p:nvSpPr>
            <p:spPr>
              <a:xfrm>
                <a:off x="7485249" y="2926994"/>
                <a:ext cx="37550" cy="2394576"/>
              </a:xfrm>
              <a:custGeom>
                <a:avLst/>
                <a:gdLst>
                  <a:gd name="connsiteX0" fmla="*/ 0 w 100173"/>
                  <a:gd name="connsiteY0" fmla="*/ 6392581 h 6387957"/>
                  <a:gd name="connsiteX1" fmla="*/ 0 w 100173"/>
                  <a:gd name="connsiteY1" fmla="*/ 0 h 6387957"/>
                  <a:gd name="connsiteX2" fmla="*/ 103255 w 100173"/>
                  <a:gd name="connsiteY2" fmla="*/ 0 h 6387957"/>
                  <a:gd name="connsiteX3" fmla="*/ 103255 w 100173"/>
                  <a:gd name="connsiteY3" fmla="*/ 6392581 h 6387957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</a:cxnLst>
                <a:rect l="l" t="t" r="r" b="b"/>
                <a:pathLst>
                  <a:path w="100173" h="6387957">
                    <a:moveTo>
                      <a:pt x="0" y="6392581"/>
                    </a:moveTo>
                    <a:cubicBezTo>
                      <a:pt x="0" y="4261207"/>
                      <a:pt x="0" y="2131374"/>
                      <a:pt x="0" y="0"/>
                    </a:cubicBezTo>
                    <a:cubicBezTo>
                      <a:pt x="34675" y="0"/>
                      <a:pt x="67809" y="0"/>
                      <a:pt x="103255" y="0"/>
                    </a:cubicBezTo>
                    <a:cubicBezTo>
                      <a:pt x="103255" y="2130603"/>
                      <a:pt x="103255" y="4260437"/>
                      <a:pt x="103255" y="6392581"/>
                    </a:cubicBezTo>
                  </a:path>
                </a:pathLst>
              </a:custGeom>
              <a:grpFill/>
              <a:ln w="7704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US" dirty="0">
                  <a:solidFill>
                    <a:srgbClr val="C00000"/>
                  </a:solidFill>
                  <a:latin typeface="Times New Roman" pitchFamily="18" charset="0"/>
                  <a:cs typeface="Times New Roman" pitchFamily="18" charset="0"/>
                </a:endParaRPr>
              </a:p>
            </p:txBody>
          </p:sp>
          <p:sp>
            <p:nvSpPr>
              <p:cNvPr id="26" name="Freeform: Shape 21">
                <a:extLst>
                  <a:ext uri="{FF2B5EF4-FFF2-40B4-BE49-F238E27FC236}">
                    <a16:creationId xmlns:a16="http://schemas.microsoft.com/office/drawing/2014/main" id="{59433294-7B8F-41F7-91F7-517CA2C9F4DC}"/>
                  </a:ext>
                </a:extLst>
              </p:cNvPr>
              <p:cNvSpPr/>
              <p:nvPr/>
            </p:nvSpPr>
            <p:spPr>
              <a:xfrm>
                <a:off x="7616134" y="2926994"/>
                <a:ext cx="28885" cy="2567886"/>
              </a:xfrm>
              <a:custGeom>
                <a:avLst/>
                <a:gdLst>
                  <a:gd name="connsiteX0" fmla="*/ 0 w 77056"/>
                  <a:gd name="connsiteY0" fmla="*/ 6854918 h 6850294"/>
                  <a:gd name="connsiteX1" fmla="*/ 0 w 77056"/>
                  <a:gd name="connsiteY1" fmla="*/ 0 h 6850294"/>
                  <a:gd name="connsiteX2" fmla="*/ 78597 w 77056"/>
                  <a:gd name="connsiteY2" fmla="*/ 0 h 6850294"/>
                  <a:gd name="connsiteX3" fmla="*/ 78597 w 77056"/>
                  <a:gd name="connsiteY3" fmla="*/ 6854918 h 6850294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</a:cxnLst>
                <a:rect l="l" t="t" r="r" b="b"/>
                <a:pathLst>
                  <a:path w="77056" h="6850294">
                    <a:moveTo>
                      <a:pt x="0" y="6854918"/>
                    </a:moveTo>
                    <a:cubicBezTo>
                      <a:pt x="0" y="4570202"/>
                      <a:pt x="0" y="2286257"/>
                      <a:pt x="0" y="0"/>
                    </a:cubicBezTo>
                    <a:cubicBezTo>
                      <a:pt x="25428" y="0"/>
                      <a:pt x="50087" y="0"/>
                      <a:pt x="78597" y="0"/>
                    </a:cubicBezTo>
                    <a:cubicBezTo>
                      <a:pt x="78597" y="2283175"/>
                      <a:pt x="78597" y="4566350"/>
                      <a:pt x="78597" y="6854918"/>
                    </a:cubicBezTo>
                  </a:path>
                </a:pathLst>
              </a:custGeom>
              <a:grpFill/>
              <a:ln w="7704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US" dirty="0">
                  <a:solidFill>
                    <a:srgbClr val="C00000"/>
                  </a:solidFill>
                  <a:latin typeface="Times New Roman" pitchFamily="18" charset="0"/>
                  <a:cs typeface="Times New Roman" pitchFamily="18" charset="0"/>
                </a:endParaRPr>
              </a:p>
            </p:txBody>
          </p:sp>
          <p:sp>
            <p:nvSpPr>
              <p:cNvPr id="27" name="Freeform: Shape 22">
                <a:extLst>
                  <a:ext uri="{FF2B5EF4-FFF2-40B4-BE49-F238E27FC236}">
                    <a16:creationId xmlns:a16="http://schemas.microsoft.com/office/drawing/2014/main" id="{E234C87C-7E37-4452-97EF-F1D0E4E10BB1}"/>
                  </a:ext>
                </a:extLst>
              </p:cNvPr>
              <p:cNvSpPr/>
              <p:nvPr/>
            </p:nvSpPr>
            <p:spPr>
              <a:xfrm>
                <a:off x="6838507" y="2926994"/>
                <a:ext cx="109764" cy="2394576"/>
              </a:xfrm>
              <a:custGeom>
                <a:avLst/>
                <a:gdLst>
                  <a:gd name="connsiteX0" fmla="*/ 0 w 292813"/>
                  <a:gd name="connsiteY0" fmla="*/ 6393351 h 6387957"/>
                  <a:gd name="connsiteX1" fmla="*/ 0 w 292813"/>
                  <a:gd name="connsiteY1" fmla="*/ 0 h 6387957"/>
                  <a:gd name="connsiteX2" fmla="*/ 295125 w 292813"/>
                  <a:gd name="connsiteY2" fmla="*/ 0 h 6387957"/>
                  <a:gd name="connsiteX3" fmla="*/ 295125 w 292813"/>
                  <a:gd name="connsiteY3" fmla="*/ 6393351 h 6387957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</a:cxnLst>
                <a:rect l="l" t="t" r="r" b="b"/>
                <a:pathLst>
                  <a:path w="292813" h="6387957">
                    <a:moveTo>
                      <a:pt x="0" y="6393351"/>
                    </a:moveTo>
                    <a:cubicBezTo>
                      <a:pt x="0" y="4261207"/>
                      <a:pt x="0" y="2131374"/>
                      <a:pt x="0" y="0"/>
                    </a:cubicBezTo>
                    <a:cubicBezTo>
                      <a:pt x="99403" y="0"/>
                      <a:pt x="196493" y="0"/>
                      <a:pt x="295125" y="0"/>
                    </a:cubicBezTo>
                    <a:cubicBezTo>
                      <a:pt x="295125" y="2132145"/>
                      <a:pt x="295125" y="4261207"/>
                      <a:pt x="295125" y="6393351"/>
                    </a:cubicBezTo>
                  </a:path>
                </a:pathLst>
              </a:custGeom>
              <a:grpFill/>
              <a:ln w="7704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US" dirty="0">
                  <a:solidFill>
                    <a:srgbClr val="C00000"/>
                  </a:solidFill>
                  <a:latin typeface="Times New Roman" pitchFamily="18" charset="0"/>
                  <a:cs typeface="Times New Roman" pitchFamily="18" charset="0"/>
                </a:endParaRPr>
              </a:p>
            </p:txBody>
          </p:sp>
          <p:sp>
            <p:nvSpPr>
              <p:cNvPr id="28" name="Freeform: Shape 23">
                <a:extLst>
                  <a:ext uri="{FF2B5EF4-FFF2-40B4-BE49-F238E27FC236}">
                    <a16:creationId xmlns:a16="http://schemas.microsoft.com/office/drawing/2014/main" id="{5AEC1B37-4351-4B21-A048-79D61A889B1F}"/>
                  </a:ext>
                </a:extLst>
              </p:cNvPr>
              <p:cNvSpPr/>
              <p:nvPr/>
            </p:nvSpPr>
            <p:spPr>
              <a:xfrm>
                <a:off x="6980994" y="2927282"/>
                <a:ext cx="37550" cy="2394576"/>
              </a:xfrm>
              <a:custGeom>
                <a:avLst/>
                <a:gdLst>
                  <a:gd name="connsiteX0" fmla="*/ 0 w 100173"/>
                  <a:gd name="connsiteY0" fmla="*/ 6392581 h 6387957"/>
                  <a:gd name="connsiteX1" fmla="*/ 0 w 100173"/>
                  <a:gd name="connsiteY1" fmla="*/ 0 h 6387957"/>
                  <a:gd name="connsiteX2" fmla="*/ 103255 w 100173"/>
                  <a:gd name="connsiteY2" fmla="*/ 0 h 6387957"/>
                  <a:gd name="connsiteX3" fmla="*/ 103255 w 100173"/>
                  <a:gd name="connsiteY3" fmla="*/ 6392581 h 6387957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</a:cxnLst>
                <a:rect l="l" t="t" r="r" b="b"/>
                <a:pathLst>
                  <a:path w="100173" h="6387957">
                    <a:moveTo>
                      <a:pt x="0" y="6392581"/>
                    </a:moveTo>
                    <a:cubicBezTo>
                      <a:pt x="0" y="4261978"/>
                      <a:pt x="0" y="2132145"/>
                      <a:pt x="0" y="0"/>
                    </a:cubicBezTo>
                    <a:cubicBezTo>
                      <a:pt x="33904" y="0"/>
                      <a:pt x="67809" y="0"/>
                      <a:pt x="103255" y="0"/>
                    </a:cubicBezTo>
                    <a:cubicBezTo>
                      <a:pt x="103255" y="2130603"/>
                      <a:pt x="103255" y="4258895"/>
                      <a:pt x="103255" y="6392581"/>
                    </a:cubicBezTo>
                  </a:path>
                </a:pathLst>
              </a:custGeom>
              <a:grpFill/>
              <a:ln w="7704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US" dirty="0">
                  <a:solidFill>
                    <a:srgbClr val="C00000"/>
                  </a:solidFill>
                  <a:latin typeface="Times New Roman" pitchFamily="18" charset="0"/>
                  <a:cs typeface="Times New Roman" pitchFamily="18" charset="0"/>
                </a:endParaRPr>
              </a:p>
            </p:txBody>
          </p:sp>
          <p:sp>
            <p:nvSpPr>
              <p:cNvPr id="29" name="Freeform: Shape 24">
                <a:extLst>
                  <a:ext uri="{FF2B5EF4-FFF2-40B4-BE49-F238E27FC236}">
                    <a16:creationId xmlns:a16="http://schemas.microsoft.com/office/drawing/2014/main" id="{0E443B50-B71C-4982-BEBA-5F74D919FEC3}"/>
                  </a:ext>
                </a:extLst>
              </p:cNvPr>
              <p:cNvSpPr/>
              <p:nvPr/>
            </p:nvSpPr>
            <p:spPr>
              <a:xfrm>
                <a:off x="7065051" y="2926994"/>
                <a:ext cx="37550" cy="2394576"/>
              </a:xfrm>
              <a:custGeom>
                <a:avLst/>
                <a:gdLst>
                  <a:gd name="connsiteX0" fmla="*/ 0 w 100173"/>
                  <a:gd name="connsiteY0" fmla="*/ 6392581 h 6387957"/>
                  <a:gd name="connsiteX1" fmla="*/ 0 w 100173"/>
                  <a:gd name="connsiteY1" fmla="*/ 0 h 6387957"/>
                  <a:gd name="connsiteX2" fmla="*/ 103255 w 100173"/>
                  <a:gd name="connsiteY2" fmla="*/ 0 h 6387957"/>
                  <a:gd name="connsiteX3" fmla="*/ 103255 w 100173"/>
                  <a:gd name="connsiteY3" fmla="*/ 6392581 h 6387957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</a:cxnLst>
                <a:rect l="l" t="t" r="r" b="b"/>
                <a:pathLst>
                  <a:path w="100173" h="6387957">
                    <a:moveTo>
                      <a:pt x="0" y="6392581"/>
                    </a:moveTo>
                    <a:cubicBezTo>
                      <a:pt x="0" y="4261978"/>
                      <a:pt x="0" y="2132145"/>
                      <a:pt x="0" y="0"/>
                    </a:cubicBezTo>
                    <a:cubicBezTo>
                      <a:pt x="33904" y="0"/>
                      <a:pt x="67809" y="0"/>
                      <a:pt x="103255" y="0"/>
                    </a:cubicBezTo>
                    <a:cubicBezTo>
                      <a:pt x="103255" y="2130603"/>
                      <a:pt x="103255" y="4258895"/>
                      <a:pt x="103255" y="6392581"/>
                    </a:cubicBezTo>
                  </a:path>
                </a:pathLst>
              </a:custGeom>
              <a:grpFill/>
              <a:ln w="7704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US" dirty="0">
                  <a:solidFill>
                    <a:srgbClr val="C00000"/>
                  </a:solidFill>
                  <a:latin typeface="Times New Roman" pitchFamily="18" charset="0"/>
                  <a:cs typeface="Times New Roman" pitchFamily="18" charset="0"/>
                </a:endParaRPr>
              </a:p>
            </p:txBody>
          </p:sp>
          <p:sp>
            <p:nvSpPr>
              <p:cNvPr id="30" name="Freeform: Shape 25">
                <a:extLst>
                  <a:ext uri="{FF2B5EF4-FFF2-40B4-BE49-F238E27FC236}">
                    <a16:creationId xmlns:a16="http://schemas.microsoft.com/office/drawing/2014/main" id="{6EDCEE13-D302-462C-BBC4-5FC52A8465AA}"/>
                  </a:ext>
                </a:extLst>
              </p:cNvPr>
              <p:cNvSpPr/>
              <p:nvPr/>
            </p:nvSpPr>
            <p:spPr>
              <a:xfrm>
                <a:off x="6754449" y="2926127"/>
                <a:ext cx="37550" cy="2394576"/>
              </a:xfrm>
              <a:custGeom>
                <a:avLst/>
                <a:gdLst>
                  <a:gd name="connsiteX0" fmla="*/ 0 w 100173"/>
                  <a:gd name="connsiteY0" fmla="*/ 6392581 h 6387957"/>
                  <a:gd name="connsiteX1" fmla="*/ 0 w 100173"/>
                  <a:gd name="connsiteY1" fmla="*/ 0 h 6387957"/>
                  <a:gd name="connsiteX2" fmla="*/ 103255 w 100173"/>
                  <a:gd name="connsiteY2" fmla="*/ 0 h 6387957"/>
                  <a:gd name="connsiteX3" fmla="*/ 103255 w 100173"/>
                  <a:gd name="connsiteY3" fmla="*/ 6392581 h 6387957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</a:cxnLst>
                <a:rect l="l" t="t" r="r" b="b"/>
                <a:pathLst>
                  <a:path w="100173" h="6387957">
                    <a:moveTo>
                      <a:pt x="0" y="6392581"/>
                    </a:moveTo>
                    <a:cubicBezTo>
                      <a:pt x="0" y="4261978"/>
                      <a:pt x="0" y="2132145"/>
                      <a:pt x="0" y="0"/>
                    </a:cubicBezTo>
                    <a:cubicBezTo>
                      <a:pt x="33905" y="0"/>
                      <a:pt x="67810" y="0"/>
                      <a:pt x="103255" y="0"/>
                    </a:cubicBezTo>
                    <a:cubicBezTo>
                      <a:pt x="103255" y="2131374"/>
                      <a:pt x="103255" y="4260436"/>
                      <a:pt x="103255" y="6392581"/>
                    </a:cubicBezTo>
                  </a:path>
                </a:pathLst>
              </a:custGeom>
              <a:grpFill/>
              <a:ln w="7704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US" dirty="0">
                  <a:solidFill>
                    <a:srgbClr val="C00000"/>
                  </a:solidFill>
                  <a:latin typeface="Times New Roman" pitchFamily="18" charset="0"/>
                  <a:cs typeface="Times New Roman" pitchFamily="18" charset="0"/>
                </a:endParaRPr>
              </a:p>
            </p:txBody>
          </p:sp>
          <p:sp>
            <p:nvSpPr>
              <p:cNvPr id="31" name="Freeform: Shape 26">
                <a:extLst>
                  <a:ext uri="{FF2B5EF4-FFF2-40B4-BE49-F238E27FC236}">
                    <a16:creationId xmlns:a16="http://schemas.microsoft.com/office/drawing/2014/main" id="{0F12630A-E5A3-4FE5-A77A-4C054416E9C0}"/>
                  </a:ext>
                </a:extLst>
              </p:cNvPr>
              <p:cNvSpPr/>
              <p:nvPr/>
            </p:nvSpPr>
            <p:spPr>
              <a:xfrm>
                <a:off x="6334914" y="2927282"/>
                <a:ext cx="37550" cy="2394576"/>
              </a:xfrm>
              <a:custGeom>
                <a:avLst/>
                <a:gdLst>
                  <a:gd name="connsiteX0" fmla="*/ 0 w 100173"/>
                  <a:gd name="connsiteY0" fmla="*/ 6393351 h 6387957"/>
                  <a:gd name="connsiteX1" fmla="*/ 0 w 100173"/>
                  <a:gd name="connsiteY1" fmla="*/ 0 h 6387957"/>
                  <a:gd name="connsiteX2" fmla="*/ 103255 w 100173"/>
                  <a:gd name="connsiteY2" fmla="*/ 0 h 6387957"/>
                  <a:gd name="connsiteX3" fmla="*/ 103255 w 100173"/>
                  <a:gd name="connsiteY3" fmla="*/ 6393351 h 6387957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</a:cxnLst>
                <a:rect l="l" t="t" r="r" b="b"/>
                <a:pathLst>
                  <a:path w="100173" h="6387957">
                    <a:moveTo>
                      <a:pt x="0" y="6393351"/>
                    </a:moveTo>
                    <a:cubicBezTo>
                      <a:pt x="0" y="4262748"/>
                      <a:pt x="0" y="2132915"/>
                      <a:pt x="0" y="0"/>
                    </a:cubicBezTo>
                    <a:cubicBezTo>
                      <a:pt x="33904" y="0"/>
                      <a:pt x="67809" y="0"/>
                      <a:pt x="103255" y="0"/>
                    </a:cubicBezTo>
                    <a:cubicBezTo>
                      <a:pt x="103255" y="2131374"/>
                      <a:pt x="103255" y="4260436"/>
                      <a:pt x="103255" y="6393351"/>
                    </a:cubicBezTo>
                  </a:path>
                </a:pathLst>
              </a:custGeom>
              <a:grpFill/>
              <a:ln w="7704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US" dirty="0">
                  <a:solidFill>
                    <a:srgbClr val="C00000"/>
                  </a:solidFill>
                  <a:latin typeface="Times New Roman" pitchFamily="18" charset="0"/>
                  <a:cs typeface="Times New Roman" pitchFamily="18" charset="0"/>
                </a:endParaRPr>
              </a:p>
            </p:txBody>
          </p:sp>
          <p:sp>
            <p:nvSpPr>
              <p:cNvPr id="32" name="Freeform: Shape 27">
                <a:extLst>
                  <a:ext uri="{FF2B5EF4-FFF2-40B4-BE49-F238E27FC236}">
                    <a16:creationId xmlns:a16="http://schemas.microsoft.com/office/drawing/2014/main" id="{2C459585-B31F-404E-8FCA-F2AF47BEFF94}"/>
                  </a:ext>
                </a:extLst>
              </p:cNvPr>
              <p:cNvSpPr/>
              <p:nvPr/>
            </p:nvSpPr>
            <p:spPr>
              <a:xfrm>
                <a:off x="6159871" y="2926127"/>
                <a:ext cx="37550" cy="2397464"/>
              </a:xfrm>
              <a:custGeom>
                <a:avLst/>
                <a:gdLst>
                  <a:gd name="connsiteX0" fmla="*/ 0 w 100173"/>
                  <a:gd name="connsiteY0" fmla="*/ 6395663 h 6395662"/>
                  <a:gd name="connsiteX1" fmla="*/ 0 w 100173"/>
                  <a:gd name="connsiteY1" fmla="*/ 0 h 6395662"/>
                  <a:gd name="connsiteX2" fmla="*/ 52398 w 100173"/>
                  <a:gd name="connsiteY2" fmla="*/ 0 h 6395662"/>
                  <a:gd name="connsiteX3" fmla="*/ 103255 w 100173"/>
                  <a:gd name="connsiteY3" fmla="*/ 0 h 6395662"/>
                  <a:gd name="connsiteX4" fmla="*/ 103255 w 100173"/>
                  <a:gd name="connsiteY4" fmla="*/ 6395663 h 6395662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</a:cxnLst>
                <a:rect l="l" t="t" r="r" b="b"/>
                <a:pathLst>
                  <a:path w="100173" h="6395662">
                    <a:moveTo>
                      <a:pt x="0" y="6395663"/>
                    </a:moveTo>
                    <a:cubicBezTo>
                      <a:pt x="0" y="4265060"/>
                      <a:pt x="0" y="2135227"/>
                      <a:pt x="0" y="0"/>
                    </a:cubicBezTo>
                    <a:cubicBezTo>
                      <a:pt x="17723" y="0"/>
                      <a:pt x="34675" y="0"/>
                      <a:pt x="52398" y="0"/>
                    </a:cubicBezTo>
                    <a:cubicBezTo>
                      <a:pt x="68580" y="0"/>
                      <a:pt x="84762" y="0"/>
                      <a:pt x="103255" y="0"/>
                    </a:cubicBezTo>
                    <a:cubicBezTo>
                      <a:pt x="103255" y="2132915"/>
                      <a:pt x="103255" y="4261977"/>
                      <a:pt x="103255" y="6395663"/>
                    </a:cubicBezTo>
                  </a:path>
                </a:pathLst>
              </a:custGeom>
              <a:grpFill/>
              <a:ln w="7704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US" dirty="0">
                  <a:solidFill>
                    <a:srgbClr val="C00000"/>
                  </a:solidFill>
                  <a:latin typeface="Times New Roman" pitchFamily="18" charset="0"/>
                  <a:cs typeface="Times New Roman" pitchFamily="18" charset="0"/>
                </a:endParaRPr>
              </a:p>
            </p:txBody>
          </p:sp>
          <p:sp>
            <p:nvSpPr>
              <p:cNvPr id="33" name="Freeform: Shape 28">
                <a:extLst>
                  <a:ext uri="{FF2B5EF4-FFF2-40B4-BE49-F238E27FC236}">
                    <a16:creationId xmlns:a16="http://schemas.microsoft.com/office/drawing/2014/main" id="{931F5084-2691-4CE6-9896-1823BD4D7159}"/>
                  </a:ext>
                </a:extLst>
              </p:cNvPr>
              <p:cNvSpPr/>
              <p:nvPr/>
            </p:nvSpPr>
            <p:spPr>
              <a:xfrm>
                <a:off x="6231712" y="2926127"/>
                <a:ext cx="72212" cy="2394576"/>
              </a:xfrm>
              <a:custGeom>
                <a:avLst/>
                <a:gdLst>
                  <a:gd name="connsiteX0" fmla="*/ 0 w 192640"/>
                  <a:gd name="connsiteY0" fmla="*/ 6392581 h 6387957"/>
                  <a:gd name="connsiteX1" fmla="*/ 0 w 192640"/>
                  <a:gd name="connsiteY1" fmla="*/ 0 h 6387957"/>
                  <a:gd name="connsiteX2" fmla="*/ 198805 w 192640"/>
                  <a:gd name="connsiteY2" fmla="*/ 0 h 6387957"/>
                  <a:gd name="connsiteX3" fmla="*/ 198805 w 192640"/>
                  <a:gd name="connsiteY3" fmla="*/ 6392581 h 6387957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</a:cxnLst>
                <a:rect l="l" t="t" r="r" b="b"/>
                <a:pathLst>
                  <a:path w="192640" h="6387957">
                    <a:moveTo>
                      <a:pt x="0" y="6392581"/>
                    </a:moveTo>
                    <a:cubicBezTo>
                      <a:pt x="0" y="4261207"/>
                      <a:pt x="0" y="2132145"/>
                      <a:pt x="0" y="0"/>
                    </a:cubicBezTo>
                    <a:cubicBezTo>
                      <a:pt x="66268" y="0"/>
                      <a:pt x="131766" y="0"/>
                      <a:pt x="198805" y="0"/>
                    </a:cubicBezTo>
                    <a:cubicBezTo>
                      <a:pt x="198805" y="2131374"/>
                      <a:pt x="198805" y="4261207"/>
                      <a:pt x="198805" y="6392581"/>
                    </a:cubicBezTo>
                  </a:path>
                </a:pathLst>
              </a:custGeom>
              <a:grpFill/>
              <a:ln w="7704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US" dirty="0">
                  <a:solidFill>
                    <a:srgbClr val="C00000"/>
                  </a:solidFill>
                  <a:latin typeface="Times New Roman" pitchFamily="18" charset="0"/>
                  <a:cs typeface="Times New Roman" pitchFamily="18" charset="0"/>
                </a:endParaRPr>
              </a:p>
            </p:txBody>
          </p:sp>
          <p:sp>
            <p:nvSpPr>
              <p:cNvPr id="34" name="Freeform: Shape 29">
                <a:extLst>
                  <a:ext uri="{FF2B5EF4-FFF2-40B4-BE49-F238E27FC236}">
                    <a16:creationId xmlns:a16="http://schemas.microsoft.com/office/drawing/2014/main" id="{0EBADA19-2133-409F-B7BB-C32075B99423}"/>
                  </a:ext>
                </a:extLst>
              </p:cNvPr>
              <p:cNvSpPr/>
              <p:nvPr/>
            </p:nvSpPr>
            <p:spPr>
              <a:xfrm>
                <a:off x="6598401" y="2927282"/>
                <a:ext cx="37550" cy="2394576"/>
              </a:xfrm>
              <a:custGeom>
                <a:avLst/>
                <a:gdLst>
                  <a:gd name="connsiteX0" fmla="*/ 0 w 100173"/>
                  <a:gd name="connsiteY0" fmla="*/ 6392581 h 6387957"/>
                  <a:gd name="connsiteX1" fmla="*/ 0 w 100173"/>
                  <a:gd name="connsiteY1" fmla="*/ 0 h 6387957"/>
                  <a:gd name="connsiteX2" fmla="*/ 103255 w 100173"/>
                  <a:gd name="connsiteY2" fmla="*/ 0 h 6387957"/>
                  <a:gd name="connsiteX3" fmla="*/ 103255 w 100173"/>
                  <a:gd name="connsiteY3" fmla="*/ 6392581 h 6387957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</a:cxnLst>
                <a:rect l="l" t="t" r="r" b="b"/>
                <a:pathLst>
                  <a:path w="100173" h="6387957">
                    <a:moveTo>
                      <a:pt x="0" y="6392581"/>
                    </a:moveTo>
                    <a:cubicBezTo>
                      <a:pt x="0" y="4261207"/>
                      <a:pt x="0" y="2131374"/>
                      <a:pt x="0" y="0"/>
                    </a:cubicBezTo>
                    <a:cubicBezTo>
                      <a:pt x="34675" y="0"/>
                      <a:pt x="67809" y="0"/>
                      <a:pt x="103255" y="0"/>
                    </a:cubicBezTo>
                    <a:cubicBezTo>
                      <a:pt x="103255" y="2130603"/>
                      <a:pt x="103255" y="4260437"/>
                      <a:pt x="103255" y="6392581"/>
                    </a:cubicBezTo>
                  </a:path>
                </a:pathLst>
              </a:custGeom>
              <a:grpFill/>
              <a:ln w="7704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US" dirty="0">
                  <a:solidFill>
                    <a:srgbClr val="C00000"/>
                  </a:solidFill>
                  <a:latin typeface="Times New Roman" pitchFamily="18" charset="0"/>
                  <a:cs typeface="Times New Roman" pitchFamily="18" charset="0"/>
                </a:endParaRPr>
              </a:p>
            </p:txBody>
          </p:sp>
          <p:sp>
            <p:nvSpPr>
              <p:cNvPr id="35" name="Freeform: Shape 30">
                <a:extLst>
                  <a:ext uri="{FF2B5EF4-FFF2-40B4-BE49-F238E27FC236}">
                    <a16:creationId xmlns:a16="http://schemas.microsoft.com/office/drawing/2014/main" id="{89039D33-80E6-4C37-B1E8-614D214EDE66}"/>
                  </a:ext>
                </a:extLst>
              </p:cNvPr>
              <p:cNvSpPr/>
              <p:nvPr/>
            </p:nvSpPr>
            <p:spPr>
              <a:xfrm>
                <a:off x="6680669" y="2927282"/>
                <a:ext cx="37550" cy="2394576"/>
              </a:xfrm>
              <a:custGeom>
                <a:avLst/>
                <a:gdLst>
                  <a:gd name="connsiteX0" fmla="*/ 0 w 100173"/>
                  <a:gd name="connsiteY0" fmla="*/ 6392581 h 6387957"/>
                  <a:gd name="connsiteX1" fmla="*/ 0 w 100173"/>
                  <a:gd name="connsiteY1" fmla="*/ 0 h 6387957"/>
                  <a:gd name="connsiteX2" fmla="*/ 103255 w 100173"/>
                  <a:gd name="connsiteY2" fmla="*/ 0 h 6387957"/>
                  <a:gd name="connsiteX3" fmla="*/ 103255 w 100173"/>
                  <a:gd name="connsiteY3" fmla="*/ 6392581 h 6387957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</a:cxnLst>
                <a:rect l="l" t="t" r="r" b="b"/>
                <a:pathLst>
                  <a:path w="100173" h="6387957">
                    <a:moveTo>
                      <a:pt x="0" y="6392581"/>
                    </a:moveTo>
                    <a:cubicBezTo>
                      <a:pt x="0" y="4261978"/>
                      <a:pt x="0" y="2132145"/>
                      <a:pt x="0" y="0"/>
                    </a:cubicBezTo>
                    <a:cubicBezTo>
                      <a:pt x="33905" y="0"/>
                      <a:pt x="67810" y="0"/>
                      <a:pt x="103255" y="0"/>
                    </a:cubicBezTo>
                    <a:cubicBezTo>
                      <a:pt x="103255" y="2131374"/>
                      <a:pt x="103255" y="4260436"/>
                      <a:pt x="103255" y="6392581"/>
                    </a:cubicBezTo>
                  </a:path>
                </a:pathLst>
              </a:custGeom>
              <a:grpFill/>
              <a:ln w="7704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US" dirty="0">
                  <a:solidFill>
                    <a:srgbClr val="C00000"/>
                  </a:solidFill>
                  <a:latin typeface="Times New Roman" pitchFamily="18" charset="0"/>
                  <a:cs typeface="Times New Roman" pitchFamily="18" charset="0"/>
                </a:endParaRPr>
              </a:p>
            </p:txBody>
          </p:sp>
          <p:sp>
            <p:nvSpPr>
              <p:cNvPr id="36" name="Freeform: Shape 31">
                <a:extLst>
                  <a:ext uri="{FF2B5EF4-FFF2-40B4-BE49-F238E27FC236}">
                    <a16:creationId xmlns:a16="http://schemas.microsoft.com/office/drawing/2014/main" id="{1ED29B97-F83A-4F8F-A0C0-EC13E198464F}"/>
                  </a:ext>
                </a:extLst>
              </p:cNvPr>
              <p:cNvSpPr/>
              <p:nvPr/>
            </p:nvSpPr>
            <p:spPr>
              <a:xfrm>
                <a:off x="6516134" y="2927282"/>
                <a:ext cx="37550" cy="2394576"/>
              </a:xfrm>
              <a:custGeom>
                <a:avLst/>
                <a:gdLst>
                  <a:gd name="connsiteX0" fmla="*/ 0 w 100173"/>
                  <a:gd name="connsiteY0" fmla="*/ 6391811 h 6387957"/>
                  <a:gd name="connsiteX1" fmla="*/ 0 w 100173"/>
                  <a:gd name="connsiteY1" fmla="*/ 0 h 6387957"/>
                  <a:gd name="connsiteX2" fmla="*/ 103255 w 100173"/>
                  <a:gd name="connsiteY2" fmla="*/ 0 h 6387957"/>
                  <a:gd name="connsiteX3" fmla="*/ 103255 w 100173"/>
                  <a:gd name="connsiteY3" fmla="*/ 6391811 h 6387957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</a:cxnLst>
                <a:rect l="l" t="t" r="r" b="b"/>
                <a:pathLst>
                  <a:path w="100173" h="6387957">
                    <a:moveTo>
                      <a:pt x="0" y="6391811"/>
                    </a:moveTo>
                    <a:cubicBezTo>
                      <a:pt x="0" y="4261978"/>
                      <a:pt x="0" y="2132145"/>
                      <a:pt x="0" y="0"/>
                    </a:cubicBezTo>
                    <a:cubicBezTo>
                      <a:pt x="33134" y="0"/>
                      <a:pt x="67039" y="0"/>
                      <a:pt x="103255" y="0"/>
                    </a:cubicBezTo>
                    <a:cubicBezTo>
                      <a:pt x="103255" y="2130603"/>
                      <a:pt x="103255" y="4260436"/>
                      <a:pt x="103255" y="6391811"/>
                    </a:cubicBezTo>
                  </a:path>
                </a:pathLst>
              </a:custGeom>
              <a:grpFill/>
              <a:ln w="7704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US" dirty="0">
                  <a:solidFill>
                    <a:srgbClr val="C00000"/>
                  </a:solidFill>
                  <a:latin typeface="Times New Roman" pitchFamily="18" charset="0"/>
                  <a:cs typeface="Times New Roman" pitchFamily="18" charset="0"/>
                </a:endParaRPr>
              </a:p>
            </p:txBody>
          </p:sp>
          <p:sp>
            <p:nvSpPr>
              <p:cNvPr id="37" name="Freeform: Shape 32">
                <a:extLst>
                  <a:ext uri="{FF2B5EF4-FFF2-40B4-BE49-F238E27FC236}">
                    <a16:creationId xmlns:a16="http://schemas.microsoft.com/office/drawing/2014/main" id="{44DE3537-55EA-4586-A912-BA174F8331CA}"/>
                  </a:ext>
                </a:extLst>
              </p:cNvPr>
              <p:cNvSpPr/>
              <p:nvPr/>
            </p:nvSpPr>
            <p:spPr>
              <a:xfrm>
                <a:off x="6399205" y="2927282"/>
                <a:ext cx="72212" cy="2394576"/>
              </a:xfrm>
              <a:custGeom>
                <a:avLst/>
                <a:gdLst>
                  <a:gd name="connsiteX0" fmla="*/ 0 w 192640"/>
                  <a:gd name="connsiteY0" fmla="*/ 6392581 h 6387957"/>
                  <a:gd name="connsiteX1" fmla="*/ 0 w 192640"/>
                  <a:gd name="connsiteY1" fmla="*/ 0 h 6387957"/>
                  <a:gd name="connsiteX2" fmla="*/ 198805 w 192640"/>
                  <a:gd name="connsiteY2" fmla="*/ 0 h 6387957"/>
                  <a:gd name="connsiteX3" fmla="*/ 198805 w 192640"/>
                  <a:gd name="connsiteY3" fmla="*/ 6392581 h 6387957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</a:cxnLst>
                <a:rect l="l" t="t" r="r" b="b"/>
                <a:pathLst>
                  <a:path w="192640" h="6387957">
                    <a:moveTo>
                      <a:pt x="0" y="6392581"/>
                    </a:moveTo>
                    <a:cubicBezTo>
                      <a:pt x="0" y="4261207"/>
                      <a:pt x="0" y="2132145"/>
                      <a:pt x="0" y="0"/>
                    </a:cubicBezTo>
                    <a:cubicBezTo>
                      <a:pt x="66268" y="0"/>
                      <a:pt x="131766" y="0"/>
                      <a:pt x="198805" y="0"/>
                    </a:cubicBezTo>
                    <a:cubicBezTo>
                      <a:pt x="198805" y="2131374"/>
                      <a:pt x="198805" y="4261207"/>
                      <a:pt x="198805" y="6392581"/>
                    </a:cubicBezTo>
                  </a:path>
                </a:pathLst>
              </a:custGeom>
              <a:grpFill/>
              <a:ln w="7704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US" dirty="0">
                  <a:solidFill>
                    <a:srgbClr val="C00000"/>
                  </a:solidFill>
                  <a:latin typeface="Times New Roman" pitchFamily="18" charset="0"/>
                  <a:cs typeface="Times New Roman" pitchFamily="18" charset="0"/>
                </a:endParaRPr>
              </a:p>
            </p:txBody>
          </p:sp>
          <p:sp>
            <p:nvSpPr>
              <p:cNvPr id="38" name="Freeform: Shape 33">
                <a:extLst>
                  <a:ext uri="{FF2B5EF4-FFF2-40B4-BE49-F238E27FC236}">
                    <a16:creationId xmlns:a16="http://schemas.microsoft.com/office/drawing/2014/main" id="{72E89065-6885-4136-863D-45E167DB157D}"/>
                  </a:ext>
                </a:extLst>
              </p:cNvPr>
              <p:cNvSpPr/>
              <p:nvPr/>
            </p:nvSpPr>
            <p:spPr>
              <a:xfrm>
                <a:off x="5237391" y="2926127"/>
                <a:ext cx="144425" cy="2394576"/>
              </a:xfrm>
              <a:custGeom>
                <a:avLst/>
                <a:gdLst>
                  <a:gd name="connsiteX0" fmla="*/ 0 w 385280"/>
                  <a:gd name="connsiteY0" fmla="*/ 6393351 h 6387957"/>
                  <a:gd name="connsiteX1" fmla="*/ 0 w 385280"/>
                  <a:gd name="connsiteY1" fmla="*/ 0 h 6387957"/>
                  <a:gd name="connsiteX2" fmla="*/ 387593 w 385280"/>
                  <a:gd name="connsiteY2" fmla="*/ 0 h 6387957"/>
                  <a:gd name="connsiteX3" fmla="*/ 387593 w 385280"/>
                  <a:gd name="connsiteY3" fmla="*/ 6393351 h 6387957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</a:cxnLst>
                <a:rect l="l" t="t" r="r" b="b"/>
                <a:pathLst>
                  <a:path w="385280" h="6387957">
                    <a:moveTo>
                      <a:pt x="0" y="6393351"/>
                    </a:moveTo>
                    <a:cubicBezTo>
                      <a:pt x="0" y="4262748"/>
                      <a:pt x="0" y="2132145"/>
                      <a:pt x="0" y="0"/>
                    </a:cubicBezTo>
                    <a:cubicBezTo>
                      <a:pt x="128684" y="0"/>
                      <a:pt x="256597" y="0"/>
                      <a:pt x="387593" y="0"/>
                    </a:cubicBezTo>
                    <a:cubicBezTo>
                      <a:pt x="387593" y="2130603"/>
                      <a:pt x="387593" y="4261207"/>
                      <a:pt x="387593" y="6393351"/>
                    </a:cubicBezTo>
                  </a:path>
                </a:pathLst>
              </a:custGeom>
              <a:grpFill/>
              <a:ln w="7704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US" dirty="0">
                  <a:solidFill>
                    <a:srgbClr val="C00000"/>
                  </a:solidFill>
                  <a:latin typeface="Times New Roman" pitchFamily="18" charset="0"/>
                  <a:cs typeface="Times New Roman" pitchFamily="18" charset="0"/>
                </a:endParaRPr>
              </a:p>
            </p:txBody>
          </p:sp>
          <p:sp>
            <p:nvSpPr>
              <p:cNvPr id="39" name="Freeform: Shape 34">
                <a:extLst>
                  <a:ext uri="{FF2B5EF4-FFF2-40B4-BE49-F238E27FC236}">
                    <a16:creationId xmlns:a16="http://schemas.microsoft.com/office/drawing/2014/main" id="{7C8B0090-1FFD-4A45-ADDC-FE788E4068EE}"/>
                  </a:ext>
                </a:extLst>
              </p:cNvPr>
              <p:cNvSpPr/>
              <p:nvPr/>
            </p:nvSpPr>
            <p:spPr>
              <a:xfrm>
                <a:off x="5123269" y="2926994"/>
                <a:ext cx="72212" cy="2394576"/>
              </a:xfrm>
              <a:custGeom>
                <a:avLst/>
                <a:gdLst>
                  <a:gd name="connsiteX0" fmla="*/ 0 w 192640"/>
                  <a:gd name="connsiteY0" fmla="*/ 6392581 h 6387957"/>
                  <a:gd name="connsiteX1" fmla="*/ 0 w 192640"/>
                  <a:gd name="connsiteY1" fmla="*/ 0 h 6387957"/>
                  <a:gd name="connsiteX2" fmla="*/ 198805 w 192640"/>
                  <a:gd name="connsiteY2" fmla="*/ 0 h 6387957"/>
                  <a:gd name="connsiteX3" fmla="*/ 198805 w 192640"/>
                  <a:gd name="connsiteY3" fmla="*/ 6392581 h 6387957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</a:cxnLst>
                <a:rect l="l" t="t" r="r" b="b"/>
                <a:pathLst>
                  <a:path w="192640" h="6387957">
                    <a:moveTo>
                      <a:pt x="0" y="6392581"/>
                    </a:moveTo>
                    <a:cubicBezTo>
                      <a:pt x="0" y="4261207"/>
                      <a:pt x="0" y="2132145"/>
                      <a:pt x="0" y="0"/>
                    </a:cubicBezTo>
                    <a:cubicBezTo>
                      <a:pt x="67039" y="0"/>
                      <a:pt x="131766" y="0"/>
                      <a:pt x="198805" y="0"/>
                    </a:cubicBezTo>
                    <a:cubicBezTo>
                      <a:pt x="198805" y="2130603"/>
                      <a:pt x="198805" y="4259666"/>
                      <a:pt x="198805" y="6392581"/>
                    </a:cubicBezTo>
                  </a:path>
                </a:pathLst>
              </a:custGeom>
              <a:grpFill/>
              <a:ln w="7704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US" dirty="0">
                  <a:solidFill>
                    <a:srgbClr val="C00000"/>
                  </a:solidFill>
                  <a:latin typeface="Times New Roman" pitchFamily="18" charset="0"/>
                  <a:cs typeface="Times New Roman" pitchFamily="18" charset="0"/>
                </a:endParaRPr>
              </a:p>
            </p:txBody>
          </p:sp>
          <p:sp>
            <p:nvSpPr>
              <p:cNvPr id="40" name="Freeform: Shape 35">
                <a:extLst>
                  <a:ext uri="{FF2B5EF4-FFF2-40B4-BE49-F238E27FC236}">
                    <a16:creationId xmlns:a16="http://schemas.microsoft.com/office/drawing/2014/main" id="{26439D06-DDB6-46CF-AA31-D9096ED5960C}"/>
                  </a:ext>
                </a:extLst>
              </p:cNvPr>
              <p:cNvSpPr/>
              <p:nvPr/>
            </p:nvSpPr>
            <p:spPr>
              <a:xfrm>
                <a:off x="5611343" y="2927282"/>
                <a:ext cx="72212" cy="2394576"/>
              </a:xfrm>
              <a:custGeom>
                <a:avLst/>
                <a:gdLst>
                  <a:gd name="connsiteX0" fmla="*/ 0 w 192640"/>
                  <a:gd name="connsiteY0" fmla="*/ 6392581 h 6387957"/>
                  <a:gd name="connsiteX1" fmla="*/ 0 w 192640"/>
                  <a:gd name="connsiteY1" fmla="*/ 0 h 6387957"/>
                  <a:gd name="connsiteX2" fmla="*/ 198805 w 192640"/>
                  <a:gd name="connsiteY2" fmla="*/ 0 h 6387957"/>
                  <a:gd name="connsiteX3" fmla="*/ 198805 w 192640"/>
                  <a:gd name="connsiteY3" fmla="*/ 6392581 h 6387957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</a:cxnLst>
                <a:rect l="l" t="t" r="r" b="b"/>
                <a:pathLst>
                  <a:path w="192640" h="6387957">
                    <a:moveTo>
                      <a:pt x="0" y="6392581"/>
                    </a:moveTo>
                    <a:cubicBezTo>
                      <a:pt x="0" y="4261207"/>
                      <a:pt x="0" y="2132145"/>
                      <a:pt x="0" y="0"/>
                    </a:cubicBezTo>
                    <a:cubicBezTo>
                      <a:pt x="66268" y="0"/>
                      <a:pt x="131766" y="0"/>
                      <a:pt x="198805" y="0"/>
                    </a:cubicBezTo>
                    <a:cubicBezTo>
                      <a:pt x="198805" y="2131374"/>
                      <a:pt x="198805" y="4261207"/>
                      <a:pt x="198805" y="6392581"/>
                    </a:cubicBezTo>
                  </a:path>
                </a:pathLst>
              </a:custGeom>
              <a:grpFill/>
              <a:ln w="7704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US" dirty="0">
                  <a:solidFill>
                    <a:srgbClr val="C00000"/>
                  </a:solidFill>
                  <a:latin typeface="Times New Roman" pitchFamily="18" charset="0"/>
                  <a:cs typeface="Times New Roman" pitchFamily="18" charset="0"/>
                </a:endParaRPr>
              </a:p>
            </p:txBody>
          </p:sp>
          <p:sp>
            <p:nvSpPr>
              <p:cNvPr id="41" name="Freeform: Shape 36">
                <a:extLst>
                  <a:ext uri="{FF2B5EF4-FFF2-40B4-BE49-F238E27FC236}">
                    <a16:creationId xmlns:a16="http://schemas.microsoft.com/office/drawing/2014/main" id="{FFD982E1-F2EF-4C41-B00B-202B91650002}"/>
                  </a:ext>
                </a:extLst>
              </p:cNvPr>
              <p:cNvSpPr/>
              <p:nvPr/>
            </p:nvSpPr>
            <p:spPr>
              <a:xfrm>
                <a:off x="5407259" y="2926994"/>
                <a:ext cx="37550" cy="2394576"/>
              </a:xfrm>
              <a:custGeom>
                <a:avLst/>
                <a:gdLst>
                  <a:gd name="connsiteX0" fmla="*/ 0 w 100173"/>
                  <a:gd name="connsiteY0" fmla="*/ 6392581 h 6387957"/>
                  <a:gd name="connsiteX1" fmla="*/ 0 w 100173"/>
                  <a:gd name="connsiteY1" fmla="*/ 0 h 6387957"/>
                  <a:gd name="connsiteX2" fmla="*/ 103255 w 100173"/>
                  <a:gd name="connsiteY2" fmla="*/ 0 h 6387957"/>
                  <a:gd name="connsiteX3" fmla="*/ 103255 w 100173"/>
                  <a:gd name="connsiteY3" fmla="*/ 6392581 h 6387957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</a:cxnLst>
                <a:rect l="l" t="t" r="r" b="b"/>
                <a:pathLst>
                  <a:path w="100173" h="6387957">
                    <a:moveTo>
                      <a:pt x="0" y="6392581"/>
                    </a:moveTo>
                    <a:cubicBezTo>
                      <a:pt x="0" y="4261978"/>
                      <a:pt x="0" y="2132145"/>
                      <a:pt x="0" y="0"/>
                    </a:cubicBezTo>
                    <a:cubicBezTo>
                      <a:pt x="34675" y="0"/>
                      <a:pt x="67810" y="0"/>
                      <a:pt x="103255" y="0"/>
                    </a:cubicBezTo>
                    <a:cubicBezTo>
                      <a:pt x="103255" y="2130603"/>
                      <a:pt x="103255" y="4259666"/>
                      <a:pt x="103255" y="6392581"/>
                    </a:cubicBezTo>
                  </a:path>
                </a:pathLst>
              </a:custGeom>
              <a:grpFill/>
              <a:ln w="7704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US" dirty="0">
                  <a:solidFill>
                    <a:srgbClr val="C00000"/>
                  </a:solidFill>
                  <a:latin typeface="Times New Roman" pitchFamily="18" charset="0"/>
                  <a:cs typeface="Times New Roman" pitchFamily="18" charset="0"/>
                </a:endParaRPr>
              </a:p>
            </p:txBody>
          </p:sp>
          <p:sp>
            <p:nvSpPr>
              <p:cNvPr id="42" name="Freeform: Shape 37">
                <a:extLst>
                  <a:ext uri="{FF2B5EF4-FFF2-40B4-BE49-F238E27FC236}">
                    <a16:creationId xmlns:a16="http://schemas.microsoft.com/office/drawing/2014/main" id="{35EDE2C7-79DF-4B35-9CBD-ACBB1568C011}"/>
                  </a:ext>
                </a:extLst>
              </p:cNvPr>
              <p:cNvSpPr/>
              <p:nvPr/>
            </p:nvSpPr>
            <p:spPr>
              <a:xfrm>
                <a:off x="5470252" y="2926994"/>
                <a:ext cx="37550" cy="2394576"/>
              </a:xfrm>
              <a:custGeom>
                <a:avLst/>
                <a:gdLst>
                  <a:gd name="connsiteX0" fmla="*/ 0 w 100173"/>
                  <a:gd name="connsiteY0" fmla="*/ 6392581 h 6387957"/>
                  <a:gd name="connsiteX1" fmla="*/ 0 w 100173"/>
                  <a:gd name="connsiteY1" fmla="*/ 0 h 6387957"/>
                  <a:gd name="connsiteX2" fmla="*/ 103255 w 100173"/>
                  <a:gd name="connsiteY2" fmla="*/ 0 h 6387957"/>
                  <a:gd name="connsiteX3" fmla="*/ 103255 w 100173"/>
                  <a:gd name="connsiteY3" fmla="*/ 6392581 h 6387957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</a:cxnLst>
                <a:rect l="l" t="t" r="r" b="b"/>
                <a:pathLst>
                  <a:path w="100173" h="6387957">
                    <a:moveTo>
                      <a:pt x="0" y="6392581"/>
                    </a:moveTo>
                    <a:cubicBezTo>
                      <a:pt x="0" y="4261978"/>
                      <a:pt x="0" y="2132145"/>
                      <a:pt x="0" y="0"/>
                    </a:cubicBezTo>
                    <a:cubicBezTo>
                      <a:pt x="34675" y="0"/>
                      <a:pt x="67809" y="0"/>
                      <a:pt x="103255" y="0"/>
                    </a:cubicBezTo>
                    <a:cubicBezTo>
                      <a:pt x="103255" y="2130603"/>
                      <a:pt x="103255" y="4259666"/>
                      <a:pt x="103255" y="6392581"/>
                    </a:cubicBezTo>
                  </a:path>
                </a:pathLst>
              </a:custGeom>
              <a:grpFill/>
              <a:ln w="7704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US" dirty="0">
                  <a:solidFill>
                    <a:srgbClr val="C00000"/>
                  </a:solidFill>
                  <a:latin typeface="Times New Roman" pitchFamily="18" charset="0"/>
                  <a:cs typeface="Times New Roman" pitchFamily="18" charset="0"/>
                </a:endParaRPr>
              </a:p>
            </p:txBody>
          </p:sp>
          <p:sp>
            <p:nvSpPr>
              <p:cNvPr id="43" name="Freeform: Shape 38">
                <a:extLst>
                  <a:ext uri="{FF2B5EF4-FFF2-40B4-BE49-F238E27FC236}">
                    <a16:creationId xmlns:a16="http://schemas.microsoft.com/office/drawing/2014/main" id="{A714E7BF-7249-4A42-9676-A2B58F55885D}"/>
                  </a:ext>
                </a:extLst>
              </p:cNvPr>
              <p:cNvSpPr/>
              <p:nvPr/>
            </p:nvSpPr>
            <p:spPr>
              <a:xfrm>
                <a:off x="5533244" y="2926127"/>
                <a:ext cx="37550" cy="2394576"/>
              </a:xfrm>
              <a:custGeom>
                <a:avLst/>
                <a:gdLst>
                  <a:gd name="connsiteX0" fmla="*/ 0 w 100173"/>
                  <a:gd name="connsiteY0" fmla="*/ 6392581 h 6387957"/>
                  <a:gd name="connsiteX1" fmla="*/ 0 w 100173"/>
                  <a:gd name="connsiteY1" fmla="*/ 0 h 6387957"/>
                  <a:gd name="connsiteX2" fmla="*/ 103255 w 100173"/>
                  <a:gd name="connsiteY2" fmla="*/ 0 h 6387957"/>
                  <a:gd name="connsiteX3" fmla="*/ 103255 w 100173"/>
                  <a:gd name="connsiteY3" fmla="*/ 6392581 h 6387957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</a:cxnLst>
                <a:rect l="l" t="t" r="r" b="b"/>
                <a:pathLst>
                  <a:path w="100173" h="6387957">
                    <a:moveTo>
                      <a:pt x="0" y="6392581"/>
                    </a:moveTo>
                    <a:cubicBezTo>
                      <a:pt x="0" y="4261978"/>
                      <a:pt x="0" y="2132145"/>
                      <a:pt x="0" y="0"/>
                    </a:cubicBezTo>
                    <a:cubicBezTo>
                      <a:pt x="34675" y="0"/>
                      <a:pt x="67809" y="0"/>
                      <a:pt x="103255" y="0"/>
                    </a:cubicBezTo>
                    <a:cubicBezTo>
                      <a:pt x="103255" y="2130603"/>
                      <a:pt x="103255" y="4259666"/>
                      <a:pt x="103255" y="6392581"/>
                    </a:cubicBezTo>
                  </a:path>
                </a:pathLst>
              </a:custGeom>
              <a:grpFill/>
              <a:ln w="7704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US" dirty="0">
                  <a:solidFill>
                    <a:srgbClr val="C00000"/>
                  </a:solidFill>
                  <a:latin typeface="Times New Roman" pitchFamily="18" charset="0"/>
                  <a:cs typeface="Times New Roman" pitchFamily="18" charset="0"/>
                </a:endParaRPr>
              </a:p>
            </p:txBody>
          </p:sp>
        </p:grpSp>
      </p:grpSp>
      <p:grpSp>
        <p:nvGrpSpPr>
          <p:cNvPr id="44" name="Group 43">
            <a:extLst>
              <a:ext uri="{FF2B5EF4-FFF2-40B4-BE49-F238E27FC236}">
                <a16:creationId xmlns:a16="http://schemas.microsoft.com/office/drawing/2014/main" id="{DE6EC7B3-A16E-48FF-806E-314382842BBD}"/>
              </a:ext>
            </a:extLst>
          </p:cNvPr>
          <p:cNvGrpSpPr/>
          <p:nvPr/>
        </p:nvGrpSpPr>
        <p:grpSpPr>
          <a:xfrm>
            <a:off x="450920" y="6490548"/>
            <a:ext cx="4247655" cy="273466"/>
            <a:chOff x="4366684" y="2926127"/>
            <a:chExt cx="3278335" cy="2571063"/>
          </a:xfrm>
        </p:grpSpPr>
        <p:sp>
          <p:nvSpPr>
            <p:cNvPr id="45" name="Freeform: Shape 4">
              <a:extLst>
                <a:ext uri="{FF2B5EF4-FFF2-40B4-BE49-F238E27FC236}">
                  <a16:creationId xmlns:a16="http://schemas.microsoft.com/office/drawing/2014/main" id="{1C5F9849-6B13-4032-A72F-87315450BACA}"/>
                </a:ext>
              </a:extLst>
            </p:cNvPr>
            <p:cNvSpPr/>
            <p:nvPr/>
          </p:nvSpPr>
          <p:spPr>
            <a:xfrm>
              <a:off x="4744501" y="2926994"/>
              <a:ext cx="72212" cy="2394576"/>
            </a:xfrm>
            <a:custGeom>
              <a:avLst/>
              <a:gdLst>
                <a:gd name="connsiteX0" fmla="*/ 0 w 192640"/>
                <a:gd name="connsiteY0" fmla="*/ 6393351 h 6387957"/>
                <a:gd name="connsiteX1" fmla="*/ 0 w 192640"/>
                <a:gd name="connsiteY1" fmla="*/ 0 h 6387957"/>
                <a:gd name="connsiteX2" fmla="*/ 198034 w 192640"/>
                <a:gd name="connsiteY2" fmla="*/ 0 h 6387957"/>
                <a:gd name="connsiteX3" fmla="*/ 198034 w 192640"/>
                <a:gd name="connsiteY3" fmla="*/ 6393351 h 638795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192640" h="6387957">
                  <a:moveTo>
                    <a:pt x="0" y="6393351"/>
                  </a:moveTo>
                  <a:cubicBezTo>
                    <a:pt x="0" y="4261207"/>
                    <a:pt x="0" y="2132145"/>
                    <a:pt x="0" y="0"/>
                  </a:cubicBezTo>
                  <a:cubicBezTo>
                    <a:pt x="67039" y="0"/>
                    <a:pt x="131766" y="0"/>
                    <a:pt x="198034" y="0"/>
                  </a:cubicBezTo>
                  <a:cubicBezTo>
                    <a:pt x="198034" y="2132145"/>
                    <a:pt x="198034" y="4261207"/>
                    <a:pt x="198034" y="6393351"/>
                  </a:cubicBezTo>
                </a:path>
              </a:pathLst>
            </a:custGeom>
            <a:solidFill>
              <a:schemeClr val="accent5"/>
            </a:solidFill>
            <a:ln w="7704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>
                <a:latin typeface="Times New Roman" pitchFamily="18" charset="0"/>
                <a:cs typeface="Times New Roman" pitchFamily="18" charset="0"/>
              </a:endParaRPr>
            </a:p>
          </p:txBody>
        </p:sp>
        <p:sp>
          <p:nvSpPr>
            <p:cNvPr id="46" name="Freeform: Shape 5">
              <a:extLst>
                <a:ext uri="{FF2B5EF4-FFF2-40B4-BE49-F238E27FC236}">
                  <a16:creationId xmlns:a16="http://schemas.microsoft.com/office/drawing/2014/main" id="{C509C367-195E-430E-AE5A-AACCE7917D72}"/>
                </a:ext>
              </a:extLst>
            </p:cNvPr>
            <p:cNvSpPr/>
            <p:nvPr/>
          </p:nvSpPr>
          <p:spPr>
            <a:xfrm>
              <a:off x="4676621" y="2926994"/>
              <a:ext cx="37550" cy="2394576"/>
            </a:xfrm>
            <a:custGeom>
              <a:avLst/>
              <a:gdLst>
                <a:gd name="connsiteX0" fmla="*/ 0 w 100173"/>
                <a:gd name="connsiteY0" fmla="*/ 6392581 h 6387957"/>
                <a:gd name="connsiteX1" fmla="*/ 0 w 100173"/>
                <a:gd name="connsiteY1" fmla="*/ 0 h 6387957"/>
                <a:gd name="connsiteX2" fmla="*/ 103255 w 100173"/>
                <a:gd name="connsiteY2" fmla="*/ 0 h 6387957"/>
                <a:gd name="connsiteX3" fmla="*/ 103255 w 100173"/>
                <a:gd name="connsiteY3" fmla="*/ 6392581 h 638795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100173" h="6387957">
                  <a:moveTo>
                    <a:pt x="0" y="6392581"/>
                  </a:moveTo>
                  <a:cubicBezTo>
                    <a:pt x="0" y="4261207"/>
                    <a:pt x="0" y="2131374"/>
                    <a:pt x="0" y="0"/>
                  </a:cubicBezTo>
                  <a:cubicBezTo>
                    <a:pt x="34675" y="0"/>
                    <a:pt x="67809" y="0"/>
                    <a:pt x="103255" y="0"/>
                  </a:cubicBezTo>
                  <a:cubicBezTo>
                    <a:pt x="103255" y="2130603"/>
                    <a:pt x="103255" y="4260437"/>
                    <a:pt x="103255" y="6392581"/>
                  </a:cubicBezTo>
                </a:path>
              </a:pathLst>
            </a:custGeom>
            <a:solidFill>
              <a:schemeClr val="accent5"/>
            </a:solidFill>
            <a:ln w="7704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>
                <a:latin typeface="Times New Roman" pitchFamily="18" charset="0"/>
                <a:cs typeface="Times New Roman" pitchFamily="18" charset="0"/>
              </a:endParaRPr>
            </a:p>
          </p:txBody>
        </p:sp>
        <p:sp>
          <p:nvSpPr>
            <p:cNvPr id="47" name="Freeform: Shape 6">
              <a:extLst>
                <a:ext uri="{FF2B5EF4-FFF2-40B4-BE49-F238E27FC236}">
                  <a16:creationId xmlns:a16="http://schemas.microsoft.com/office/drawing/2014/main" id="{29399ADC-AF6D-42ED-9652-EED2CA6746FA}"/>
                </a:ext>
              </a:extLst>
            </p:cNvPr>
            <p:cNvSpPr/>
            <p:nvPr/>
          </p:nvSpPr>
          <p:spPr>
            <a:xfrm>
              <a:off x="5706626" y="2927282"/>
              <a:ext cx="109764" cy="2394576"/>
            </a:xfrm>
            <a:custGeom>
              <a:avLst/>
              <a:gdLst>
                <a:gd name="connsiteX0" fmla="*/ 0 w 292813"/>
                <a:gd name="connsiteY0" fmla="*/ 6392581 h 6387957"/>
                <a:gd name="connsiteX1" fmla="*/ 0 w 292813"/>
                <a:gd name="connsiteY1" fmla="*/ 0 h 6387957"/>
                <a:gd name="connsiteX2" fmla="*/ 295125 w 292813"/>
                <a:gd name="connsiteY2" fmla="*/ 0 h 6387957"/>
                <a:gd name="connsiteX3" fmla="*/ 295125 w 292813"/>
                <a:gd name="connsiteY3" fmla="*/ 6392581 h 638795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292813" h="6387957">
                  <a:moveTo>
                    <a:pt x="0" y="6392581"/>
                  </a:moveTo>
                  <a:cubicBezTo>
                    <a:pt x="0" y="4261978"/>
                    <a:pt x="0" y="2132145"/>
                    <a:pt x="0" y="0"/>
                  </a:cubicBezTo>
                  <a:cubicBezTo>
                    <a:pt x="97091" y="0"/>
                    <a:pt x="194952" y="0"/>
                    <a:pt x="295125" y="0"/>
                  </a:cubicBezTo>
                  <a:cubicBezTo>
                    <a:pt x="295125" y="2130603"/>
                    <a:pt x="295125" y="4259666"/>
                    <a:pt x="295125" y="6392581"/>
                  </a:cubicBezTo>
                </a:path>
              </a:pathLst>
            </a:custGeom>
            <a:solidFill>
              <a:schemeClr val="accent2"/>
            </a:solidFill>
            <a:ln w="7704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>
                <a:latin typeface="Times New Roman" pitchFamily="18" charset="0"/>
                <a:cs typeface="Times New Roman" pitchFamily="18" charset="0"/>
              </a:endParaRPr>
            </a:p>
          </p:txBody>
        </p:sp>
        <p:sp>
          <p:nvSpPr>
            <p:cNvPr id="48" name="Freeform: Shape 7">
              <a:extLst>
                <a:ext uri="{FF2B5EF4-FFF2-40B4-BE49-F238E27FC236}">
                  <a16:creationId xmlns:a16="http://schemas.microsoft.com/office/drawing/2014/main" id="{43A062F6-D5C4-48B5-8085-5C3633177919}"/>
                </a:ext>
              </a:extLst>
            </p:cNvPr>
            <p:cNvSpPr/>
            <p:nvPr/>
          </p:nvSpPr>
          <p:spPr>
            <a:xfrm>
              <a:off x="5022376" y="2926994"/>
              <a:ext cx="75101" cy="2394576"/>
            </a:xfrm>
            <a:custGeom>
              <a:avLst/>
              <a:gdLst>
                <a:gd name="connsiteX0" fmla="*/ 0 w 200346"/>
                <a:gd name="connsiteY0" fmla="*/ 6392581 h 6387957"/>
                <a:gd name="connsiteX1" fmla="*/ 0 w 200346"/>
                <a:gd name="connsiteY1" fmla="*/ 0 h 6387957"/>
                <a:gd name="connsiteX2" fmla="*/ 201117 w 200346"/>
                <a:gd name="connsiteY2" fmla="*/ 0 h 6387957"/>
                <a:gd name="connsiteX3" fmla="*/ 201117 w 200346"/>
                <a:gd name="connsiteY3" fmla="*/ 6392581 h 638795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200346" h="6387957">
                  <a:moveTo>
                    <a:pt x="0" y="6392581"/>
                  </a:moveTo>
                  <a:cubicBezTo>
                    <a:pt x="0" y="4261207"/>
                    <a:pt x="0" y="2132145"/>
                    <a:pt x="0" y="0"/>
                  </a:cubicBezTo>
                  <a:cubicBezTo>
                    <a:pt x="67039" y="0"/>
                    <a:pt x="133307" y="0"/>
                    <a:pt x="201117" y="0"/>
                  </a:cubicBezTo>
                  <a:cubicBezTo>
                    <a:pt x="201117" y="2131374"/>
                    <a:pt x="201117" y="4260437"/>
                    <a:pt x="201117" y="6392581"/>
                  </a:cubicBezTo>
                </a:path>
              </a:pathLst>
            </a:custGeom>
            <a:solidFill>
              <a:schemeClr val="accent4"/>
            </a:solidFill>
            <a:ln w="7704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>
                <a:latin typeface="Times New Roman" pitchFamily="18" charset="0"/>
                <a:cs typeface="Times New Roman" pitchFamily="18" charset="0"/>
              </a:endParaRPr>
            </a:p>
          </p:txBody>
        </p:sp>
        <p:sp>
          <p:nvSpPr>
            <p:cNvPr id="49" name="Freeform: Shape 8">
              <a:extLst>
                <a:ext uri="{FF2B5EF4-FFF2-40B4-BE49-F238E27FC236}">
                  <a16:creationId xmlns:a16="http://schemas.microsoft.com/office/drawing/2014/main" id="{E7DB614F-40B0-42E6-AFDD-1DC5086682CB}"/>
                </a:ext>
              </a:extLst>
            </p:cNvPr>
            <p:cNvSpPr/>
            <p:nvPr/>
          </p:nvSpPr>
          <p:spPr>
            <a:xfrm>
              <a:off x="4877829" y="2926994"/>
              <a:ext cx="72212" cy="2394576"/>
            </a:xfrm>
            <a:custGeom>
              <a:avLst/>
              <a:gdLst>
                <a:gd name="connsiteX0" fmla="*/ 0 w 192640"/>
                <a:gd name="connsiteY0" fmla="*/ 6392581 h 6387957"/>
                <a:gd name="connsiteX1" fmla="*/ 0 w 192640"/>
                <a:gd name="connsiteY1" fmla="*/ 0 h 6387957"/>
                <a:gd name="connsiteX2" fmla="*/ 198805 w 192640"/>
                <a:gd name="connsiteY2" fmla="*/ 0 h 6387957"/>
                <a:gd name="connsiteX3" fmla="*/ 198805 w 192640"/>
                <a:gd name="connsiteY3" fmla="*/ 6392581 h 638795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192640" h="6387957">
                  <a:moveTo>
                    <a:pt x="0" y="6392581"/>
                  </a:moveTo>
                  <a:cubicBezTo>
                    <a:pt x="0" y="4261207"/>
                    <a:pt x="0" y="2131374"/>
                    <a:pt x="0" y="0"/>
                  </a:cubicBezTo>
                  <a:cubicBezTo>
                    <a:pt x="67039" y="0"/>
                    <a:pt x="131766" y="0"/>
                    <a:pt x="198805" y="0"/>
                  </a:cubicBezTo>
                  <a:cubicBezTo>
                    <a:pt x="198805" y="2130603"/>
                    <a:pt x="198805" y="4260437"/>
                    <a:pt x="198805" y="6392581"/>
                  </a:cubicBezTo>
                </a:path>
              </a:pathLst>
            </a:custGeom>
            <a:solidFill>
              <a:schemeClr val="accent4"/>
            </a:solidFill>
            <a:ln w="7704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>
                <a:latin typeface="Times New Roman" pitchFamily="18" charset="0"/>
                <a:cs typeface="Times New Roman" pitchFamily="18" charset="0"/>
              </a:endParaRPr>
            </a:p>
          </p:txBody>
        </p:sp>
        <p:sp>
          <p:nvSpPr>
            <p:cNvPr id="50" name="Freeform: Shape 9">
              <a:extLst>
                <a:ext uri="{FF2B5EF4-FFF2-40B4-BE49-F238E27FC236}">
                  <a16:creationId xmlns:a16="http://schemas.microsoft.com/office/drawing/2014/main" id="{7CAA483F-32ED-453E-ABE5-875C9406C1E7}"/>
                </a:ext>
              </a:extLst>
            </p:cNvPr>
            <p:cNvSpPr/>
            <p:nvPr/>
          </p:nvSpPr>
          <p:spPr>
            <a:xfrm>
              <a:off x="4559765" y="2926994"/>
              <a:ext cx="72212" cy="2394576"/>
            </a:xfrm>
            <a:custGeom>
              <a:avLst/>
              <a:gdLst>
                <a:gd name="connsiteX0" fmla="*/ 0 w 192640"/>
                <a:gd name="connsiteY0" fmla="*/ 6393351 h 6387957"/>
                <a:gd name="connsiteX1" fmla="*/ 0 w 192640"/>
                <a:gd name="connsiteY1" fmla="*/ 0 h 6387957"/>
                <a:gd name="connsiteX2" fmla="*/ 198034 w 192640"/>
                <a:gd name="connsiteY2" fmla="*/ 0 h 6387957"/>
                <a:gd name="connsiteX3" fmla="*/ 198034 w 192640"/>
                <a:gd name="connsiteY3" fmla="*/ 6393351 h 638795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192640" h="6387957">
                  <a:moveTo>
                    <a:pt x="0" y="6393351"/>
                  </a:moveTo>
                  <a:cubicBezTo>
                    <a:pt x="0" y="4261207"/>
                    <a:pt x="0" y="2132145"/>
                    <a:pt x="0" y="0"/>
                  </a:cubicBezTo>
                  <a:cubicBezTo>
                    <a:pt x="67039" y="0"/>
                    <a:pt x="131766" y="0"/>
                    <a:pt x="198034" y="0"/>
                  </a:cubicBezTo>
                  <a:cubicBezTo>
                    <a:pt x="198034" y="2132145"/>
                    <a:pt x="198034" y="4261207"/>
                    <a:pt x="198034" y="6393351"/>
                  </a:cubicBezTo>
                </a:path>
              </a:pathLst>
            </a:custGeom>
            <a:solidFill>
              <a:schemeClr val="accent6"/>
            </a:solidFill>
            <a:ln w="7704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>
                <a:latin typeface="Times New Roman" pitchFamily="18" charset="0"/>
                <a:cs typeface="Times New Roman" pitchFamily="18" charset="0"/>
              </a:endParaRPr>
            </a:p>
          </p:txBody>
        </p:sp>
        <p:sp>
          <p:nvSpPr>
            <p:cNvPr id="51" name="Freeform: Shape 10">
              <a:extLst>
                <a:ext uri="{FF2B5EF4-FFF2-40B4-BE49-F238E27FC236}">
                  <a16:creationId xmlns:a16="http://schemas.microsoft.com/office/drawing/2014/main" id="{2FAA00F2-1D6A-49DA-9F92-E5C5727D04DB}"/>
                </a:ext>
              </a:extLst>
            </p:cNvPr>
            <p:cNvSpPr/>
            <p:nvPr/>
          </p:nvSpPr>
          <p:spPr>
            <a:xfrm>
              <a:off x="4433987" y="2926705"/>
              <a:ext cx="37550" cy="2567886"/>
            </a:xfrm>
            <a:custGeom>
              <a:avLst/>
              <a:gdLst>
                <a:gd name="connsiteX0" fmla="*/ 0 w 100173"/>
                <a:gd name="connsiteY0" fmla="*/ 6854918 h 6850294"/>
                <a:gd name="connsiteX1" fmla="*/ 0 w 100173"/>
                <a:gd name="connsiteY1" fmla="*/ 0 h 6850294"/>
                <a:gd name="connsiteX2" fmla="*/ 103255 w 100173"/>
                <a:gd name="connsiteY2" fmla="*/ 0 h 6850294"/>
                <a:gd name="connsiteX3" fmla="*/ 103255 w 100173"/>
                <a:gd name="connsiteY3" fmla="*/ 6854918 h 685029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100173" h="6850294">
                  <a:moveTo>
                    <a:pt x="0" y="6854918"/>
                  </a:moveTo>
                  <a:cubicBezTo>
                    <a:pt x="0" y="4570202"/>
                    <a:pt x="0" y="2286257"/>
                    <a:pt x="0" y="0"/>
                  </a:cubicBezTo>
                  <a:cubicBezTo>
                    <a:pt x="34675" y="0"/>
                    <a:pt x="67809" y="0"/>
                    <a:pt x="103255" y="0"/>
                  </a:cubicBezTo>
                  <a:cubicBezTo>
                    <a:pt x="103255" y="2284716"/>
                    <a:pt x="103255" y="4567891"/>
                    <a:pt x="103255" y="6854918"/>
                  </a:cubicBezTo>
                </a:path>
              </a:pathLst>
            </a:custGeom>
            <a:solidFill>
              <a:schemeClr val="accent6"/>
            </a:solidFill>
            <a:ln w="7704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>
                <a:latin typeface="Times New Roman" pitchFamily="18" charset="0"/>
                <a:cs typeface="Times New Roman" pitchFamily="18" charset="0"/>
              </a:endParaRPr>
            </a:p>
          </p:txBody>
        </p:sp>
        <p:sp>
          <p:nvSpPr>
            <p:cNvPr id="52" name="Freeform: Shape 11">
              <a:extLst>
                <a:ext uri="{FF2B5EF4-FFF2-40B4-BE49-F238E27FC236}">
                  <a16:creationId xmlns:a16="http://schemas.microsoft.com/office/drawing/2014/main" id="{BF8F9637-803C-4027-B1DD-FF4B960F70C7}"/>
                </a:ext>
              </a:extLst>
            </p:cNvPr>
            <p:cNvSpPr/>
            <p:nvPr/>
          </p:nvSpPr>
          <p:spPr>
            <a:xfrm>
              <a:off x="4366684" y="2927282"/>
              <a:ext cx="37550" cy="2567886"/>
            </a:xfrm>
            <a:custGeom>
              <a:avLst/>
              <a:gdLst>
                <a:gd name="connsiteX0" fmla="*/ 0 w 100173"/>
                <a:gd name="connsiteY0" fmla="*/ 6854148 h 6850294"/>
                <a:gd name="connsiteX1" fmla="*/ 0 w 100173"/>
                <a:gd name="connsiteY1" fmla="*/ 0 h 6850294"/>
                <a:gd name="connsiteX2" fmla="*/ 103255 w 100173"/>
                <a:gd name="connsiteY2" fmla="*/ 0 h 6850294"/>
                <a:gd name="connsiteX3" fmla="*/ 103255 w 100173"/>
                <a:gd name="connsiteY3" fmla="*/ 6854918 h 685029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100173" h="6850294">
                  <a:moveTo>
                    <a:pt x="0" y="6854148"/>
                  </a:moveTo>
                  <a:cubicBezTo>
                    <a:pt x="0" y="4569432"/>
                    <a:pt x="0" y="2286257"/>
                    <a:pt x="0" y="0"/>
                  </a:cubicBezTo>
                  <a:cubicBezTo>
                    <a:pt x="33905" y="0"/>
                    <a:pt x="67809" y="0"/>
                    <a:pt x="103255" y="0"/>
                  </a:cubicBezTo>
                  <a:cubicBezTo>
                    <a:pt x="103255" y="2285486"/>
                    <a:pt x="103255" y="4568661"/>
                    <a:pt x="103255" y="6854918"/>
                  </a:cubicBezTo>
                </a:path>
              </a:pathLst>
            </a:custGeom>
            <a:solidFill>
              <a:schemeClr val="accent6"/>
            </a:solidFill>
            <a:ln w="7704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>
                <a:latin typeface="Times New Roman" pitchFamily="18" charset="0"/>
                <a:cs typeface="Times New Roman" pitchFamily="18" charset="0"/>
              </a:endParaRPr>
            </a:p>
          </p:txBody>
        </p:sp>
        <p:sp>
          <p:nvSpPr>
            <p:cNvPr id="53" name="Freeform: Shape 12">
              <a:extLst>
                <a:ext uri="{FF2B5EF4-FFF2-40B4-BE49-F238E27FC236}">
                  <a16:creationId xmlns:a16="http://schemas.microsoft.com/office/drawing/2014/main" id="{E2E3614D-917B-4D75-AB27-47EA8DF53BB9}"/>
                </a:ext>
              </a:extLst>
            </p:cNvPr>
            <p:cNvSpPr/>
            <p:nvPr/>
          </p:nvSpPr>
          <p:spPr>
            <a:xfrm>
              <a:off x="5957386" y="2926705"/>
              <a:ext cx="37550" cy="2567886"/>
            </a:xfrm>
            <a:custGeom>
              <a:avLst/>
              <a:gdLst>
                <a:gd name="connsiteX0" fmla="*/ 0 w 100173"/>
                <a:gd name="connsiteY0" fmla="*/ 6854918 h 6850294"/>
                <a:gd name="connsiteX1" fmla="*/ 0 w 100173"/>
                <a:gd name="connsiteY1" fmla="*/ 0 h 6850294"/>
                <a:gd name="connsiteX2" fmla="*/ 103255 w 100173"/>
                <a:gd name="connsiteY2" fmla="*/ 0 h 6850294"/>
                <a:gd name="connsiteX3" fmla="*/ 103255 w 100173"/>
                <a:gd name="connsiteY3" fmla="*/ 6854918 h 685029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100173" h="6850294">
                  <a:moveTo>
                    <a:pt x="0" y="6854918"/>
                  </a:moveTo>
                  <a:cubicBezTo>
                    <a:pt x="0" y="4570202"/>
                    <a:pt x="0" y="2286257"/>
                    <a:pt x="0" y="0"/>
                  </a:cubicBezTo>
                  <a:cubicBezTo>
                    <a:pt x="34675" y="0"/>
                    <a:pt x="67809" y="0"/>
                    <a:pt x="103255" y="0"/>
                  </a:cubicBezTo>
                  <a:cubicBezTo>
                    <a:pt x="103255" y="2283945"/>
                    <a:pt x="103255" y="4567891"/>
                    <a:pt x="103255" y="6854918"/>
                  </a:cubicBezTo>
                </a:path>
              </a:pathLst>
            </a:custGeom>
            <a:solidFill>
              <a:schemeClr val="accent6"/>
            </a:solidFill>
            <a:ln w="7704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>
                <a:latin typeface="Times New Roman" pitchFamily="18" charset="0"/>
                <a:cs typeface="Times New Roman" pitchFamily="18" charset="0"/>
              </a:endParaRPr>
            </a:p>
          </p:txBody>
        </p:sp>
        <p:sp>
          <p:nvSpPr>
            <p:cNvPr id="54" name="Freeform: Shape 13">
              <a:extLst>
                <a:ext uri="{FF2B5EF4-FFF2-40B4-BE49-F238E27FC236}">
                  <a16:creationId xmlns:a16="http://schemas.microsoft.com/office/drawing/2014/main" id="{06C95C66-1B93-4941-A93C-4CB3D7C07BDC}"/>
                </a:ext>
              </a:extLst>
            </p:cNvPr>
            <p:cNvSpPr/>
            <p:nvPr/>
          </p:nvSpPr>
          <p:spPr>
            <a:xfrm>
              <a:off x="6024689" y="2926127"/>
              <a:ext cx="37550" cy="2567886"/>
            </a:xfrm>
            <a:custGeom>
              <a:avLst/>
              <a:gdLst>
                <a:gd name="connsiteX0" fmla="*/ 0 w 100173"/>
                <a:gd name="connsiteY0" fmla="*/ 6857230 h 6850294"/>
                <a:gd name="connsiteX1" fmla="*/ 0 w 100173"/>
                <a:gd name="connsiteY1" fmla="*/ 0 h 6850294"/>
                <a:gd name="connsiteX2" fmla="*/ 52398 w 100173"/>
                <a:gd name="connsiteY2" fmla="*/ 0 h 6850294"/>
                <a:gd name="connsiteX3" fmla="*/ 103255 w 100173"/>
                <a:gd name="connsiteY3" fmla="*/ 0 h 6850294"/>
                <a:gd name="connsiteX4" fmla="*/ 103255 w 100173"/>
                <a:gd name="connsiteY4" fmla="*/ 6857230 h 685029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00173" h="6850294">
                  <a:moveTo>
                    <a:pt x="0" y="6857230"/>
                  </a:moveTo>
                  <a:cubicBezTo>
                    <a:pt x="0" y="4572514"/>
                    <a:pt x="0" y="2288569"/>
                    <a:pt x="0" y="0"/>
                  </a:cubicBezTo>
                  <a:cubicBezTo>
                    <a:pt x="17723" y="0"/>
                    <a:pt x="34675" y="0"/>
                    <a:pt x="52398" y="0"/>
                  </a:cubicBezTo>
                  <a:cubicBezTo>
                    <a:pt x="68580" y="0"/>
                    <a:pt x="84762" y="0"/>
                    <a:pt x="103255" y="0"/>
                  </a:cubicBezTo>
                  <a:cubicBezTo>
                    <a:pt x="103255" y="2287798"/>
                    <a:pt x="103255" y="4571743"/>
                    <a:pt x="103255" y="6857230"/>
                  </a:cubicBezTo>
                </a:path>
              </a:pathLst>
            </a:custGeom>
            <a:solidFill>
              <a:schemeClr val="accent6"/>
            </a:solidFill>
            <a:ln w="7704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>
                <a:latin typeface="Times New Roman" pitchFamily="18" charset="0"/>
                <a:cs typeface="Times New Roman" pitchFamily="18" charset="0"/>
              </a:endParaRPr>
            </a:p>
          </p:txBody>
        </p:sp>
        <p:sp>
          <p:nvSpPr>
            <p:cNvPr id="55" name="Freeform: Shape 14">
              <a:extLst>
                <a:ext uri="{FF2B5EF4-FFF2-40B4-BE49-F238E27FC236}">
                  <a16:creationId xmlns:a16="http://schemas.microsoft.com/office/drawing/2014/main" id="{223F541A-2679-4B32-A911-9A44D797AF98}"/>
                </a:ext>
              </a:extLst>
            </p:cNvPr>
            <p:cNvSpPr/>
            <p:nvPr/>
          </p:nvSpPr>
          <p:spPr>
            <a:xfrm>
              <a:off x="5890084" y="2926994"/>
              <a:ext cx="37550" cy="2394576"/>
            </a:xfrm>
            <a:custGeom>
              <a:avLst/>
              <a:gdLst>
                <a:gd name="connsiteX0" fmla="*/ 0 w 100173"/>
                <a:gd name="connsiteY0" fmla="*/ 6392581 h 6387957"/>
                <a:gd name="connsiteX1" fmla="*/ 0 w 100173"/>
                <a:gd name="connsiteY1" fmla="*/ 0 h 6387957"/>
                <a:gd name="connsiteX2" fmla="*/ 101714 w 100173"/>
                <a:gd name="connsiteY2" fmla="*/ 0 h 6387957"/>
                <a:gd name="connsiteX3" fmla="*/ 101714 w 100173"/>
                <a:gd name="connsiteY3" fmla="*/ 6392581 h 638795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100173" h="6387957">
                  <a:moveTo>
                    <a:pt x="0" y="6392581"/>
                  </a:moveTo>
                  <a:cubicBezTo>
                    <a:pt x="0" y="4262748"/>
                    <a:pt x="0" y="2132145"/>
                    <a:pt x="0" y="0"/>
                  </a:cubicBezTo>
                  <a:cubicBezTo>
                    <a:pt x="33904" y="0"/>
                    <a:pt x="67039" y="0"/>
                    <a:pt x="101714" y="0"/>
                  </a:cubicBezTo>
                  <a:cubicBezTo>
                    <a:pt x="101714" y="2130603"/>
                    <a:pt x="101714" y="4260437"/>
                    <a:pt x="101714" y="6392581"/>
                  </a:cubicBezTo>
                </a:path>
              </a:pathLst>
            </a:custGeom>
            <a:solidFill>
              <a:schemeClr val="accent6"/>
            </a:solidFill>
            <a:ln w="7704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>
                <a:latin typeface="Times New Roman" pitchFamily="18" charset="0"/>
                <a:cs typeface="Times New Roman" pitchFamily="18" charset="0"/>
              </a:endParaRPr>
            </a:p>
          </p:txBody>
        </p:sp>
        <p:sp>
          <p:nvSpPr>
            <p:cNvPr id="56" name="Freeform: Shape 15">
              <a:extLst>
                <a:ext uri="{FF2B5EF4-FFF2-40B4-BE49-F238E27FC236}">
                  <a16:creationId xmlns:a16="http://schemas.microsoft.com/office/drawing/2014/main" id="{9041EFEC-89F5-4210-A7DD-5F093E111C71}"/>
                </a:ext>
              </a:extLst>
            </p:cNvPr>
            <p:cNvSpPr/>
            <p:nvPr/>
          </p:nvSpPr>
          <p:spPr>
            <a:xfrm>
              <a:off x="6091991" y="2926994"/>
              <a:ext cx="37550" cy="2394576"/>
            </a:xfrm>
            <a:custGeom>
              <a:avLst/>
              <a:gdLst>
                <a:gd name="connsiteX0" fmla="*/ 0 w 100173"/>
                <a:gd name="connsiteY0" fmla="*/ 6393351 h 6387957"/>
                <a:gd name="connsiteX1" fmla="*/ 0 w 100173"/>
                <a:gd name="connsiteY1" fmla="*/ 0 h 6387957"/>
                <a:gd name="connsiteX2" fmla="*/ 103255 w 100173"/>
                <a:gd name="connsiteY2" fmla="*/ 0 h 6387957"/>
                <a:gd name="connsiteX3" fmla="*/ 103255 w 100173"/>
                <a:gd name="connsiteY3" fmla="*/ 6393351 h 638795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100173" h="6387957">
                  <a:moveTo>
                    <a:pt x="0" y="6393351"/>
                  </a:moveTo>
                  <a:cubicBezTo>
                    <a:pt x="0" y="4261978"/>
                    <a:pt x="0" y="2132915"/>
                    <a:pt x="0" y="0"/>
                  </a:cubicBezTo>
                  <a:cubicBezTo>
                    <a:pt x="34675" y="0"/>
                    <a:pt x="67809" y="0"/>
                    <a:pt x="103255" y="0"/>
                  </a:cubicBezTo>
                  <a:cubicBezTo>
                    <a:pt x="103255" y="2131374"/>
                    <a:pt x="103255" y="4261207"/>
                    <a:pt x="103255" y="6393351"/>
                  </a:cubicBezTo>
                </a:path>
              </a:pathLst>
            </a:custGeom>
            <a:solidFill>
              <a:schemeClr val="accent6"/>
            </a:solidFill>
            <a:ln w="7704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>
                <a:latin typeface="Times New Roman" pitchFamily="18" charset="0"/>
                <a:cs typeface="Times New Roman" pitchFamily="18" charset="0"/>
              </a:endParaRPr>
            </a:p>
          </p:txBody>
        </p:sp>
        <p:sp>
          <p:nvSpPr>
            <p:cNvPr id="57" name="Freeform: Shape 16">
              <a:extLst>
                <a:ext uri="{FF2B5EF4-FFF2-40B4-BE49-F238E27FC236}">
                  <a16:creationId xmlns:a16="http://schemas.microsoft.com/office/drawing/2014/main" id="{6BEF9124-5B72-40AB-8EC4-22F4D7A3A8DA}"/>
                </a:ext>
              </a:extLst>
            </p:cNvPr>
            <p:cNvSpPr/>
            <p:nvPr/>
          </p:nvSpPr>
          <p:spPr>
            <a:xfrm>
              <a:off x="7139759" y="2926994"/>
              <a:ext cx="109764" cy="2394576"/>
            </a:xfrm>
            <a:custGeom>
              <a:avLst/>
              <a:gdLst>
                <a:gd name="connsiteX0" fmla="*/ 0 w 292813"/>
                <a:gd name="connsiteY0" fmla="*/ 6393351 h 6387957"/>
                <a:gd name="connsiteX1" fmla="*/ 0 w 292813"/>
                <a:gd name="connsiteY1" fmla="*/ 0 h 6387957"/>
                <a:gd name="connsiteX2" fmla="*/ 295125 w 292813"/>
                <a:gd name="connsiteY2" fmla="*/ 0 h 6387957"/>
                <a:gd name="connsiteX3" fmla="*/ 295125 w 292813"/>
                <a:gd name="connsiteY3" fmla="*/ 6393351 h 638795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292813" h="6387957">
                  <a:moveTo>
                    <a:pt x="0" y="6393351"/>
                  </a:moveTo>
                  <a:cubicBezTo>
                    <a:pt x="0" y="4261207"/>
                    <a:pt x="0" y="2131374"/>
                    <a:pt x="0" y="0"/>
                  </a:cubicBezTo>
                  <a:cubicBezTo>
                    <a:pt x="99403" y="0"/>
                    <a:pt x="196493" y="0"/>
                    <a:pt x="295125" y="0"/>
                  </a:cubicBezTo>
                  <a:cubicBezTo>
                    <a:pt x="295125" y="2132145"/>
                    <a:pt x="295125" y="4261207"/>
                    <a:pt x="295125" y="6393351"/>
                  </a:cubicBezTo>
                </a:path>
              </a:pathLst>
            </a:custGeom>
            <a:solidFill>
              <a:schemeClr val="accent2"/>
            </a:solidFill>
            <a:ln w="7704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>
                <a:latin typeface="Times New Roman" pitchFamily="18" charset="0"/>
                <a:cs typeface="Times New Roman" pitchFamily="18" charset="0"/>
              </a:endParaRPr>
            </a:p>
          </p:txBody>
        </p:sp>
        <p:sp>
          <p:nvSpPr>
            <p:cNvPr id="58" name="Freeform: Shape 17">
              <a:extLst>
                <a:ext uri="{FF2B5EF4-FFF2-40B4-BE49-F238E27FC236}">
                  <a16:creationId xmlns:a16="http://schemas.microsoft.com/office/drawing/2014/main" id="{8EDECFC8-F9C5-4EEE-86C0-6F94AF3EBFDC}"/>
                </a:ext>
              </a:extLst>
            </p:cNvPr>
            <p:cNvSpPr/>
            <p:nvPr/>
          </p:nvSpPr>
          <p:spPr>
            <a:xfrm>
              <a:off x="7280788" y="2926994"/>
              <a:ext cx="37550" cy="2394576"/>
            </a:xfrm>
            <a:custGeom>
              <a:avLst/>
              <a:gdLst>
                <a:gd name="connsiteX0" fmla="*/ 0 w 100173"/>
                <a:gd name="connsiteY0" fmla="*/ 6392581 h 6387957"/>
                <a:gd name="connsiteX1" fmla="*/ 0 w 100173"/>
                <a:gd name="connsiteY1" fmla="*/ 0 h 6387957"/>
                <a:gd name="connsiteX2" fmla="*/ 103255 w 100173"/>
                <a:gd name="connsiteY2" fmla="*/ 0 h 6387957"/>
                <a:gd name="connsiteX3" fmla="*/ 103255 w 100173"/>
                <a:gd name="connsiteY3" fmla="*/ 6392581 h 638795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100173" h="6387957">
                  <a:moveTo>
                    <a:pt x="0" y="6392581"/>
                  </a:moveTo>
                  <a:cubicBezTo>
                    <a:pt x="0" y="4261207"/>
                    <a:pt x="0" y="2131374"/>
                    <a:pt x="0" y="0"/>
                  </a:cubicBezTo>
                  <a:cubicBezTo>
                    <a:pt x="34675" y="0"/>
                    <a:pt x="67809" y="0"/>
                    <a:pt x="103255" y="0"/>
                  </a:cubicBezTo>
                  <a:cubicBezTo>
                    <a:pt x="103255" y="2130603"/>
                    <a:pt x="103255" y="4260437"/>
                    <a:pt x="103255" y="6392581"/>
                  </a:cubicBezTo>
                </a:path>
              </a:pathLst>
            </a:custGeom>
            <a:solidFill>
              <a:schemeClr val="accent2"/>
            </a:solidFill>
            <a:ln w="7704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>
                <a:latin typeface="Times New Roman" pitchFamily="18" charset="0"/>
                <a:cs typeface="Times New Roman" pitchFamily="18" charset="0"/>
              </a:endParaRPr>
            </a:p>
          </p:txBody>
        </p:sp>
        <p:sp>
          <p:nvSpPr>
            <p:cNvPr id="59" name="Freeform: Shape 18">
              <a:extLst>
                <a:ext uri="{FF2B5EF4-FFF2-40B4-BE49-F238E27FC236}">
                  <a16:creationId xmlns:a16="http://schemas.microsoft.com/office/drawing/2014/main" id="{E6A3002D-C304-4A19-BF24-163A83C7F340}"/>
                </a:ext>
              </a:extLst>
            </p:cNvPr>
            <p:cNvSpPr/>
            <p:nvPr/>
          </p:nvSpPr>
          <p:spPr>
            <a:xfrm>
              <a:off x="7349773" y="2926994"/>
              <a:ext cx="109764" cy="2394576"/>
            </a:xfrm>
            <a:custGeom>
              <a:avLst/>
              <a:gdLst>
                <a:gd name="connsiteX0" fmla="*/ 0 w 292813"/>
                <a:gd name="connsiteY0" fmla="*/ 6393351 h 6387957"/>
                <a:gd name="connsiteX1" fmla="*/ 0 w 292813"/>
                <a:gd name="connsiteY1" fmla="*/ 0 h 6387957"/>
                <a:gd name="connsiteX2" fmla="*/ 295125 w 292813"/>
                <a:gd name="connsiteY2" fmla="*/ 0 h 6387957"/>
                <a:gd name="connsiteX3" fmla="*/ 295125 w 292813"/>
                <a:gd name="connsiteY3" fmla="*/ 6393351 h 638795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292813" h="6387957">
                  <a:moveTo>
                    <a:pt x="0" y="6393351"/>
                  </a:moveTo>
                  <a:cubicBezTo>
                    <a:pt x="0" y="4261207"/>
                    <a:pt x="0" y="2132145"/>
                    <a:pt x="0" y="0"/>
                  </a:cubicBezTo>
                  <a:cubicBezTo>
                    <a:pt x="99402" y="0"/>
                    <a:pt x="195722" y="0"/>
                    <a:pt x="295125" y="0"/>
                  </a:cubicBezTo>
                  <a:cubicBezTo>
                    <a:pt x="295125" y="2132145"/>
                    <a:pt x="295125" y="4261207"/>
                    <a:pt x="295125" y="6393351"/>
                  </a:cubicBezTo>
                </a:path>
              </a:pathLst>
            </a:custGeom>
            <a:solidFill>
              <a:schemeClr val="accent1"/>
            </a:solidFill>
            <a:ln w="7704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>
                <a:latin typeface="Times New Roman" pitchFamily="18" charset="0"/>
                <a:cs typeface="Times New Roman" pitchFamily="18" charset="0"/>
              </a:endParaRPr>
            </a:p>
          </p:txBody>
        </p:sp>
        <p:sp>
          <p:nvSpPr>
            <p:cNvPr id="60" name="Freeform: Shape 19">
              <a:extLst>
                <a:ext uri="{FF2B5EF4-FFF2-40B4-BE49-F238E27FC236}">
                  <a16:creationId xmlns:a16="http://schemas.microsoft.com/office/drawing/2014/main" id="{9775D617-E082-4A59-A05C-8617B093BAB5}"/>
                </a:ext>
              </a:extLst>
            </p:cNvPr>
            <p:cNvSpPr/>
            <p:nvPr/>
          </p:nvSpPr>
          <p:spPr>
            <a:xfrm>
              <a:off x="7548511" y="2927282"/>
              <a:ext cx="41911" cy="2569908"/>
            </a:xfrm>
            <a:custGeom>
              <a:avLst/>
              <a:gdLst>
                <a:gd name="connsiteX0" fmla="*/ 0 w 115584"/>
                <a:gd name="connsiteY0" fmla="*/ 6753975 h 6850294"/>
                <a:gd name="connsiteX1" fmla="*/ 13099 w 115584"/>
                <a:gd name="connsiteY1" fmla="*/ 0 h 6850294"/>
                <a:gd name="connsiteX2" fmla="*/ 118666 w 115584"/>
                <a:gd name="connsiteY2" fmla="*/ 0 h 6850294"/>
                <a:gd name="connsiteX3" fmla="*/ 118666 w 115584"/>
                <a:gd name="connsiteY3" fmla="*/ 6855688 h 6850294"/>
                <a:gd name="connsiteX0" fmla="*/ 0 w 111805"/>
                <a:gd name="connsiteY0" fmla="*/ 6836322 h 6855688"/>
                <a:gd name="connsiteX1" fmla="*/ 6237 w 111805"/>
                <a:gd name="connsiteY1" fmla="*/ 0 h 6855688"/>
                <a:gd name="connsiteX2" fmla="*/ 111804 w 111805"/>
                <a:gd name="connsiteY2" fmla="*/ 0 h 6855688"/>
                <a:gd name="connsiteX3" fmla="*/ 111804 w 111805"/>
                <a:gd name="connsiteY3" fmla="*/ 6855688 h 6855688"/>
                <a:gd name="connsiteX0" fmla="*/ 0 w 111804"/>
                <a:gd name="connsiteY0" fmla="*/ 6853478 h 6855688"/>
                <a:gd name="connsiteX1" fmla="*/ 6237 w 111804"/>
                <a:gd name="connsiteY1" fmla="*/ 0 h 6855688"/>
                <a:gd name="connsiteX2" fmla="*/ 111804 w 111804"/>
                <a:gd name="connsiteY2" fmla="*/ 0 h 6855688"/>
                <a:gd name="connsiteX3" fmla="*/ 111804 w 111804"/>
                <a:gd name="connsiteY3" fmla="*/ 6855688 h 685568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111804" h="6855688">
                  <a:moveTo>
                    <a:pt x="0" y="6853478"/>
                  </a:moveTo>
                  <a:cubicBezTo>
                    <a:pt x="14640" y="4603437"/>
                    <a:pt x="3155" y="2253123"/>
                    <a:pt x="6237" y="0"/>
                  </a:cubicBezTo>
                  <a:lnTo>
                    <a:pt x="111804" y="0"/>
                  </a:lnTo>
                  <a:lnTo>
                    <a:pt x="111804" y="6855688"/>
                  </a:lnTo>
                </a:path>
              </a:pathLst>
            </a:custGeom>
            <a:solidFill>
              <a:schemeClr val="accent1"/>
            </a:solidFill>
            <a:ln w="7704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>
                <a:latin typeface="Times New Roman" pitchFamily="18" charset="0"/>
                <a:cs typeface="Times New Roman" pitchFamily="18" charset="0"/>
              </a:endParaRPr>
            </a:p>
          </p:txBody>
        </p:sp>
        <p:sp>
          <p:nvSpPr>
            <p:cNvPr id="61" name="Freeform: Shape 20">
              <a:extLst>
                <a:ext uri="{FF2B5EF4-FFF2-40B4-BE49-F238E27FC236}">
                  <a16:creationId xmlns:a16="http://schemas.microsoft.com/office/drawing/2014/main" id="{0BDC3C89-2C51-4DDB-8643-89B2A1A6D7DA}"/>
                </a:ext>
              </a:extLst>
            </p:cNvPr>
            <p:cNvSpPr/>
            <p:nvPr/>
          </p:nvSpPr>
          <p:spPr>
            <a:xfrm>
              <a:off x="7485249" y="2926994"/>
              <a:ext cx="37550" cy="2394576"/>
            </a:xfrm>
            <a:custGeom>
              <a:avLst/>
              <a:gdLst>
                <a:gd name="connsiteX0" fmla="*/ 0 w 100173"/>
                <a:gd name="connsiteY0" fmla="*/ 6392581 h 6387957"/>
                <a:gd name="connsiteX1" fmla="*/ 0 w 100173"/>
                <a:gd name="connsiteY1" fmla="*/ 0 h 6387957"/>
                <a:gd name="connsiteX2" fmla="*/ 103255 w 100173"/>
                <a:gd name="connsiteY2" fmla="*/ 0 h 6387957"/>
                <a:gd name="connsiteX3" fmla="*/ 103255 w 100173"/>
                <a:gd name="connsiteY3" fmla="*/ 6392581 h 638795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100173" h="6387957">
                  <a:moveTo>
                    <a:pt x="0" y="6392581"/>
                  </a:moveTo>
                  <a:cubicBezTo>
                    <a:pt x="0" y="4261207"/>
                    <a:pt x="0" y="2131374"/>
                    <a:pt x="0" y="0"/>
                  </a:cubicBezTo>
                  <a:cubicBezTo>
                    <a:pt x="34675" y="0"/>
                    <a:pt x="67809" y="0"/>
                    <a:pt x="103255" y="0"/>
                  </a:cubicBezTo>
                  <a:cubicBezTo>
                    <a:pt x="103255" y="2130603"/>
                    <a:pt x="103255" y="4260437"/>
                    <a:pt x="103255" y="6392581"/>
                  </a:cubicBezTo>
                </a:path>
              </a:pathLst>
            </a:custGeom>
            <a:solidFill>
              <a:schemeClr val="accent1"/>
            </a:solidFill>
            <a:ln w="7704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>
                <a:latin typeface="Times New Roman" pitchFamily="18" charset="0"/>
                <a:cs typeface="Times New Roman" pitchFamily="18" charset="0"/>
              </a:endParaRPr>
            </a:p>
          </p:txBody>
        </p:sp>
        <p:sp>
          <p:nvSpPr>
            <p:cNvPr id="62" name="Freeform: Shape 21">
              <a:extLst>
                <a:ext uri="{FF2B5EF4-FFF2-40B4-BE49-F238E27FC236}">
                  <a16:creationId xmlns:a16="http://schemas.microsoft.com/office/drawing/2014/main" id="{02E00C12-9FC7-4195-8BCC-07392366722B}"/>
                </a:ext>
              </a:extLst>
            </p:cNvPr>
            <p:cNvSpPr/>
            <p:nvPr/>
          </p:nvSpPr>
          <p:spPr>
            <a:xfrm>
              <a:off x="7616134" y="2926994"/>
              <a:ext cx="28885" cy="2567886"/>
            </a:xfrm>
            <a:custGeom>
              <a:avLst/>
              <a:gdLst>
                <a:gd name="connsiteX0" fmla="*/ 0 w 77056"/>
                <a:gd name="connsiteY0" fmla="*/ 6854918 h 6850294"/>
                <a:gd name="connsiteX1" fmla="*/ 0 w 77056"/>
                <a:gd name="connsiteY1" fmla="*/ 0 h 6850294"/>
                <a:gd name="connsiteX2" fmla="*/ 78597 w 77056"/>
                <a:gd name="connsiteY2" fmla="*/ 0 h 6850294"/>
                <a:gd name="connsiteX3" fmla="*/ 78597 w 77056"/>
                <a:gd name="connsiteY3" fmla="*/ 6854918 h 685029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77056" h="6850294">
                  <a:moveTo>
                    <a:pt x="0" y="6854918"/>
                  </a:moveTo>
                  <a:cubicBezTo>
                    <a:pt x="0" y="4570202"/>
                    <a:pt x="0" y="2286257"/>
                    <a:pt x="0" y="0"/>
                  </a:cubicBezTo>
                  <a:cubicBezTo>
                    <a:pt x="25428" y="0"/>
                    <a:pt x="50087" y="0"/>
                    <a:pt x="78597" y="0"/>
                  </a:cubicBezTo>
                  <a:cubicBezTo>
                    <a:pt x="78597" y="2283175"/>
                    <a:pt x="78597" y="4566350"/>
                    <a:pt x="78597" y="6854918"/>
                  </a:cubicBezTo>
                </a:path>
              </a:pathLst>
            </a:custGeom>
            <a:solidFill>
              <a:schemeClr val="accent1"/>
            </a:solidFill>
            <a:ln w="7704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>
                <a:latin typeface="Times New Roman" pitchFamily="18" charset="0"/>
                <a:cs typeface="Times New Roman" pitchFamily="18" charset="0"/>
              </a:endParaRPr>
            </a:p>
          </p:txBody>
        </p:sp>
        <p:sp>
          <p:nvSpPr>
            <p:cNvPr id="63" name="Freeform: Shape 22">
              <a:extLst>
                <a:ext uri="{FF2B5EF4-FFF2-40B4-BE49-F238E27FC236}">
                  <a16:creationId xmlns:a16="http://schemas.microsoft.com/office/drawing/2014/main" id="{1D0AAD00-3589-47E6-AA28-2A387F3F0EE4}"/>
                </a:ext>
              </a:extLst>
            </p:cNvPr>
            <p:cNvSpPr/>
            <p:nvPr/>
          </p:nvSpPr>
          <p:spPr>
            <a:xfrm>
              <a:off x="6838507" y="2926994"/>
              <a:ext cx="109764" cy="2394576"/>
            </a:xfrm>
            <a:custGeom>
              <a:avLst/>
              <a:gdLst>
                <a:gd name="connsiteX0" fmla="*/ 0 w 292813"/>
                <a:gd name="connsiteY0" fmla="*/ 6393351 h 6387957"/>
                <a:gd name="connsiteX1" fmla="*/ 0 w 292813"/>
                <a:gd name="connsiteY1" fmla="*/ 0 h 6387957"/>
                <a:gd name="connsiteX2" fmla="*/ 295125 w 292813"/>
                <a:gd name="connsiteY2" fmla="*/ 0 h 6387957"/>
                <a:gd name="connsiteX3" fmla="*/ 295125 w 292813"/>
                <a:gd name="connsiteY3" fmla="*/ 6393351 h 638795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292813" h="6387957">
                  <a:moveTo>
                    <a:pt x="0" y="6393351"/>
                  </a:moveTo>
                  <a:cubicBezTo>
                    <a:pt x="0" y="4261207"/>
                    <a:pt x="0" y="2131374"/>
                    <a:pt x="0" y="0"/>
                  </a:cubicBezTo>
                  <a:cubicBezTo>
                    <a:pt x="99403" y="0"/>
                    <a:pt x="196493" y="0"/>
                    <a:pt x="295125" y="0"/>
                  </a:cubicBezTo>
                  <a:cubicBezTo>
                    <a:pt x="295125" y="2132145"/>
                    <a:pt x="295125" y="4261207"/>
                    <a:pt x="295125" y="6393351"/>
                  </a:cubicBezTo>
                </a:path>
              </a:pathLst>
            </a:custGeom>
            <a:solidFill>
              <a:schemeClr val="accent3"/>
            </a:solidFill>
            <a:ln w="7704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>
                <a:latin typeface="Times New Roman" pitchFamily="18" charset="0"/>
                <a:cs typeface="Times New Roman" pitchFamily="18" charset="0"/>
              </a:endParaRPr>
            </a:p>
          </p:txBody>
        </p:sp>
        <p:sp>
          <p:nvSpPr>
            <p:cNvPr id="64" name="Freeform: Shape 23">
              <a:extLst>
                <a:ext uri="{FF2B5EF4-FFF2-40B4-BE49-F238E27FC236}">
                  <a16:creationId xmlns:a16="http://schemas.microsoft.com/office/drawing/2014/main" id="{FB03742A-9A93-4AA9-BA98-A8F38D2E4DC1}"/>
                </a:ext>
              </a:extLst>
            </p:cNvPr>
            <p:cNvSpPr/>
            <p:nvPr/>
          </p:nvSpPr>
          <p:spPr>
            <a:xfrm>
              <a:off x="6980994" y="2927282"/>
              <a:ext cx="37550" cy="2394576"/>
            </a:xfrm>
            <a:custGeom>
              <a:avLst/>
              <a:gdLst>
                <a:gd name="connsiteX0" fmla="*/ 0 w 100173"/>
                <a:gd name="connsiteY0" fmla="*/ 6392581 h 6387957"/>
                <a:gd name="connsiteX1" fmla="*/ 0 w 100173"/>
                <a:gd name="connsiteY1" fmla="*/ 0 h 6387957"/>
                <a:gd name="connsiteX2" fmla="*/ 103255 w 100173"/>
                <a:gd name="connsiteY2" fmla="*/ 0 h 6387957"/>
                <a:gd name="connsiteX3" fmla="*/ 103255 w 100173"/>
                <a:gd name="connsiteY3" fmla="*/ 6392581 h 638795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100173" h="6387957">
                  <a:moveTo>
                    <a:pt x="0" y="6392581"/>
                  </a:moveTo>
                  <a:cubicBezTo>
                    <a:pt x="0" y="4261978"/>
                    <a:pt x="0" y="2132145"/>
                    <a:pt x="0" y="0"/>
                  </a:cubicBezTo>
                  <a:cubicBezTo>
                    <a:pt x="33904" y="0"/>
                    <a:pt x="67809" y="0"/>
                    <a:pt x="103255" y="0"/>
                  </a:cubicBezTo>
                  <a:cubicBezTo>
                    <a:pt x="103255" y="2130603"/>
                    <a:pt x="103255" y="4258895"/>
                    <a:pt x="103255" y="6392581"/>
                  </a:cubicBezTo>
                </a:path>
              </a:pathLst>
            </a:custGeom>
            <a:solidFill>
              <a:schemeClr val="accent3"/>
            </a:solidFill>
            <a:ln w="7704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>
                <a:latin typeface="Times New Roman" pitchFamily="18" charset="0"/>
                <a:cs typeface="Times New Roman" pitchFamily="18" charset="0"/>
              </a:endParaRPr>
            </a:p>
          </p:txBody>
        </p:sp>
        <p:sp>
          <p:nvSpPr>
            <p:cNvPr id="65" name="Freeform: Shape 24">
              <a:extLst>
                <a:ext uri="{FF2B5EF4-FFF2-40B4-BE49-F238E27FC236}">
                  <a16:creationId xmlns:a16="http://schemas.microsoft.com/office/drawing/2014/main" id="{88E7AA5F-4FE1-47ED-B092-544CDF7E7611}"/>
                </a:ext>
              </a:extLst>
            </p:cNvPr>
            <p:cNvSpPr/>
            <p:nvPr/>
          </p:nvSpPr>
          <p:spPr>
            <a:xfrm>
              <a:off x="7065051" y="2926994"/>
              <a:ext cx="37550" cy="2394576"/>
            </a:xfrm>
            <a:custGeom>
              <a:avLst/>
              <a:gdLst>
                <a:gd name="connsiteX0" fmla="*/ 0 w 100173"/>
                <a:gd name="connsiteY0" fmla="*/ 6392581 h 6387957"/>
                <a:gd name="connsiteX1" fmla="*/ 0 w 100173"/>
                <a:gd name="connsiteY1" fmla="*/ 0 h 6387957"/>
                <a:gd name="connsiteX2" fmla="*/ 103255 w 100173"/>
                <a:gd name="connsiteY2" fmla="*/ 0 h 6387957"/>
                <a:gd name="connsiteX3" fmla="*/ 103255 w 100173"/>
                <a:gd name="connsiteY3" fmla="*/ 6392581 h 638795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100173" h="6387957">
                  <a:moveTo>
                    <a:pt x="0" y="6392581"/>
                  </a:moveTo>
                  <a:cubicBezTo>
                    <a:pt x="0" y="4261978"/>
                    <a:pt x="0" y="2132145"/>
                    <a:pt x="0" y="0"/>
                  </a:cubicBezTo>
                  <a:cubicBezTo>
                    <a:pt x="33904" y="0"/>
                    <a:pt x="67809" y="0"/>
                    <a:pt x="103255" y="0"/>
                  </a:cubicBezTo>
                  <a:cubicBezTo>
                    <a:pt x="103255" y="2130603"/>
                    <a:pt x="103255" y="4258895"/>
                    <a:pt x="103255" y="6392581"/>
                  </a:cubicBezTo>
                </a:path>
              </a:pathLst>
            </a:custGeom>
            <a:solidFill>
              <a:schemeClr val="accent3"/>
            </a:solidFill>
            <a:ln w="7704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>
                <a:latin typeface="Times New Roman" pitchFamily="18" charset="0"/>
                <a:cs typeface="Times New Roman" pitchFamily="18" charset="0"/>
              </a:endParaRPr>
            </a:p>
          </p:txBody>
        </p:sp>
        <p:sp>
          <p:nvSpPr>
            <p:cNvPr id="66" name="Freeform: Shape 25">
              <a:extLst>
                <a:ext uri="{FF2B5EF4-FFF2-40B4-BE49-F238E27FC236}">
                  <a16:creationId xmlns:a16="http://schemas.microsoft.com/office/drawing/2014/main" id="{3A684DA4-2277-409F-9EAF-808D82B2ECF0}"/>
                </a:ext>
              </a:extLst>
            </p:cNvPr>
            <p:cNvSpPr/>
            <p:nvPr/>
          </p:nvSpPr>
          <p:spPr>
            <a:xfrm>
              <a:off x="6754449" y="2926127"/>
              <a:ext cx="37550" cy="2394576"/>
            </a:xfrm>
            <a:custGeom>
              <a:avLst/>
              <a:gdLst>
                <a:gd name="connsiteX0" fmla="*/ 0 w 100173"/>
                <a:gd name="connsiteY0" fmla="*/ 6392581 h 6387957"/>
                <a:gd name="connsiteX1" fmla="*/ 0 w 100173"/>
                <a:gd name="connsiteY1" fmla="*/ 0 h 6387957"/>
                <a:gd name="connsiteX2" fmla="*/ 103255 w 100173"/>
                <a:gd name="connsiteY2" fmla="*/ 0 h 6387957"/>
                <a:gd name="connsiteX3" fmla="*/ 103255 w 100173"/>
                <a:gd name="connsiteY3" fmla="*/ 6392581 h 638795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100173" h="6387957">
                  <a:moveTo>
                    <a:pt x="0" y="6392581"/>
                  </a:moveTo>
                  <a:cubicBezTo>
                    <a:pt x="0" y="4261978"/>
                    <a:pt x="0" y="2132145"/>
                    <a:pt x="0" y="0"/>
                  </a:cubicBezTo>
                  <a:cubicBezTo>
                    <a:pt x="33905" y="0"/>
                    <a:pt x="67810" y="0"/>
                    <a:pt x="103255" y="0"/>
                  </a:cubicBezTo>
                  <a:cubicBezTo>
                    <a:pt x="103255" y="2131374"/>
                    <a:pt x="103255" y="4260436"/>
                    <a:pt x="103255" y="6392581"/>
                  </a:cubicBezTo>
                </a:path>
              </a:pathLst>
            </a:custGeom>
            <a:solidFill>
              <a:schemeClr val="accent3"/>
            </a:solidFill>
            <a:ln w="7704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>
                <a:latin typeface="Times New Roman" pitchFamily="18" charset="0"/>
                <a:cs typeface="Times New Roman" pitchFamily="18" charset="0"/>
              </a:endParaRPr>
            </a:p>
          </p:txBody>
        </p:sp>
        <p:sp>
          <p:nvSpPr>
            <p:cNvPr id="67" name="Freeform: Shape 26">
              <a:extLst>
                <a:ext uri="{FF2B5EF4-FFF2-40B4-BE49-F238E27FC236}">
                  <a16:creationId xmlns:a16="http://schemas.microsoft.com/office/drawing/2014/main" id="{2F7323EC-CE00-433E-A51A-145CFB04CF45}"/>
                </a:ext>
              </a:extLst>
            </p:cNvPr>
            <p:cNvSpPr/>
            <p:nvPr/>
          </p:nvSpPr>
          <p:spPr>
            <a:xfrm>
              <a:off x="6334914" y="2927282"/>
              <a:ext cx="37550" cy="2394576"/>
            </a:xfrm>
            <a:custGeom>
              <a:avLst/>
              <a:gdLst>
                <a:gd name="connsiteX0" fmla="*/ 0 w 100173"/>
                <a:gd name="connsiteY0" fmla="*/ 6393351 h 6387957"/>
                <a:gd name="connsiteX1" fmla="*/ 0 w 100173"/>
                <a:gd name="connsiteY1" fmla="*/ 0 h 6387957"/>
                <a:gd name="connsiteX2" fmla="*/ 103255 w 100173"/>
                <a:gd name="connsiteY2" fmla="*/ 0 h 6387957"/>
                <a:gd name="connsiteX3" fmla="*/ 103255 w 100173"/>
                <a:gd name="connsiteY3" fmla="*/ 6393351 h 638795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100173" h="6387957">
                  <a:moveTo>
                    <a:pt x="0" y="6393351"/>
                  </a:moveTo>
                  <a:cubicBezTo>
                    <a:pt x="0" y="4262748"/>
                    <a:pt x="0" y="2132915"/>
                    <a:pt x="0" y="0"/>
                  </a:cubicBezTo>
                  <a:cubicBezTo>
                    <a:pt x="33904" y="0"/>
                    <a:pt x="67809" y="0"/>
                    <a:pt x="103255" y="0"/>
                  </a:cubicBezTo>
                  <a:cubicBezTo>
                    <a:pt x="103255" y="2131374"/>
                    <a:pt x="103255" y="4260436"/>
                    <a:pt x="103255" y="6393351"/>
                  </a:cubicBezTo>
                </a:path>
              </a:pathLst>
            </a:custGeom>
            <a:solidFill>
              <a:schemeClr val="accent5"/>
            </a:solidFill>
            <a:ln w="7704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>
                <a:latin typeface="Times New Roman" pitchFamily="18" charset="0"/>
                <a:cs typeface="Times New Roman" pitchFamily="18" charset="0"/>
              </a:endParaRPr>
            </a:p>
          </p:txBody>
        </p:sp>
        <p:sp>
          <p:nvSpPr>
            <p:cNvPr id="68" name="Freeform: Shape 27">
              <a:extLst>
                <a:ext uri="{FF2B5EF4-FFF2-40B4-BE49-F238E27FC236}">
                  <a16:creationId xmlns:a16="http://schemas.microsoft.com/office/drawing/2014/main" id="{B4709B9B-FDB4-4317-A011-02E6C8F5B1D6}"/>
                </a:ext>
              </a:extLst>
            </p:cNvPr>
            <p:cNvSpPr/>
            <p:nvPr/>
          </p:nvSpPr>
          <p:spPr>
            <a:xfrm>
              <a:off x="6159871" y="2926127"/>
              <a:ext cx="37550" cy="2397464"/>
            </a:xfrm>
            <a:custGeom>
              <a:avLst/>
              <a:gdLst>
                <a:gd name="connsiteX0" fmla="*/ 0 w 100173"/>
                <a:gd name="connsiteY0" fmla="*/ 6395663 h 6395662"/>
                <a:gd name="connsiteX1" fmla="*/ 0 w 100173"/>
                <a:gd name="connsiteY1" fmla="*/ 0 h 6395662"/>
                <a:gd name="connsiteX2" fmla="*/ 52398 w 100173"/>
                <a:gd name="connsiteY2" fmla="*/ 0 h 6395662"/>
                <a:gd name="connsiteX3" fmla="*/ 103255 w 100173"/>
                <a:gd name="connsiteY3" fmla="*/ 0 h 6395662"/>
                <a:gd name="connsiteX4" fmla="*/ 103255 w 100173"/>
                <a:gd name="connsiteY4" fmla="*/ 6395663 h 639566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00173" h="6395662">
                  <a:moveTo>
                    <a:pt x="0" y="6395663"/>
                  </a:moveTo>
                  <a:cubicBezTo>
                    <a:pt x="0" y="4265060"/>
                    <a:pt x="0" y="2135227"/>
                    <a:pt x="0" y="0"/>
                  </a:cubicBezTo>
                  <a:cubicBezTo>
                    <a:pt x="17723" y="0"/>
                    <a:pt x="34675" y="0"/>
                    <a:pt x="52398" y="0"/>
                  </a:cubicBezTo>
                  <a:cubicBezTo>
                    <a:pt x="68580" y="0"/>
                    <a:pt x="84762" y="0"/>
                    <a:pt x="103255" y="0"/>
                  </a:cubicBezTo>
                  <a:cubicBezTo>
                    <a:pt x="103255" y="2132915"/>
                    <a:pt x="103255" y="4261977"/>
                    <a:pt x="103255" y="6395663"/>
                  </a:cubicBezTo>
                </a:path>
              </a:pathLst>
            </a:custGeom>
            <a:solidFill>
              <a:schemeClr val="accent5"/>
            </a:solidFill>
            <a:ln w="7704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>
                <a:latin typeface="Times New Roman" pitchFamily="18" charset="0"/>
                <a:cs typeface="Times New Roman" pitchFamily="18" charset="0"/>
              </a:endParaRPr>
            </a:p>
          </p:txBody>
        </p:sp>
        <p:sp>
          <p:nvSpPr>
            <p:cNvPr id="69" name="Freeform: Shape 28">
              <a:extLst>
                <a:ext uri="{FF2B5EF4-FFF2-40B4-BE49-F238E27FC236}">
                  <a16:creationId xmlns:a16="http://schemas.microsoft.com/office/drawing/2014/main" id="{5B1EC1F1-B0AD-45A8-850C-757BDAA9EDF3}"/>
                </a:ext>
              </a:extLst>
            </p:cNvPr>
            <p:cNvSpPr/>
            <p:nvPr/>
          </p:nvSpPr>
          <p:spPr>
            <a:xfrm>
              <a:off x="6231712" y="2926127"/>
              <a:ext cx="72212" cy="2394576"/>
            </a:xfrm>
            <a:custGeom>
              <a:avLst/>
              <a:gdLst>
                <a:gd name="connsiteX0" fmla="*/ 0 w 192640"/>
                <a:gd name="connsiteY0" fmla="*/ 6392581 h 6387957"/>
                <a:gd name="connsiteX1" fmla="*/ 0 w 192640"/>
                <a:gd name="connsiteY1" fmla="*/ 0 h 6387957"/>
                <a:gd name="connsiteX2" fmla="*/ 198805 w 192640"/>
                <a:gd name="connsiteY2" fmla="*/ 0 h 6387957"/>
                <a:gd name="connsiteX3" fmla="*/ 198805 w 192640"/>
                <a:gd name="connsiteY3" fmla="*/ 6392581 h 638795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192640" h="6387957">
                  <a:moveTo>
                    <a:pt x="0" y="6392581"/>
                  </a:moveTo>
                  <a:cubicBezTo>
                    <a:pt x="0" y="4261207"/>
                    <a:pt x="0" y="2132145"/>
                    <a:pt x="0" y="0"/>
                  </a:cubicBezTo>
                  <a:cubicBezTo>
                    <a:pt x="66268" y="0"/>
                    <a:pt x="131766" y="0"/>
                    <a:pt x="198805" y="0"/>
                  </a:cubicBezTo>
                  <a:cubicBezTo>
                    <a:pt x="198805" y="2131374"/>
                    <a:pt x="198805" y="4261207"/>
                    <a:pt x="198805" y="6392581"/>
                  </a:cubicBezTo>
                </a:path>
              </a:pathLst>
            </a:custGeom>
            <a:solidFill>
              <a:schemeClr val="accent5"/>
            </a:solidFill>
            <a:ln w="7704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>
                <a:latin typeface="Times New Roman" pitchFamily="18" charset="0"/>
                <a:cs typeface="Times New Roman" pitchFamily="18" charset="0"/>
              </a:endParaRPr>
            </a:p>
          </p:txBody>
        </p:sp>
        <p:sp>
          <p:nvSpPr>
            <p:cNvPr id="70" name="Freeform: Shape 29">
              <a:extLst>
                <a:ext uri="{FF2B5EF4-FFF2-40B4-BE49-F238E27FC236}">
                  <a16:creationId xmlns:a16="http://schemas.microsoft.com/office/drawing/2014/main" id="{A2938C77-837E-4B2B-B960-3EB47EDA82E0}"/>
                </a:ext>
              </a:extLst>
            </p:cNvPr>
            <p:cNvSpPr/>
            <p:nvPr/>
          </p:nvSpPr>
          <p:spPr>
            <a:xfrm>
              <a:off x="6598401" y="2927282"/>
              <a:ext cx="37550" cy="2394576"/>
            </a:xfrm>
            <a:custGeom>
              <a:avLst/>
              <a:gdLst>
                <a:gd name="connsiteX0" fmla="*/ 0 w 100173"/>
                <a:gd name="connsiteY0" fmla="*/ 6392581 h 6387957"/>
                <a:gd name="connsiteX1" fmla="*/ 0 w 100173"/>
                <a:gd name="connsiteY1" fmla="*/ 0 h 6387957"/>
                <a:gd name="connsiteX2" fmla="*/ 103255 w 100173"/>
                <a:gd name="connsiteY2" fmla="*/ 0 h 6387957"/>
                <a:gd name="connsiteX3" fmla="*/ 103255 w 100173"/>
                <a:gd name="connsiteY3" fmla="*/ 6392581 h 638795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100173" h="6387957">
                  <a:moveTo>
                    <a:pt x="0" y="6392581"/>
                  </a:moveTo>
                  <a:cubicBezTo>
                    <a:pt x="0" y="4261207"/>
                    <a:pt x="0" y="2131374"/>
                    <a:pt x="0" y="0"/>
                  </a:cubicBezTo>
                  <a:cubicBezTo>
                    <a:pt x="34675" y="0"/>
                    <a:pt x="67809" y="0"/>
                    <a:pt x="103255" y="0"/>
                  </a:cubicBezTo>
                  <a:cubicBezTo>
                    <a:pt x="103255" y="2130603"/>
                    <a:pt x="103255" y="4260437"/>
                    <a:pt x="103255" y="6392581"/>
                  </a:cubicBezTo>
                </a:path>
              </a:pathLst>
            </a:custGeom>
            <a:solidFill>
              <a:schemeClr val="accent4"/>
            </a:solidFill>
            <a:ln w="7704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>
                <a:latin typeface="Times New Roman" pitchFamily="18" charset="0"/>
                <a:cs typeface="Times New Roman" pitchFamily="18" charset="0"/>
              </a:endParaRPr>
            </a:p>
          </p:txBody>
        </p:sp>
        <p:sp>
          <p:nvSpPr>
            <p:cNvPr id="71" name="Freeform: Shape 30">
              <a:extLst>
                <a:ext uri="{FF2B5EF4-FFF2-40B4-BE49-F238E27FC236}">
                  <a16:creationId xmlns:a16="http://schemas.microsoft.com/office/drawing/2014/main" id="{CBC47B0E-2E60-45E8-881E-4915E654C9B6}"/>
                </a:ext>
              </a:extLst>
            </p:cNvPr>
            <p:cNvSpPr/>
            <p:nvPr/>
          </p:nvSpPr>
          <p:spPr>
            <a:xfrm>
              <a:off x="6680669" y="2927282"/>
              <a:ext cx="37550" cy="2394576"/>
            </a:xfrm>
            <a:custGeom>
              <a:avLst/>
              <a:gdLst>
                <a:gd name="connsiteX0" fmla="*/ 0 w 100173"/>
                <a:gd name="connsiteY0" fmla="*/ 6392581 h 6387957"/>
                <a:gd name="connsiteX1" fmla="*/ 0 w 100173"/>
                <a:gd name="connsiteY1" fmla="*/ 0 h 6387957"/>
                <a:gd name="connsiteX2" fmla="*/ 103255 w 100173"/>
                <a:gd name="connsiteY2" fmla="*/ 0 h 6387957"/>
                <a:gd name="connsiteX3" fmla="*/ 103255 w 100173"/>
                <a:gd name="connsiteY3" fmla="*/ 6392581 h 638795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100173" h="6387957">
                  <a:moveTo>
                    <a:pt x="0" y="6392581"/>
                  </a:moveTo>
                  <a:cubicBezTo>
                    <a:pt x="0" y="4261978"/>
                    <a:pt x="0" y="2132145"/>
                    <a:pt x="0" y="0"/>
                  </a:cubicBezTo>
                  <a:cubicBezTo>
                    <a:pt x="33905" y="0"/>
                    <a:pt x="67810" y="0"/>
                    <a:pt x="103255" y="0"/>
                  </a:cubicBezTo>
                  <a:cubicBezTo>
                    <a:pt x="103255" y="2131374"/>
                    <a:pt x="103255" y="4260436"/>
                    <a:pt x="103255" y="6392581"/>
                  </a:cubicBezTo>
                </a:path>
              </a:pathLst>
            </a:custGeom>
            <a:solidFill>
              <a:schemeClr val="accent4"/>
            </a:solidFill>
            <a:ln w="7704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>
                <a:latin typeface="Times New Roman" pitchFamily="18" charset="0"/>
                <a:cs typeface="Times New Roman" pitchFamily="18" charset="0"/>
              </a:endParaRPr>
            </a:p>
          </p:txBody>
        </p:sp>
        <p:sp>
          <p:nvSpPr>
            <p:cNvPr id="72" name="Freeform: Shape 31">
              <a:extLst>
                <a:ext uri="{FF2B5EF4-FFF2-40B4-BE49-F238E27FC236}">
                  <a16:creationId xmlns:a16="http://schemas.microsoft.com/office/drawing/2014/main" id="{3DAE118A-9A0B-464A-A419-8ACDDED1A668}"/>
                </a:ext>
              </a:extLst>
            </p:cNvPr>
            <p:cNvSpPr/>
            <p:nvPr/>
          </p:nvSpPr>
          <p:spPr>
            <a:xfrm>
              <a:off x="6516134" y="2927282"/>
              <a:ext cx="37550" cy="2394576"/>
            </a:xfrm>
            <a:custGeom>
              <a:avLst/>
              <a:gdLst>
                <a:gd name="connsiteX0" fmla="*/ 0 w 100173"/>
                <a:gd name="connsiteY0" fmla="*/ 6391811 h 6387957"/>
                <a:gd name="connsiteX1" fmla="*/ 0 w 100173"/>
                <a:gd name="connsiteY1" fmla="*/ 0 h 6387957"/>
                <a:gd name="connsiteX2" fmla="*/ 103255 w 100173"/>
                <a:gd name="connsiteY2" fmla="*/ 0 h 6387957"/>
                <a:gd name="connsiteX3" fmla="*/ 103255 w 100173"/>
                <a:gd name="connsiteY3" fmla="*/ 6391811 h 638795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100173" h="6387957">
                  <a:moveTo>
                    <a:pt x="0" y="6391811"/>
                  </a:moveTo>
                  <a:cubicBezTo>
                    <a:pt x="0" y="4261978"/>
                    <a:pt x="0" y="2132145"/>
                    <a:pt x="0" y="0"/>
                  </a:cubicBezTo>
                  <a:cubicBezTo>
                    <a:pt x="33134" y="0"/>
                    <a:pt x="67039" y="0"/>
                    <a:pt x="103255" y="0"/>
                  </a:cubicBezTo>
                  <a:cubicBezTo>
                    <a:pt x="103255" y="2130603"/>
                    <a:pt x="103255" y="4260436"/>
                    <a:pt x="103255" y="6391811"/>
                  </a:cubicBezTo>
                </a:path>
              </a:pathLst>
            </a:custGeom>
            <a:solidFill>
              <a:schemeClr val="accent4"/>
            </a:solidFill>
            <a:ln w="7704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>
                <a:latin typeface="Times New Roman" pitchFamily="18" charset="0"/>
                <a:cs typeface="Times New Roman" pitchFamily="18" charset="0"/>
              </a:endParaRPr>
            </a:p>
          </p:txBody>
        </p:sp>
        <p:sp>
          <p:nvSpPr>
            <p:cNvPr id="73" name="Freeform: Shape 32">
              <a:extLst>
                <a:ext uri="{FF2B5EF4-FFF2-40B4-BE49-F238E27FC236}">
                  <a16:creationId xmlns:a16="http://schemas.microsoft.com/office/drawing/2014/main" id="{1F649A72-E7E5-40E7-A9FD-D6AC24E2F675}"/>
                </a:ext>
              </a:extLst>
            </p:cNvPr>
            <p:cNvSpPr/>
            <p:nvPr/>
          </p:nvSpPr>
          <p:spPr>
            <a:xfrm>
              <a:off x="6399205" y="2927282"/>
              <a:ext cx="72212" cy="2394576"/>
            </a:xfrm>
            <a:custGeom>
              <a:avLst/>
              <a:gdLst>
                <a:gd name="connsiteX0" fmla="*/ 0 w 192640"/>
                <a:gd name="connsiteY0" fmla="*/ 6392581 h 6387957"/>
                <a:gd name="connsiteX1" fmla="*/ 0 w 192640"/>
                <a:gd name="connsiteY1" fmla="*/ 0 h 6387957"/>
                <a:gd name="connsiteX2" fmla="*/ 198805 w 192640"/>
                <a:gd name="connsiteY2" fmla="*/ 0 h 6387957"/>
                <a:gd name="connsiteX3" fmla="*/ 198805 w 192640"/>
                <a:gd name="connsiteY3" fmla="*/ 6392581 h 638795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192640" h="6387957">
                  <a:moveTo>
                    <a:pt x="0" y="6392581"/>
                  </a:moveTo>
                  <a:cubicBezTo>
                    <a:pt x="0" y="4261207"/>
                    <a:pt x="0" y="2132145"/>
                    <a:pt x="0" y="0"/>
                  </a:cubicBezTo>
                  <a:cubicBezTo>
                    <a:pt x="66268" y="0"/>
                    <a:pt x="131766" y="0"/>
                    <a:pt x="198805" y="0"/>
                  </a:cubicBezTo>
                  <a:cubicBezTo>
                    <a:pt x="198805" y="2131374"/>
                    <a:pt x="198805" y="4261207"/>
                    <a:pt x="198805" y="6392581"/>
                  </a:cubicBezTo>
                </a:path>
              </a:pathLst>
            </a:custGeom>
            <a:solidFill>
              <a:schemeClr val="accent4"/>
            </a:solidFill>
            <a:ln w="7704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>
                <a:latin typeface="Times New Roman" pitchFamily="18" charset="0"/>
                <a:cs typeface="Times New Roman" pitchFamily="18" charset="0"/>
              </a:endParaRPr>
            </a:p>
          </p:txBody>
        </p:sp>
        <p:sp>
          <p:nvSpPr>
            <p:cNvPr id="74" name="Freeform: Shape 33">
              <a:extLst>
                <a:ext uri="{FF2B5EF4-FFF2-40B4-BE49-F238E27FC236}">
                  <a16:creationId xmlns:a16="http://schemas.microsoft.com/office/drawing/2014/main" id="{6D8ADBB6-DBB0-42F5-95EC-13A9026E7E5C}"/>
                </a:ext>
              </a:extLst>
            </p:cNvPr>
            <p:cNvSpPr/>
            <p:nvPr/>
          </p:nvSpPr>
          <p:spPr>
            <a:xfrm>
              <a:off x="5237391" y="2926127"/>
              <a:ext cx="144425" cy="2394576"/>
            </a:xfrm>
            <a:custGeom>
              <a:avLst/>
              <a:gdLst>
                <a:gd name="connsiteX0" fmla="*/ 0 w 385280"/>
                <a:gd name="connsiteY0" fmla="*/ 6393351 h 6387957"/>
                <a:gd name="connsiteX1" fmla="*/ 0 w 385280"/>
                <a:gd name="connsiteY1" fmla="*/ 0 h 6387957"/>
                <a:gd name="connsiteX2" fmla="*/ 387593 w 385280"/>
                <a:gd name="connsiteY2" fmla="*/ 0 h 6387957"/>
                <a:gd name="connsiteX3" fmla="*/ 387593 w 385280"/>
                <a:gd name="connsiteY3" fmla="*/ 6393351 h 638795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385280" h="6387957">
                  <a:moveTo>
                    <a:pt x="0" y="6393351"/>
                  </a:moveTo>
                  <a:cubicBezTo>
                    <a:pt x="0" y="4262748"/>
                    <a:pt x="0" y="2132145"/>
                    <a:pt x="0" y="0"/>
                  </a:cubicBezTo>
                  <a:cubicBezTo>
                    <a:pt x="128684" y="0"/>
                    <a:pt x="256597" y="0"/>
                    <a:pt x="387593" y="0"/>
                  </a:cubicBezTo>
                  <a:cubicBezTo>
                    <a:pt x="387593" y="2130603"/>
                    <a:pt x="387593" y="4261207"/>
                    <a:pt x="387593" y="6393351"/>
                  </a:cubicBezTo>
                </a:path>
              </a:pathLst>
            </a:custGeom>
            <a:solidFill>
              <a:schemeClr val="accent3"/>
            </a:solidFill>
            <a:ln w="7704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>
                <a:latin typeface="Times New Roman" pitchFamily="18" charset="0"/>
                <a:cs typeface="Times New Roman" pitchFamily="18" charset="0"/>
              </a:endParaRPr>
            </a:p>
          </p:txBody>
        </p:sp>
        <p:sp>
          <p:nvSpPr>
            <p:cNvPr id="75" name="Freeform: Shape 34">
              <a:extLst>
                <a:ext uri="{FF2B5EF4-FFF2-40B4-BE49-F238E27FC236}">
                  <a16:creationId xmlns:a16="http://schemas.microsoft.com/office/drawing/2014/main" id="{ADE508B9-175A-45B9-B0B1-049223FA4186}"/>
                </a:ext>
              </a:extLst>
            </p:cNvPr>
            <p:cNvSpPr/>
            <p:nvPr/>
          </p:nvSpPr>
          <p:spPr>
            <a:xfrm>
              <a:off x="5123269" y="2926994"/>
              <a:ext cx="72212" cy="2394576"/>
            </a:xfrm>
            <a:custGeom>
              <a:avLst/>
              <a:gdLst>
                <a:gd name="connsiteX0" fmla="*/ 0 w 192640"/>
                <a:gd name="connsiteY0" fmla="*/ 6392581 h 6387957"/>
                <a:gd name="connsiteX1" fmla="*/ 0 w 192640"/>
                <a:gd name="connsiteY1" fmla="*/ 0 h 6387957"/>
                <a:gd name="connsiteX2" fmla="*/ 198805 w 192640"/>
                <a:gd name="connsiteY2" fmla="*/ 0 h 6387957"/>
                <a:gd name="connsiteX3" fmla="*/ 198805 w 192640"/>
                <a:gd name="connsiteY3" fmla="*/ 6392581 h 638795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192640" h="6387957">
                  <a:moveTo>
                    <a:pt x="0" y="6392581"/>
                  </a:moveTo>
                  <a:cubicBezTo>
                    <a:pt x="0" y="4261207"/>
                    <a:pt x="0" y="2132145"/>
                    <a:pt x="0" y="0"/>
                  </a:cubicBezTo>
                  <a:cubicBezTo>
                    <a:pt x="67039" y="0"/>
                    <a:pt x="131766" y="0"/>
                    <a:pt x="198805" y="0"/>
                  </a:cubicBezTo>
                  <a:cubicBezTo>
                    <a:pt x="198805" y="2130603"/>
                    <a:pt x="198805" y="4259666"/>
                    <a:pt x="198805" y="6392581"/>
                  </a:cubicBezTo>
                </a:path>
              </a:pathLst>
            </a:custGeom>
            <a:solidFill>
              <a:schemeClr val="accent3"/>
            </a:solidFill>
            <a:ln w="7704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>
                <a:latin typeface="Times New Roman" pitchFamily="18" charset="0"/>
                <a:cs typeface="Times New Roman" pitchFamily="18" charset="0"/>
              </a:endParaRPr>
            </a:p>
          </p:txBody>
        </p:sp>
        <p:sp>
          <p:nvSpPr>
            <p:cNvPr id="76" name="Freeform: Shape 35">
              <a:extLst>
                <a:ext uri="{FF2B5EF4-FFF2-40B4-BE49-F238E27FC236}">
                  <a16:creationId xmlns:a16="http://schemas.microsoft.com/office/drawing/2014/main" id="{99239F86-0B10-4B81-A9D7-48FE3BFF2721}"/>
                </a:ext>
              </a:extLst>
            </p:cNvPr>
            <p:cNvSpPr/>
            <p:nvPr/>
          </p:nvSpPr>
          <p:spPr>
            <a:xfrm>
              <a:off x="5611343" y="2927282"/>
              <a:ext cx="72212" cy="2394576"/>
            </a:xfrm>
            <a:custGeom>
              <a:avLst/>
              <a:gdLst>
                <a:gd name="connsiteX0" fmla="*/ 0 w 192640"/>
                <a:gd name="connsiteY0" fmla="*/ 6392581 h 6387957"/>
                <a:gd name="connsiteX1" fmla="*/ 0 w 192640"/>
                <a:gd name="connsiteY1" fmla="*/ 0 h 6387957"/>
                <a:gd name="connsiteX2" fmla="*/ 198805 w 192640"/>
                <a:gd name="connsiteY2" fmla="*/ 0 h 6387957"/>
                <a:gd name="connsiteX3" fmla="*/ 198805 w 192640"/>
                <a:gd name="connsiteY3" fmla="*/ 6392581 h 638795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192640" h="6387957">
                  <a:moveTo>
                    <a:pt x="0" y="6392581"/>
                  </a:moveTo>
                  <a:cubicBezTo>
                    <a:pt x="0" y="4261207"/>
                    <a:pt x="0" y="2132145"/>
                    <a:pt x="0" y="0"/>
                  </a:cubicBezTo>
                  <a:cubicBezTo>
                    <a:pt x="66268" y="0"/>
                    <a:pt x="131766" y="0"/>
                    <a:pt x="198805" y="0"/>
                  </a:cubicBezTo>
                  <a:cubicBezTo>
                    <a:pt x="198805" y="2131374"/>
                    <a:pt x="198805" y="4261207"/>
                    <a:pt x="198805" y="6392581"/>
                  </a:cubicBezTo>
                </a:path>
              </a:pathLst>
            </a:custGeom>
            <a:solidFill>
              <a:schemeClr val="accent3"/>
            </a:solidFill>
            <a:ln w="7704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>
                <a:latin typeface="Times New Roman" pitchFamily="18" charset="0"/>
                <a:cs typeface="Times New Roman" pitchFamily="18" charset="0"/>
              </a:endParaRPr>
            </a:p>
          </p:txBody>
        </p:sp>
        <p:sp>
          <p:nvSpPr>
            <p:cNvPr id="77" name="Freeform: Shape 36">
              <a:extLst>
                <a:ext uri="{FF2B5EF4-FFF2-40B4-BE49-F238E27FC236}">
                  <a16:creationId xmlns:a16="http://schemas.microsoft.com/office/drawing/2014/main" id="{22343604-CEAD-4F0E-9744-F9A4494FE137}"/>
                </a:ext>
              </a:extLst>
            </p:cNvPr>
            <p:cNvSpPr/>
            <p:nvPr/>
          </p:nvSpPr>
          <p:spPr>
            <a:xfrm>
              <a:off x="5407259" y="2926994"/>
              <a:ext cx="37550" cy="2394576"/>
            </a:xfrm>
            <a:custGeom>
              <a:avLst/>
              <a:gdLst>
                <a:gd name="connsiteX0" fmla="*/ 0 w 100173"/>
                <a:gd name="connsiteY0" fmla="*/ 6392581 h 6387957"/>
                <a:gd name="connsiteX1" fmla="*/ 0 w 100173"/>
                <a:gd name="connsiteY1" fmla="*/ 0 h 6387957"/>
                <a:gd name="connsiteX2" fmla="*/ 103255 w 100173"/>
                <a:gd name="connsiteY2" fmla="*/ 0 h 6387957"/>
                <a:gd name="connsiteX3" fmla="*/ 103255 w 100173"/>
                <a:gd name="connsiteY3" fmla="*/ 6392581 h 638795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100173" h="6387957">
                  <a:moveTo>
                    <a:pt x="0" y="6392581"/>
                  </a:moveTo>
                  <a:cubicBezTo>
                    <a:pt x="0" y="4261978"/>
                    <a:pt x="0" y="2132145"/>
                    <a:pt x="0" y="0"/>
                  </a:cubicBezTo>
                  <a:cubicBezTo>
                    <a:pt x="34675" y="0"/>
                    <a:pt x="67810" y="0"/>
                    <a:pt x="103255" y="0"/>
                  </a:cubicBezTo>
                  <a:cubicBezTo>
                    <a:pt x="103255" y="2130603"/>
                    <a:pt x="103255" y="4259666"/>
                    <a:pt x="103255" y="6392581"/>
                  </a:cubicBezTo>
                </a:path>
              </a:pathLst>
            </a:custGeom>
            <a:solidFill>
              <a:schemeClr val="accent3"/>
            </a:solidFill>
            <a:ln w="7704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>
                <a:latin typeface="Times New Roman" pitchFamily="18" charset="0"/>
                <a:cs typeface="Times New Roman" pitchFamily="18" charset="0"/>
              </a:endParaRPr>
            </a:p>
          </p:txBody>
        </p:sp>
        <p:sp>
          <p:nvSpPr>
            <p:cNvPr id="78" name="Freeform: Shape 37">
              <a:extLst>
                <a:ext uri="{FF2B5EF4-FFF2-40B4-BE49-F238E27FC236}">
                  <a16:creationId xmlns:a16="http://schemas.microsoft.com/office/drawing/2014/main" id="{A42CD82D-6017-48CB-B5FB-11C2D806B5D9}"/>
                </a:ext>
              </a:extLst>
            </p:cNvPr>
            <p:cNvSpPr/>
            <p:nvPr/>
          </p:nvSpPr>
          <p:spPr>
            <a:xfrm>
              <a:off x="5470252" y="2926994"/>
              <a:ext cx="37550" cy="2394576"/>
            </a:xfrm>
            <a:custGeom>
              <a:avLst/>
              <a:gdLst>
                <a:gd name="connsiteX0" fmla="*/ 0 w 100173"/>
                <a:gd name="connsiteY0" fmla="*/ 6392581 h 6387957"/>
                <a:gd name="connsiteX1" fmla="*/ 0 w 100173"/>
                <a:gd name="connsiteY1" fmla="*/ 0 h 6387957"/>
                <a:gd name="connsiteX2" fmla="*/ 103255 w 100173"/>
                <a:gd name="connsiteY2" fmla="*/ 0 h 6387957"/>
                <a:gd name="connsiteX3" fmla="*/ 103255 w 100173"/>
                <a:gd name="connsiteY3" fmla="*/ 6392581 h 638795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100173" h="6387957">
                  <a:moveTo>
                    <a:pt x="0" y="6392581"/>
                  </a:moveTo>
                  <a:cubicBezTo>
                    <a:pt x="0" y="4261978"/>
                    <a:pt x="0" y="2132145"/>
                    <a:pt x="0" y="0"/>
                  </a:cubicBezTo>
                  <a:cubicBezTo>
                    <a:pt x="34675" y="0"/>
                    <a:pt x="67809" y="0"/>
                    <a:pt x="103255" y="0"/>
                  </a:cubicBezTo>
                  <a:cubicBezTo>
                    <a:pt x="103255" y="2130603"/>
                    <a:pt x="103255" y="4259666"/>
                    <a:pt x="103255" y="6392581"/>
                  </a:cubicBezTo>
                </a:path>
              </a:pathLst>
            </a:custGeom>
            <a:solidFill>
              <a:schemeClr val="accent3"/>
            </a:solidFill>
            <a:ln w="7704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>
                <a:latin typeface="Times New Roman" pitchFamily="18" charset="0"/>
                <a:cs typeface="Times New Roman" pitchFamily="18" charset="0"/>
              </a:endParaRPr>
            </a:p>
          </p:txBody>
        </p:sp>
        <p:sp>
          <p:nvSpPr>
            <p:cNvPr id="79" name="Freeform: Shape 38">
              <a:extLst>
                <a:ext uri="{FF2B5EF4-FFF2-40B4-BE49-F238E27FC236}">
                  <a16:creationId xmlns:a16="http://schemas.microsoft.com/office/drawing/2014/main" id="{7E7C632F-4F98-4EC9-BC85-3415349B466C}"/>
                </a:ext>
              </a:extLst>
            </p:cNvPr>
            <p:cNvSpPr/>
            <p:nvPr/>
          </p:nvSpPr>
          <p:spPr>
            <a:xfrm>
              <a:off x="5533244" y="2926127"/>
              <a:ext cx="37550" cy="2394576"/>
            </a:xfrm>
            <a:custGeom>
              <a:avLst/>
              <a:gdLst>
                <a:gd name="connsiteX0" fmla="*/ 0 w 100173"/>
                <a:gd name="connsiteY0" fmla="*/ 6392581 h 6387957"/>
                <a:gd name="connsiteX1" fmla="*/ 0 w 100173"/>
                <a:gd name="connsiteY1" fmla="*/ 0 h 6387957"/>
                <a:gd name="connsiteX2" fmla="*/ 103255 w 100173"/>
                <a:gd name="connsiteY2" fmla="*/ 0 h 6387957"/>
                <a:gd name="connsiteX3" fmla="*/ 103255 w 100173"/>
                <a:gd name="connsiteY3" fmla="*/ 6392581 h 638795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100173" h="6387957">
                  <a:moveTo>
                    <a:pt x="0" y="6392581"/>
                  </a:moveTo>
                  <a:cubicBezTo>
                    <a:pt x="0" y="4261978"/>
                    <a:pt x="0" y="2132145"/>
                    <a:pt x="0" y="0"/>
                  </a:cubicBezTo>
                  <a:cubicBezTo>
                    <a:pt x="34675" y="0"/>
                    <a:pt x="67809" y="0"/>
                    <a:pt x="103255" y="0"/>
                  </a:cubicBezTo>
                  <a:cubicBezTo>
                    <a:pt x="103255" y="2130603"/>
                    <a:pt x="103255" y="4259666"/>
                    <a:pt x="103255" y="6392581"/>
                  </a:cubicBezTo>
                </a:path>
              </a:pathLst>
            </a:custGeom>
            <a:solidFill>
              <a:schemeClr val="accent3"/>
            </a:solidFill>
            <a:ln w="7704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>
                <a:latin typeface="Times New Roman" pitchFamily="18" charset="0"/>
                <a:cs typeface="Times New Roman" pitchFamily="18" charset="0"/>
              </a:endParaRPr>
            </a:p>
          </p:txBody>
        </p:sp>
      </p:grpSp>
      <p:pic>
        <p:nvPicPr>
          <p:cNvPr id="80" name="Picture 79">
            <a:extLst>
              <a:ext uri="{FF2B5EF4-FFF2-40B4-BE49-F238E27FC236}">
                <a16:creationId xmlns:a16="http://schemas.microsoft.com/office/drawing/2014/main" id="{9739B8DF-BF90-4FAF-960B-10C51B6CE0CB}"/>
              </a:ext>
            </a:extLst>
          </p:cNvPr>
          <p:cNvPicPr>
            <a:picLocks noChangeAspect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62521" y="190223"/>
            <a:ext cx="6879350" cy="999746"/>
          </a:xfrm>
          <a:prstGeom prst="rect">
            <a:avLst/>
          </a:prstGeom>
        </p:spPr>
      </p:pic>
      <p:grpSp>
        <p:nvGrpSpPr>
          <p:cNvPr id="81" name="Group 80">
            <a:extLst>
              <a:ext uri="{FF2B5EF4-FFF2-40B4-BE49-F238E27FC236}">
                <a16:creationId xmlns:a16="http://schemas.microsoft.com/office/drawing/2014/main" id="{5E6CF193-8719-48FB-856F-90FC1B07F650}"/>
              </a:ext>
            </a:extLst>
          </p:cNvPr>
          <p:cNvGrpSpPr/>
          <p:nvPr/>
        </p:nvGrpSpPr>
        <p:grpSpPr>
          <a:xfrm>
            <a:off x="4815395" y="6382131"/>
            <a:ext cx="7369479" cy="465286"/>
            <a:chOff x="4817758" y="6382984"/>
            <a:chExt cx="7369479" cy="465286"/>
          </a:xfrm>
        </p:grpSpPr>
        <p:sp>
          <p:nvSpPr>
            <p:cNvPr id="82" name="Rectangle 81">
              <a:extLst>
                <a:ext uri="{FF2B5EF4-FFF2-40B4-BE49-F238E27FC236}">
                  <a16:creationId xmlns:a16="http://schemas.microsoft.com/office/drawing/2014/main" id="{94B4E77E-F183-4D50-A5D4-5180CF84554A}"/>
                </a:ext>
              </a:extLst>
            </p:cNvPr>
            <p:cNvSpPr/>
            <p:nvPr/>
          </p:nvSpPr>
          <p:spPr>
            <a:xfrm>
              <a:off x="4817758" y="6382984"/>
              <a:ext cx="7369479" cy="465286"/>
            </a:xfrm>
            <a:prstGeom prst="rect">
              <a:avLst/>
            </a:prstGeom>
            <a:solidFill>
              <a:schemeClr val="bg1"/>
            </a:solidFill>
            <a:ln>
              <a:solidFill>
                <a:schemeClr val="bg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IN"/>
            </a:p>
          </p:txBody>
        </p:sp>
        <p:pic>
          <p:nvPicPr>
            <p:cNvPr id="83" name="Picture 82">
              <a:extLst>
                <a:ext uri="{FF2B5EF4-FFF2-40B4-BE49-F238E27FC236}">
                  <a16:creationId xmlns:a16="http://schemas.microsoft.com/office/drawing/2014/main" id="{8E7639C8-9742-4BFD-9810-F4F1207514D1}"/>
                </a:ext>
              </a:extLst>
            </p:cNvPr>
            <p:cNvPicPr>
              <a:picLocks noChangeAspect="1"/>
            </p:cNvPicPr>
            <p:nvPr/>
          </p:nvPicPr>
          <p:blipFill>
            <a:blip r:embed="rId3" cstate="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4873655" y="6397831"/>
              <a:ext cx="7281503" cy="417465"/>
            </a:xfrm>
            <a:prstGeom prst="rect">
              <a:avLst/>
            </a:prstGeom>
            <a:ln>
              <a:solidFill>
                <a:schemeClr val="bg1"/>
              </a:solidFill>
            </a:ln>
          </p:spPr>
        </p:pic>
      </p:grpSp>
      <p:sp>
        <p:nvSpPr>
          <p:cNvPr id="84" name="Slide Number Placeholder 9">
            <a:extLst>
              <a:ext uri="{FF2B5EF4-FFF2-40B4-BE49-F238E27FC236}">
                <a16:creationId xmlns:a16="http://schemas.microsoft.com/office/drawing/2014/main" id="{2EF21E9E-5DB7-4DB4-A917-9162B1FD4D1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8610600" y="6356350"/>
            <a:ext cx="2743200" cy="365125"/>
          </a:xfrm>
        </p:spPr>
        <p:txBody>
          <a:bodyPr/>
          <a:lstStyle/>
          <a:p>
            <a:fld id="{38A635C9-4A98-4745-BD96-9D0E32025E69}" type="slidenum">
              <a:rPr lang="en-IN" smtClean="0"/>
              <a:t>1</a:t>
            </a:fld>
            <a:endParaRPr lang="en-IN"/>
          </a:p>
        </p:txBody>
      </p:sp>
      <p:sp>
        <p:nvSpPr>
          <p:cNvPr id="88" name="TextBox 87">
            <a:extLst>
              <a:ext uri="{FF2B5EF4-FFF2-40B4-BE49-F238E27FC236}">
                <a16:creationId xmlns:a16="http://schemas.microsoft.com/office/drawing/2014/main" id="{B652D70E-93A6-F5D4-1E49-9B5AEC660FE0}"/>
              </a:ext>
            </a:extLst>
          </p:cNvPr>
          <p:cNvSpPr txBox="1"/>
          <p:nvPr/>
        </p:nvSpPr>
        <p:spPr>
          <a:xfrm>
            <a:off x="1542374" y="2919296"/>
            <a:ext cx="9107253" cy="95410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en-US" sz="2800" dirty="0">
                <a:solidFill>
                  <a:schemeClr val="accent1">
                    <a:lumMod val="75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Bank Deposit Analysis: A Data-Driven Understanding of India’s Banking Deposit Landscape (2019–2022)</a:t>
            </a:r>
            <a:endParaRPr lang="en-IN" sz="2800" dirty="0">
              <a:solidFill>
                <a:schemeClr val="accent1">
                  <a:lumMod val="75000"/>
                </a:schemeClr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90" name="TextBox 89">
            <a:extLst>
              <a:ext uri="{FF2B5EF4-FFF2-40B4-BE49-F238E27FC236}">
                <a16:creationId xmlns:a16="http://schemas.microsoft.com/office/drawing/2014/main" id="{75791E12-E01A-0648-B85E-DE5C31A80409}"/>
              </a:ext>
            </a:extLst>
          </p:cNvPr>
          <p:cNvSpPr txBox="1"/>
          <p:nvPr/>
        </p:nvSpPr>
        <p:spPr>
          <a:xfrm>
            <a:off x="2618845" y="3980967"/>
            <a:ext cx="7056097" cy="46166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2400" i="1" dirty="0">
                <a:solidFill>
                  <a:schemeClr val="accent1">
                    <a:lumMod val="50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From Raw CSV to an Interactive </a:t>
            </a:r>
            <a:r>
              <a:rPr lang="en-US" sz="2400" i="1" dirty="0" err="1">
                <a:solidFill>
                  <a:schemeClr val="accent1">
                    <a:lumMod val="50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Streamlit</a:t>
            </a:r>
            <a:r>
              <a:rPr lang="en-US" sz="2400" i="1" dirty="0">
                <a:solidFill>
                  <a:schemeClr val="accent1">
                    <a:lumMod val="50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Dashboard</a:t>
            </a:r>
            <a:endParaRPr lang="en-IN" sz="2400" i="1" dirty="0">
              <a:solidFill>
                <a:schemeClr val="accent1">
                  <a:lumMod val="50000"/>
                </a:schemeClr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91" name="TextBox 90">
            <a:extLst>
              <a:ext uri="{FF2B5EF4-FFF2-40B4-BE49-F238E27FC236}">
                <a16:creationId xmlns:a16="http://schemas.microsoft.com/office/drawing/2014/main" id="{48BD337C-F22F-A236-5654-8344444E7D53}"/>
              </a:ext>
            </a:extLst>
          </p:cNvPr>
          <p:cNvSpPr txBox="1"/>
          <p:nvPr/>
        </p:nvSpPr>
        <p:spPr>
          <a:xfrm>
            <a:off x="3843525" y="4717481"/>
            <a:ext cx="4504951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By- Rugwed Yawalkar (22070521010)</a:t>
            </a:r>
          </a:p>
          <a:p>
            <a:pPr algn="ctr"/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Under the Guidance of – Dr. Piyush Chauhan</a:t>
            </a:r>
            <a:endParaRPr lang="en-IN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330403946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79" name="Group 78">
            <a:extLst>
              <a:ext uri="{FF2B5EF4-FFF2-40B4-BE49-F238E27FC236}">
                <a16:creationId xmlns:a16="http://schemas.microsoft.com/office/drawing/2014/main" id="{8AB83803-82FF-4FDF-A9E4-FA57E548D4DF}"/>
              </a:ext>
            </a:extLst>
          </p:cNvPr>
          <p:cNvGrpSpPr/>
          <p:nvPr/>
        </p:nvGrpSpPr>
        <p:grpSpPr>
          <a:xfrm>
            <a:off x="0" y="-699"/>
            <a:ext cx="12196232" cy="6859933"/>
            <a:chOff x="0" y="-699"/>
            <a:chExt cx="12196232" cy="6859933"/>
          </a:xfrm>
        </p:grpSpPr>
        <p:grpSp>
          <p:nvGrpSpPr>
            <p:cNvPr id="2" name="Group 1">
              <a:extLst>
                <a:ext uri="{FF2B5EF4-FFF2-40B4-BE49-F238E27FC236}">
                  <a16:creationId xmlns:a16="http://schemas.microsoft.com/office/drawing/2014/main" id="{4F7233E0-8B4C-403F-B4DC-1EAABD525929}"/>
                </a:ext>
              </a:extLst>
            </p:cNvPr>
            <p:cNvGrpSpPr/>
            <p:nvPr/>
          </p:nvGrpSpPr>
          <p:grpSpPr>
            <a:xfrm>
              <a:off x="4232" y="6382984"/>
              <a:ext cx="12192000" cy="476250"/>
              <a:chOff x="0" y="6381750"/>
              <a:chExt cx="12192000" cy="476250"/>
            </a:xfrm>
            <a:solidFill>
              <a:srgbClr val="C00000"/>
            </a:solidFill>
          </p:grpSpPr>
          <p:sp>
            <p:nvSpPr>
              <p:cNvPr id="3" name="Rectangle 2">
                <a:extLst>
                  <a:ext uri="{FF2B5EF4-FFF2-40B4-BE49-F238E27FC236}">
                    <a16:creationId xmlns:a16="http://schemas.microsoft.com/office/drawing/2014/main" id="{C3EDFE22-777C-4E40-82E4-FD5DB11D8B63}"/>
                  </a:ext>
                </a:extLst>
              </p:cNvPr>
              <p:cNvSpPr/>
              <p:nvPr/>
            </p:nvSpPr>
            <p:spPr>
              <a:xfrm>
                <a:off x="0" y="6381750"/>
                <a:ext cx="12192000" cy="476250"/>
              </a:xfrm>
              <a:prstGeom prst="rect">
                <a:avLst/>
              </a:prstGeom>
              <a:grpFill/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 dirty="0">
                  <a:solidFill>
                    <a:srgbClr val="C00000"/>
                  </a:solidFill>
                  <a:latin typeface="Times New Roman" panose="02020603050405020304" pitchFamily="18" charset="0"/>
                  <a:cs typeface="Times New Roman" pitchFamily="18" charset="0"/>
                </a:endParaRPr>
              </a:p>
            </p:txBody>
          </p:sp>
          <p:grpSp>
            <p:nvGrpSpPr>
              <p:cNvPr id="4" name="Group 3">
                <a:extLst>
                  <a:ext uri="{FF2B5EF4-FFF2-40B4-BE49-F238E27FC236}">
                    <a16:creationId xmlns:a16="http://schemas.microsoft.com/office/drawing/2014/main" id="{314080B3-0E2C-457A-A722-47CA48E69C19}"/>
                  </a:ext>
                </a:extLst>
              </p:cNvPr>
              <p:cNvGrpSpPr/>
              <p:nvPr/>
            </p:nvGrpSpPr>
            <p:grpSpPr>
              <a:xfrm>
                <a:off x="160089" y="6467143"/>
                <a:ext cx="4087748" cy="273466"/>
                <a:chOff x="4366684" y="2926127"/>
                <a:chExt cx="3278335" cy="2571063"/>
              </a:xfrm>
              <a:grpFill/>
            </p:grpSpPr>
            <p:sp>
              <p:nvSpPr>
                <p:cNvPr id="5" name="Freeform: Shape 4">
                  <a:extLst>
                    <a:ext uri="{FF2B5EF4-FFF2-40B4-BE49-F238E27FC236}">
                      <a16:creationId xmlns:a16="http://schemas.microsoft.com/office/drawing/2014/main" id="{375F0EE2-DB06-4E1C-9F66-EAACEFA99A97}"/>
                    </a:ext>
                  </a:extLst>
                </p:cNvPr>
                <p:cNvSpPr/>
                <p:nvPr/>
              </p:nvSpPr>
              <p:spPr>
                <a:xfrm>
                  <a:off x="4744501" y="2926994"/>
                  <a:ext cx="72212" cy="2394576"/>
                </a:xfrm>
                <a:custGeom>
                  <a:avLst/>
                  <a:gdLst>
                    <a:gd name="connsiteX0" fmla="*/ 0 w 192640"/>
                    <a:gd name="connsiteY0" fmla="*/ 6393351 h 6387957"/>
                    <a:gd name="connsiteX1" fmla="*/ 0 w 192640"/>
                    <a:gd name="connsiteY1" fmla="*/ 0 h 6387957"/>
                    <a:gd name="connsiteX2" fmla="*/ 198034 w 192640"/>
                    <a:gd name="connsiteY2" fmla="*/ 0 h 6387957"/>
                    <a:gd name="connsiteX3" fmla="*/ 198034 w 192640"/>
                    <a:gd name="connsiteY3" fmla="*/ 6393351 h 6387957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</a:cxnLst>
                  <a:rect l="l" t="t" r="r" b="b"/>
                  <a:pathLst>
                    <a:path w="192640" h="6387957">
                      <a:moveTo>
                        <a:pt x="0" y="6393351"/>
                      </a:moveTo>
                      <a:cubicBezTo>
                        <a:pt x="0" y="4261207"/>
                        <a:pt x="0" y="2132145"/>
                        <a:pt x="0" y="0"/>
                      </a:cubicBezTo>
                      <a:cubicBezTo>
                        <a:pt x="67039" y="0"/>
                        <a:pt x="131766" y="0"/>
                        <a:pt x="198034" y="0"/>
                      </a:cubicBezTo>
                      <a:cubicBezTo>
                        <a:pt x="198034" y="2132145"/>
                        <a:pt x="198034" y="4261207"/>
                        <a:pt x="198034" y="6393351"/>
                      </a:cubicBezTo>
                    </a:path>
                  </a:pathLst>
                </a:custGeom>
                <a:grpFill/>
                <a:ln w="7704" cap="flat">
                  <a:noFill/>
                  <a:prstDash val="solid"/>
                  <a:miter/>
                </a:ln>
              </p:spPr>
              <p:txBody>
                <a:bodyPr rtlCol="0" anchor="ctr"/>
                <a:lstStyle/>
                <a:p>
                  <a:endParaRPr lang="en-US" dirty="0">
                    <a:solidFill>
                      <a:srgbClr val="C00000"/>
                    </a:solidFill>
                    <a:latin typeface="Times New Roman" panose="02020603050405020304" pitchFamily="18" charset="0"/>
                    <a:cs typeface="Times New Roman" pitchFamily="18" charset="0"/>
                  </a:endParaRPr>
                </a:p>
              </p:txBody>
            </p:sp>
            <p:sp>
              <p:nvSpPr>
                <p:cNvPr id="6" name="Freeform: Shape 5">
                  <a:extLst>
                    <a:ext uri="{FF2B5EF4-FFF2-40B4-BE49-F238E27FC236}">
                      <a16:creationId xmlns:a16="http://schemas.microsoft.com/office/drawing/2014/main" id="{175E547C-4DF2-4010-A85D-7C2F6E73C80D}"/>
                    </a:ext>
                  </a:extLst>
                </p:cNvPr>
                <p:cNvSpPr/>
                <p:nvPr/>
              </p:nvSpPr>
              <p:spPr>
                <a:xfrm>
                  <a:off x="4676621" y="2926994"/>
                  <a:ext cx="37550" cy="2394576"/>
                </a:xfrm>
                <a:custGeom>
                  <a:avLst/>
                  <a:gdLst>
                    <a:gd name="connsiteX0" fmla="*/ 0 w 100173"/>
                    <a:gd name="connsiteY0" fmla="*/ 6392581 h 6387957"/>
                    <a:gd name="connsiteX1" fmla="*/ 0 w 100173"/>
                    <a:gd name="connsiteY1" fmla="*/ 0 h 6387957"/>
                    <a:gd name="connsiteX2" fmla="*/ 103255 w 100173"/>
                    <a:gd name="connsiteY2" fmla="*/ 0 h 6387957"/>
                    <a:gd name="connsiteX3" fmla="*/ 103255 w 100173"/>
                    <a:gd name="connsiteY3" fmla="*/ 6392581 h 6387957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</a:cxnLst>
                  <a:rect l="l" t="t" r="r" b="b"/>
                  <a:pathLst>
                    <a:path w="100173" h="6387957">
                      <a:moveTo>
                        <a:pt x="0" y="6392581"/>
                      </a:moveTo>
                      <a:cubicBezTo>
                        <a:pt x="0" y="4261207"/>
                        <a:pt x="0" y="2131374"/>
                        <a:pt x="0" y="0"/>
                      </a:cubicBezTo>
                      <a:cubicBezTo>
                        <a:pt x="34675" y="0"/>
                        <a:pt x="67809" y="0"/>
                        <a:pt x="103255" y="0"/>
                      </a:cubicBezTo>
                      <a:cubicBezTo>
                        <a:pt x="103255" y="2130603"/>
                        <a:pt x="103255" y="4260437"/>
                        <a:pt x="103255" y="6392581"/>
                      </a:cubicBezTo>
                    </a:path>
                  </a:pathLst>
                </a:custGeom>
                <a:grpFill/>
                <a:ln w="7704" cap="flat">
                  <a:noFill/>
                  <a:prstDash val="solid"/>
                  <a:miter/>
                </a:ln>
              </p:spPr>
              <p:txBody>
                <a:bodyPr rtlCol="0" anchor="ctr"/>
                <a:lstStyle/>
                <a:p>
                  <a:endParaRPr lang="en-US" dirty="0">
                    <a:solidFill>
                      <a:srgbClr val="C00000"/>
                    </a:solidFill>
                    <a:latin typeface="Times New Roman" panose="02020603050405020304" pitchFamily="18" charset="0"/>
                    <a:cs typeface="Times New Roman" pitchFamily="18" charset="0"/>
                  </a:endParaRPr>
                </a:p>
              </p:txBody>
            </p:sp>
            <p:sp>
              <p:nvSpPr>
                <p:cNvPr id="7" name="Freeform: Shape 6">
                  <a:extLst>
                    <a:ext uri="{FF2B5EF4-FFF2-40B4-BE49-F238E27FC236}">
                      <a16:creationId xmlns:a16="http://schemas.microsoft.com/office/drawing/2014/main" id="{3F8BF4F1-A2B9-4C23-BC26-20CA699DD57A}"/>
                    </a:ext>
                  </a:extLst>
                </p:cNvPr>
                <p:cNvSpPr/>
                <p:nvPr/>
              </p:nvSpPr>
              <p:spPr>
                <a:xfrm>
                  <a:off x="5706626" y="2927282"/>
                  <a:ext cx="109764" cy="2394576"/>
                </a:xfrm>
                <a:custGeom>
                  <a:avLst/>
                  <a:gdLst>
                    <a:gd name="connsiteX0" fmla="*/ 0 w 292813"/>
                    <a:gd name="connsiteY0" fmla="*/ 6392581 h 6387957"/>
                    <a:gd name="connsiteX1" fmla="*/ 0 w 292813"/>
                    <a:gd name="connsiteY1" fmla="*/ 0 h 6387957"/>
                    <a:gd name="connsiteX2" fmla="*/ 295125 w 292813"/>
                    <a:gd name="connsiteY2" fmla="*/ 0 h 6387957"/>
                    <a:gd name="connsiteX3" fmla="*/ 295125 w 292813"/>
                    <a:gd name="connsiteY3" fmla="*/ 6392581 h 6387957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</a:cxnLst>
                  <a:rect l="l" t="t" r="r" b="b"/>
                  <a:pathLst>
                    <a:path w="292813" h="6387957">
                      <a:moveTo>
                        <a:pt x="0" y="6392581"/>
                      </a:moveTo>
                      <a:cubicBezTo>
                        <a:pt x="0" y="4261978"/>
                        <a:pt x="0" y="2132145"/>
                        <a:pt x="0" y="0"/>
                      </a:cubicBezTo>
                      <a:cubicBezTo>
                        <a:pt x="97091" y="0"/>
                        <a:pt x="194952" y="0"/>
                        <a:pt x="295125" y="0"/>
                      </a:cubicBezTo>
                      <a:cubicBezTo>
                        <a:pt x="295125" y="2130603"/>
                        <a:pt x="295125" y="4259666"/>
                        <a:pt x="295125" y="6392581"/>
                      </a:cubicBezTo>
                    </a:path>
                  </a:pathLst>
                </a:custGeom>
                <a:grpFill/>
                <a:ln w="7704" cap="flat">
                  <a:noFill/>
                  <a:prstDash val="solid"/>
                  <a:miter/>
                </a:ln>
              </p:spPr>
              <p:txBody>
                <a:bodyPr rtlCol="0" anchor="ctr"/>
                <a:lstStyle/>
                <a:p>
                  <a:endParaRPr lang="en-US" dirty="0">
                    <a:solidFill>
                      <a:srgbClr val="C00000"/>
                    </a:solidFill>
                    <a:latin typeface="Times New Roman" panose="02020603050405020304" pitchFamily="18" charset="0"/>
                    <a:cs typeface="Times New Roman" pitchFamily="18" charset="0"/>
                  </a:endParaRPr>
                </a:p>
              </p:txBody>
            </p:sp>
            <p:sp>
              <p:nvSpPr>
                <p:cNvPr id="8" name="Freeform: Shape 7">
                  <a:extLst>
                    <a:ext uri="{FF2B5EF4-FFF2-40B4-BE49-F238E27FC236}">
                      <a16:creationId xmlns:a16="http://schemas.microsoft.com/office/drawing/2014/main" id="{1BB7A337-F067-4346-AD27-97742504B3F6}"/>
                    </a:ext>
                  </a:extLst>
                </p:cNvPr>
                <p:cNvSpPr/>
                <p:nvPr/>
              </p:nvSpPr>
              <p:spPr>
                <a:xfrm>
                  <a:off x="5022376" y="2926994"/>
                  <a:ext cx="75101" cy="2394576"/>
                </a:xfrm>
                <a:custGeom>
                  <a:avLst/>
                  <a:gdLst>
                    <a:gd name="connsiteX0" fmla="*/ 0 w 200346"/>
                    <a:gd name="connsiteY0" fmla="*/ 6392581 h 6387957"/>
                    <a:gd name="connsiteX1" fmla="*/ 0 w 200346"/>
                    <a:gd name="connsiteY1" fmla="*/ 0 h 6387957"/>
                    <a:gd name="connsiteX2" fmla="*/ 201117 w 200346"/>
                    <a:gd name="connsiteY2" fmla="*/ 0 h 6387957"/>
                    <a:gd name="connsiteX3" fmla="*/ 201117 w 200346"/>
                    <a:gd name="connsiteY3" fmla="*/ 6392581 h 6387957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</a:cxnLst>
                  <a:rect l="l" t="t" r="r" b="b"/>
                  <a:pathLst>
                    <a:path w="200346" h="6387957">
                      <a:moveTo>
                        <a:pt x="0" y="6392581"/>
                      </a:moveTo>
                      <a:cubicBezTo>
                        <a:pt x="0" y="4261207"/>
                        <a:pt x="0" y="2132145"/>
                        <a:pt x="0" y="0"/>
                      </a:cubicBezTo>
                      <a:cubicBezTo>
                        <a:pt x="67039" y="0"/>
                        <a:pt x="133307" y="0"/>
                        <a:pt x="201117" y="0"/>
                      </a:cubicBezTo>
                      <a:cubicBezTo>
                        <a:pt x="201117" y="2131374"/>
                        <a:pt x="201117" y="4260437"/>
                        <a:pt x="201117" y="6392581"/>
                      </a:cubicBezTo>
                    </a:path>
                  </a:pathLst>
                </a:custGeom>
                <a:grpFill/>
                <a:ln w="7704" cap="flat">
                  <a:noFill/>
                  <a:prstDash val="solid"/>
                  <a:miter/>
                </a:ln>
              </p:spPr>
              <p:txBody>
                <a:bodyPr rtlCol="0" anchor="ctr"/>
                <a:lstStyle/>
                <a:p>
                  <a:endParaRPr lang="en-US" dirty="0">
                    <a:solidFill>
                      <a:srgbClr val="C00000"/>
                    </a:solidFill>
                    <a:latin typeface="Times New Roman" panose="02020603050405020304" pitchFamily="18" charset="0"/>
                    <a:cs typeface="Times New Roman" pitchFamily="18" charset="0"/>
                  </a:endParaRPr>
                </a:p>
              </p:txBody>
            </p:sp>
            <p:sp>
              <p:nvSpPr>
                <p:cNvPr id="9" name="Freeform: Shape 8">
                  <a:extLst>
                    <a:ext uri="{FF2B5EF4-FFF2-40B4-BE49-F238E27FC236}">
                      <a16:creationId xmlns:a16="http://schemas.microsoft.com/office/drawing/2014/main" id="{8E795506-C19E-4D33-8ECE-0DF520B3AEFE}"/>
                    </a:ext>
                  </a:extLst>
                </p:cNvPr>
                <p:cNvSpPr/>
                <p:nvPr/>
              </p:nvSpPr>
              <p:spPr>
                <a:xfrm>
                  <a:off x="4877829" y="2926994"/>
                  <a:ext cx="72212" cy="2394576"/>
                </a:xfrm>
                <a:custGeom>
                  <a:avLst/>
                  <a:gdLst>
                    <a:gd name="connsiteX0" fmla="*/ 0 w 192640"/>
                    <a:gd name="connsiteY0" fmla="*/ 6392581 h 6387957"/>
                    <a:gd name="connsiteX1" fmla="*/ 0 w 192640"/>
                    <a:gd name="connsiteY1" fmla="*/ 0 h 6387957"/>
                    <a:gd name="connsiteX2" fmla="*/ 198805 w 192640"/>
                    <a:gd name="connsiteY2" fmla="*/ 0 h 6387957"/>
                    <a:gd name="connsiteX3" fmla="*/ 198805 w 192640"/>
                    <a:gd name="connsiteY3" fmla="*/ 6392581 h 6387957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</a:cxnLst>
                  <a:rect l="l" t="t" r="r" b="b"/>
                  <a:pathLst>
                    <a:path w="192640" h="6387957">
                      <a:moveTo>
                        <a:pt x="0" y="6392581"/>
                      </a:moveTo>
                      <a:cubicBezTo>
                        <a:pt x="0" y="4261207"/>
                        <a:pt x="0" y="2131374"/>
                        <a:pt x="0" y="0"/>
                      </a:cubicBezTo>
                      <a:cubicBezTo>
                        <a:pt x="67039" y="0"/>
                        <a:pt x="131766" y="0"/>
                        <a:pt x="198805" y="0"/>
                      </a:cubicBezTo>
                      <a:cubicBezTo>
                        <a:pt x="198805" y="2130603"/>
                        <a:pt x="198805" y="4260437"/>
                        <a:pt x="198805" y="6392581"/>
                      </a:cubicBezTo>
                    </a:path>
                  </a:pathLst>
                </a:custGeom>
                <a:grpFill/>
                <a:ln w="7704" cap="flat">
                  <a:noFill/>
                  <a:prstDash val="solid"/>
                  <a:miter/>
                </a:ln>
              </p:spPr>
              <p:txBody>
                <a:bodyPr rtlCol="0" anchor="ctr"/>
                <a:lstStyle/>
                <a:p>
                  <a:endParaRPr lang="en-US" dirty="0">
                    <a:solidFill>
                      <a:srgbClr val="C00000"/>
                    </a:solidFill>
                    <a:latin typeface="Times New Roman" panose="02020603050405020304" pitchFamily="18" charset="0"/>
                    <a:cs typeface="Times New Roman" pitchFamily="18" charset="0"/>
                  </a:endParaRPr>
                </a:p>
              </p:txBody>
            </p:sp>
            <p:sp>
              <p:nvSpPr>
                <p:cNvPr id="10" name="Freeform: Shape 9">
                  <a:extLst>
                    <a:ext uri="{FF2B5EF4-FFF2-40B4-BE49-F238E27FC236}">
                      <a16:creationId xmlns:a16="http://schemas.microsoft.com/office/drawing/2014/main" id="{3735ADE9-DFBC-40FF-A853-DDEAE403ED0E}"/>
                    </a:ext>
                  </a:extLst>
                </p:cNvPr>
                <p:cNvSpPr/>
                <p:nvPr/>
              </p:nvSpPr>
              <p:spPr>
                <a:xfrm>
                  <a:off x="4559765" y="2926994"/>
                  <a:ext cx="72212" cy="2394576"/>
                </a:xfrm>
                <a:custGeom>
                  <a:avLst/>
                  <a:gdLst>
                    <a:gd name="connsiteX0" fmla="*/ 0 w 192640"/>
                    <a:gd name="connsiteY0" fmla="*/ 6393351 h 6387957"/>
                    <a:gd name="connsiteX1" fmla="*/ 0 w 192640"/>
                    <a:gd name="connsiteY1" fmla="*/ 0 h 6387957"/>
                    <a:gd name="connsiteX2" fmla="*/ 198034 w 192640"/>
                    <a:gd name="connsiteY2" fmla="*/ 0 h 6387957"/>
                    <a:gd name="connsiteX3" fmla="*/ 198034 w 192640"/>
                    <a:gd name="connsiteY3" fmla="*/ 6393351 h 6387957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</a:cxnLst>
                  <a:rect l="l" t="t" r="r" b="b"/>
                  <a:pathLst>
                    <a:path w="192640" h="6387957">
                      <a:moveTo>
                        <a:pt x="0" y="6393351"/>
                      </a:moveTo>
                      <a:cubicBezTo>
                        <a:pt x="0" y="4261207"/>
                        <a:pt x="0" y="2132145"/>
                        <a:pt x="0" y="0"/>
                      </a:cubicBezTo>
                      <a:cubicBezTo>
                        <a:pt x="67039" y="0"/>
                        <a:pt x="131766" y="0"/>
                        <a:pt x="198034" y="0"/>
                      </a:cubicBezTo>
                      <a:cubicBezTo>
                        <a:pt x="198034" y="2132145"/>
                        <a:pt x="198034" y="4261207"/>
                        <a:pt x="198034" y="6393351"/>
                      </a:cubicBezTo>
                    </a:path>
                  </a:pathLst>
                </a:custGeom>
                <a:grpFill/>
                <a:ln w="7704" cap="flat">
                  <a:noFill/>
                  <a:prstDash val="solid"/>
                  <a:miter/>
                </a:ln>
              </p:spPr>
              <p:txBody>
                <a:bodyPr rtlCol="0" anchor="ctr"/>
                <a:lstStyle/>
                <a:p>
                  <a:endParaRPr lang="en-US" dirty="0">
                    <a:solidFill>
                      <a:srgbClr val="C00000"/>
                    </a:solidFill>
                    <a:latin typeface="Times New Roman" panose="02020603050405020304" pitchFamily="18" charset="0"/>
                    <a:cs typeface="Times New Roman" pitchFamily="18" charset="0"/>
                  </a:endParaRPr>
                </a:p>
              </p:txBody>
            </p:sp>
            <p:sp>
              <p:nvSpPr>
                <p:cNvPr id="11" name="Freeform: Shape 10">
                  <a:extLst>
                    <a:ext uri="{FF2B5EF4-FFF2-40B4-BE49-F238E27FC236}">
                      <a16:creationId xmlns:a16="http://schemas.microsoft.com/office/drawing/2014/main" id="{45B816DB-E16D-434D-9DDC-1E4BB22E411A}"/>
                    </a:ext>
                  </a:extLst>
                </p:cNvPr>
                <p:cNvSpPr/>
                <p:nvPr/>
              </p:nvSpPr>
              <p:spPr>
                <a:xfrm>
                  <a:off x="4433987" y="2926705"/>
                  <a:ext cx="37550" cy="2567886"/>
                </a:xfrm>
                <a:custGeom>
                  <a:avLst/>
                  <a:gdLst>
                    <a:gd name="connsiteX0" fmla="*/ 0 w 100173"/>
                    <a:gd name="connsiteY0" fmla="*/ 6854918 h 6850294"/>
                    <a:gd name="connsiteX1" fmla="*/ 0 w 100173"/>
                    <a:gd name="connsiteY1" fmla="*/ 0 h 6850294"/>
                    <a:gd name="connsiteX2" fmla="*/ 103255 w 100173"/>
                    <a:gd name="connsiteY2" fmla="*/ 0 h 6850294"/>
                    <a:gd name="connsiteX3" fmla="*/ 103255 w 100173"/>
                    <a:gd name="connsiteY3" fmla="*/ 6854918 h 6850294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</a:cxnLst>
                  <a:rect l="l" t="t" r="r" b="b"/>
                  <a:pathLst>
                    <a:path w="100173" h="6850294">
                      <a:moveTo>
                        <a:pt x="0" y="6854918"/>
                      </a:moveTo>
                      <a:cubicBezTo>
                        <a:pt x="0" y="4570202"/>
                        <a:pt x="0" y="2286257"/>
                        <a:pt x="0" y="0"/>
                      </a:cubicBezTo>
                      <a:cubicBezTo>
                        <a:pt x="34675" y="0"/>
                        <a:pt x="67809" y="0"/>
                        <a:pt x="103255" y="0"/>
                      </a:cubicBezTo>
                      <a:cubicBezTo>
                        <a:pt x="103255" y="2284716"/>
                        <a:pt x="103255" y="4567891"/>
                        <a:pt x="103255" y="6854918"/>
                      </a:cubicBezTo>
                    </a:path>
                  </a:pathLst>
                </a:custGeom>
                <a:grpFill/>
                <a:ln w="7704" cap="flat">
                  <a:noFill/>
                  <a:prstDash val="solid"/>
                  <a:miter/>
                </a:ln>
              </p:spPr>
              <p:txBody>
                <a:bodyPr rtlCol="0" anchor="ctr"/>
                <a:lstStyle/>
                <a:p>
                  <a:endParaRPr lang="en-US" dirty="0">
                    <a:solidFill>
                      <a:srgbClr val="C00000"/>
                    </a:solidFill>
                    <a:latin typeface="Times New Roman" panose="02020603050405020304" pitchFamily="18" charset="0"/>
                    <a:cs typeface="Times New Roman" pitchFamily="18" charset="0"/>
                  </a:endParaRPr>
                </a:p>
              </p:txBody>
            </p:sp>
            <p:sp>
              <p:nvSpPr>
                <p:cNvPr id="12" name="Freeform: Shape 11">
                  <a:extLst>
                    <a:ext uri="{FF2B5EF4-FFF2-40B4-BE49-F238E27FC236}">
                      <a16:creationId xmlns:a16="http://schemas.microsoft.com/office/drawing/2014/main" id="{D5D6C9B3-F26D-4538-B939-0107B961839D}"/>
                    </a:ext>
                  </a:extLst>
                </p:cNvPr>
                <p:cNvSpPr/>
                <p:nvPr/>
              </p:nvSpPr>
              <p:spPr>
                <a:xfrm>
                  <a:off x="4366684" y="2927282"/>
                  <a:ext cx="37550" cy="2567886"/>
                </a:xfrm>
                <a:custGeom>
                  <a:avLst/>
                  <a:gdLst>
                    <a:gd name="connsiteX0" fmla="*/ 0 w 100173"/>
                    <a:gd name="connsiteY0" fmla="*/ 6854148 h 6850294"/>
                    <a:gd name="connsiteX1" fmla="*/ 0 w 100173"/>
                    <a:gd name="connsiteY1" fmla="*/ 0 h 6850294"/>
                    <a:gd name="connsiteX2" fmla="*/ 103255 w 100173"/>
                    <a:gd name="connsiteY2" fmla="*/ 0 h 6850294"/>
                    <a:gd name="connsiteX3" fmla="*/ 103255 w 100173"/>
                    <a:gd name="connsiteY3" fmla="*/ 6854918 h 6850294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</a:cxnLst>
                  <a:rect l="l" t="t" r="r" b="b"/>
                  <a:pathLst>
                    <a:path w="100173" h="6850294">
                      <a:moveTo>
                        <a:pt x="0" y="6854148"/>
                      </a:moveTo>
                      <a:cubicBezTo>
                        <a:pt x="0" y="4569432"/>
                        <a:pt x="0" y="2286257"/>
                        <a:pt x="0" y="0"/>
                      </a:cubicBezTo>
                      <a:cubicBezTo>
                        <a:pt x="33905" y="0"/>
                        <a:pt x="67809" y="0"/>
                        <a:pt x="103255" y="0"/>
                      </a:cubicBezTo>
                      <a:cubicBezTo>
                        <a:pt x="103255" y="2285486"/>
                        <a:pt x="103255" y="4568661"/>
                        <a:pt x="103255" y="6854918"/>
                      </a:cubicBezTo>
                    </a:path>
                  </a:pathLst>
                </a:custGeom>
                <a:grpFill/>
                <a:ln w="7704" cap="flat">
                  <a:noFill/>
                  <a:prstDash val="solid"/>
                  <a:miter/>
                </a:ln>
              </p:spPr>
              <p:txBody>
                <a:bodyPr rtlCol="0" anchor="ctr"/>
                <a:lstStyle/>
                <a:p>
                  <a:endParaRPr lang="en-US" dirty="0">
                    <a:solidFill>
                      <a:srgbClr val="C00000"/>
                    </a:solidFill>
                    <a:latin typeface="Times New Roman" panose="02020603050405020304" pitchFamily="18" charset="0"/>
                    <a:cs typeface="Times New Roman" pitchFamily="18" charset="0"/>
                  </a:endParaRPr>
                </a:p>
              </p:txBody>
            </p:sp>
            <p:sp>
              <p:nvSpPr>
                <p:cNvPr id="13" name="Freeform: Shape 12">
                  <a:extLst>
                    <a:ext uri="{FF2B5EF4-FFF2-40B4-BE49-F238E27FC236}">
                      <a16:creationId xmlns:a16="http://schemas.microsoft.com/office/drawing/2014/main" id="{EC07D1C9-009A-483F-95D8-AE22DC2CD8D8}"/>
                    </a:ext>
                  </a:extLst>
                </p:cNvPr>
                <p:cNvSpPr/>
                <p:nvPr/>
              </p:nvSpPr>
              <p:spPr>
                <a:xfrm>
                  <a:off x="5957386" y="2926705"/>
                  <a:ext cx="37550" cy="2567886"/>
                </a:xfrm>
                <a:custGeom>
                  <a:avLst/>
                  <a:gdLst>
                    <a:gd name="connsiteX0" fmla="*/ 0 w 100173"/>
                    <a:gd name="connsiteY0" fmla="*/ 6854918 h 6850294"/>
                    <a:gd name="connsiteX1" fmla="*/ 0 w 100173"/>
                    <a:gd name="connsiteY1" fmla="*/ 0 h 6850294"/>
                    <a:gd name="connsiteX2" fmla="*/ 103255 w 100173"/>
                    <a:gd name="connsiteY2" fmla="*/ 0 h 6850294"/>
                    <a:gd name="connsiteX3" fmla="*/ 103255 w 100173"/>
                    <a:gd name="connsiteY3" fmla="*/ 6854918 h 6850294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</a:cxnLst>
                  <a:rect l="l" t="t" r="r" b="b"/>
                  <a:pathLst>
                    <a:path w="100173" h="6850294">
                      <a:moveTo>
                        <a:pt x="0" y="6854918"/>
                      </a:moveTo>
                      <a:cubicBezTo>
                        <a:pt x="0" y="4570202"/>
                        <a:pt x="0" y="2286257"/>
                        <a:pt x="0" y="0"/>
                      </a:cubicBezTo>
                      <a:cubicBezTo>
                        <a:pt x="34675" y="0"/>
                        <a:pt x="67809" y="0"/>
                        <a:pt x="103255" y="0"/>
                      </a:cubicBezTo>
                      <a:cubicBezTo>
                        <a:pt x="103255" y="2283945"/>
                        <a:pt x="103255" y="4567891"/>
                        <a:pt x="103255" y="6854918"/>
                      </a:cubicBezTo>
                    </a:path>
                  </a:pathLst>
                </a:custGeom>
                <a:grpFill/>
                <a:ln w="7704" cap="flat">
                  <a:noFill/>
                  <a:prstDash val="solid"/>
                  <a:miter/>
                </a:ln>
              </p:spPr>
              <p:txBody>
                <a:bodyPr rtlCol="0" anchor="ctr"/>
                <a:lstStyle/>
                <a:p>
                  <a:endParaRPr lang="en-US" dirty="0">
                    <a:solidFill>
                      <a:srgbClr val="C00000"/>
                    </a:solidFill>
                    <a:latin typeface="Times New Roman" panose="02020603050405020304" pitchFamily="18" charset="0"/>
                    <a:cs typeface="Times New Roman" pitchFamily="18" charset="0"/>
                  </a:endParaRPr>
                </a:p>
              </p:txBody>
            </p:sp>
            <p:sp>
              <p:nvSpPr>
                <p:cNvPr id="14" name="Freeform: Shape 13">
                  <a:extLst>
                    <a:ext uri="{FF2B5EF4-FFF2-40B4-BE49-F238E27FC236}">
                      <a16:creationId xmlns:a16="http://schemas.microsoft.com/office/drawing/2014/main" id="{F54B353B-E09D-4957-842E-D8AD4D49A921}"/>
                    </a:ext>
                  </a:extLst>
                </p:cNvPr>
                <p:cNvSpPr/>
                <p:nvPr/>
              </p:nvSpPr>
              <p:spPr>
                <a:xfrm>
                  <a:off x="6024689" y="2926127"/>
                  <a:ext cx="37550" cy="2567886"/>
                </a:xfrm>
                <a:custGeom>
                  <a:avLst/>
                  <a:gdLst>
                    <a:gd name="connsiteX0" fmla="*/ 0 w 100173"/>
                    <a:gd name="connsiteY0" fmla="*/ 6857230 h 6850294"/>
                    <a:gd name="connsiteX1" fmla="*/ 0 w 100173"/>
                    <a:gd name="connsiteY1" fmla="*/ 0 h 6850294"/>
                    <a:gd name="connsiteX2" fmla="*/ 52398 w 100173"/>
                    <a:gd name="connsiteY2" fmla="*/ 0 h 6850294"/>
                    <a:gd name="connsiteX3" fmla="*/ 103255 w 100173"/>
                    <a:gd name="connsiteY3" fmla="*/ 0 h 6850294"/>
                    <a:gd name="connsiteX4" fmla="*/ 103255 w 100173"/>
                    <a:gd name="connsiteY4" fmla="*/ 6857230 h 6850294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  <a:cxn ang="0">
                      <a:pos x="connsiteX4" y="connsiteY4"/>
                    </a:cxn>
                  </a:cxnLst>
                  <a:rect l="l" t="t" r="r" b="b"/>
                  <a:pathLst>
                    <a:path w="100173" h="6850294">
                      <a:moveTo>
                        <a:pt x="0" y="6857230"/>
                      </a:moveTo>
                      <a:cubicBezTo>
                        <a:pt x="0" y="4572514"/>
                        <a:pt x="0" y="2288569"/>
                        <a:pt x="0" y="0"/>
                      </a:cubicBezTo>
                      <a:cubicBezTo>
                        <a:pt x="17723" y="0"/>
                        <a:pt x="34675" y="0"/>
                        <a:pt x="52398" y="0"/>
                      </a:cubicBezTo>
                      <a:cubicBezTo>
                        <a:pt x="68580" y="0"/>
                        <a:pt x="84762" y="0"/>
                        <a:pt x="103255" y="0"/>
                      </a:cubicBezTo>
                      <a:cubicBezTo>
                        <a:pt x="103255" y="2287798"/>
                        <a:pt x="103255" y="4571743"/>
                        <a:pt x="103255" y="6857230"/>
                      </a:cubicBezTo>
                    </a:path>
                  </a:pathLst>
                </a:custGeom>
                <a:grpFill/>
                <a:ln w="7704" cap="flat">
                  <a:noFill/>
                  <a:prstDash val="solid"/>
                  <a:miter/>
                </a:ln>
              </p:spPr>
              <p:txBody>
                <a:bodyPr rtlCol="0" anchor="ctr"/>
                <a:lstStyle/>
                <a:p>
                  <a:endParaRPr lang="en-US" dirty="0">
                    <a:solidFill>
                      <a:srgbClr val="C00000"/>
                    </a:solidFill>
                    <a:latin typeface="Times New Roman" panose="02020603050405020304" pitchFamily="18" charset="0"/>
                    <a:cs typeface="Times New Roman" pitchFamily="18" charset="0"/>
                  </a:endParaRPr>
                </a:p>
              </p:txBody>
            </p:sp>
            <p:sp>
              <p:nvSpPr>
                <p:cNvPr id="15" name="Freeform: Shape 14">
                  <a:extLst>
                    <a:ext uri="{FF2B5EF4-FFF2-40B4-BE49-F238E27FC236}">
                      <a16:creationId xmlns:a16="http://schemas.microsoft.com/office/drawing/2014/main" id="{C60F81BD-F891-48DF-8E0D-BDC05CBC7452}"/>
                    </a:ext>
                  </a:extLst>
                </p:cNvPr>
                <p:cNvSpPr/>
                <p:nvPr/>
              </p:nvSpPr>
              <p:spPr>
                <a:xfrm>
                  <a:off x="5890084" y="2926994"/>
                  <a:ext cx="37550" cy="2394576"/>
                </a:xfrm>
                <a:custGeom>
                  <a:avLst/>
                  <a:gdLst>
                    <a:gd name="connsiteX0" fmla="*/ 0 w 100173"/>
                    <a:gd name="connsiteY0" fmla="*/ 6392581 h 6387957"/>
                    <a:gd name="connsiteX1" fmla="*/ 0 w 100173"/>
                    <a:gd name="connsiteY1" fmla="*/ 0 h 6387957"/>
                    <a:gd name="connsiteX2" fmla="*/ 101714 w 100173"/>
                    <a:gd name="connsiteY2" fmla="*/ 0 h 6387957"/>
                    <a:gd name="connsiteX3" fmla="*/ 101714 w 100173"/>
                    <a:gd name="connsiteY3" fmla="*/ 6392581 h 6387957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</a:cxnLst>
                  <a:rect l="l" t="t" r="r" b="b"/>
                  <a:pathLst>
                    <a:path w="100173" h="6387957">
                      <a:moveTo>
                        <a:pt x="0" y="6392581"/>
                      </a:moveTo>
                      <a:cubicBezTo>
                        <a:pt x="0" y="4262748"/>
                        <a:pt x="0" y="2132145"/>
                        <a:pt x="0" y="0"/>
                      </a:cubicBezTo>
                      <a:cubicBezTo>
                        <a:pt x="33904" y="0"/>
                        <a:pt x="67039" y="0"/>
                        <a:pt x="101714" y="0"/>
                      </a:cubicBezTo>
                      <a:cubicBezTo>
                        <a:pt x="101714" y="2130603"/>
                        <a:pt x="101714" y="4260437"/>
                        <a:pt x="101714" y="6392581"/>
                      </a:cubicBezTo>
                    </a:path>
                  </a:pathLst>
                </a:custGeom>
                <a:grpFill/>
                <a:ln w="7704" cap="flat">
                  <a:noFill/>
                  <a:prstDash val="solid"/>
                  <a:miter/>
                </a:ln>
              </p:spPr>
              <p:txBody>
                <a:bodyPr rtlCol="0" anchor="ctr"/>
                <a:lstStyle/>
                <a:p>
                  <a:endParaRPr lang="en-US" dirty="0">
                    <a:solidFill>
                      <a:srgbClr val="C00000"/>
                    </a:solidFill>
                    <a:latin typeface="Times New Roman" panose="02020603050405020304" pitchFamily="18" charset="0"/>
                    <a:cs typeface="Times New Roman" pitchFamily="18" charset="0"/>
                  </a:endParaRPr>
                </a:p>
              </p:txBody>
            </p:sp>
            <p:sp>
              <p:nvSpPr>
                <p:cNvPr id="16" name="Freeform: Shape 15">
                  <a:extLst>
                    <a:ext uri="{FF2B5EF4-FFF2-40B4-BE49-F238E27FC236}">
                      <a16:creationId xmlns:a16="http://schemas.microsoft.com/office/drawing/2014/main" id="{09F9B5B4-A975-4BC1-A4E4-F4869117A798}"/>
                    </a:ext>
                  </a:extLst>
                </p:cNvPr>
                <p:cNvSpPr/>
                <p:nvPr/>
              </p:nvSpPr>
              <p:spPr>
                <a:xfrm>
                  <a:off x="6091991" y="2926994"/>
                  <a:ext cx="37550" cy="2394576"/>
                </a:xfrm>
                <a:custGeom>
                  <a:avLst/>
                  <a:gdLst>
                    <a:gd name="connsiteX0" fmla="*/ 0 w 100173"/>
                    <a:gd name="connsiteY0" fmla="*/ 6393351 h 6387957"/>
                    <a:gd name="connsiteX1" fmla="*/ 0 w 100173"/>
                    <a:gd name="connsiteY1" fmla="*/ 0 h 6387957"/>
                    <a:gd name="connsiteX2" fmla="*/ 103255 w 100173"/>
                    <a:gd name="connsiteY2" fmla="*/ 0 h 6387957"/>
                    <a:gd name="connsiteX3" fmla="*/ 103255 w 100173"/>
                    <a:gd name="connsiteY3" fmla="*/ 6393351 h 6387957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</a:cxnLst>
                  <a:rect l="l" t="t" r="r" b="b"/>
                  <a:pathLst>
                    <a:path w="100173" h="6387957">
                      <a:moveTo>
                        <a:pt x="0" y="6393351"/>
                      </a:moveTo>
                      <a:cubicBezTo>
                        <a:pt x="0" y="4261978"/>
                        <a:pt x="0" y="2132915"/>
                        <a:pt x="0" y="0"/>
                      </a:cubicBezTo>
                      <a:cubicBezTo>
                        <a:pt x="34675" y="0"/>
                        <a:pt x="67809" y="0"/>
                        <a:pt x="103255" y="0"/>
                      </a:cubicBezTo>
                      <a:cubicBezTo>
                        <a:pt x="103255" y="2131374"/>
                        <a:pt x="103255" y="4261207"/>
                        <a:pt x="103255" y="6393351"/>
                      </a:cubicBezTo>
                    </a:path>
                  </a:pathLst>
                </a:custGeom>
                <a:grpFill/>
                <a:ln w="7704" cap="flat">
                  <a:noFill/>
                  <a:prstDash val="solid"/>
                  <a:miter/>
                </a:ln>
              </p:spPr>
              <p:txBody>
                <a:bodyPr rtlCol="0" anchor="ctr"/>
                <a:lstStyle/>
                <a:p>
                  <a:endParaRPr lang="en-US" dirty="0">
                    <a:solidFill>
                      <a:srgbClr val="C00000"/>
                    </a:solidFill>
                    <a:latin typeface="Times New Roman" panose="02020603050405020304" pitchFamily="18" charset="0"/>
                    <a:cs typeface="Times New Roman" pitchFamily="18" charset="0"/>
                  </a:endParaRPr>
                </a:p>
              </p:txBody>
            </p:sp>
            <p:sp>
              <p:nvSpPr>
                <p:cNvPr id="17" name="Freeform: Shape 16">
                  <a:extLst>
                    <a:ext uri="{FF2B5EF4-FFF2-40B4-BE49-F238E27FC236}">
                      <a16:creationId xmlns:a16="http://schemas.microsoft.com/office/drawing/2014/main" id="{F0F04A50-70C0-4152-B892-712F604BB364}"/>
                    </a:ext>
                  </a:extLst>
                </p:cNvPr>
                <p:cNvSpPr/>
                <p:nvPr/>
              </p:nvSpPr>
              <p:spPr>
                <a:xfrm>
                  <a:off x="7139759" y="2926994"/>
                  <a:ext cx="109764" cy="2394576"/>
                </a:xfrm>
                <a:custGeom>
                  <a:avLst/>
                  <a:gdLst>
                    <a:gd name="connsiteX0" fmla="*/ 0 w 292813"/>
                    <a:gd name="connsiteY0" fmla="*/ 6393351 h 6387957"/>
                    <a:gd name="connsiteX1" fmla="*/ 0 w 292813"/>
                    <a:gd name="connsiteY1" fmla="*/ 0 h 6387957"/>
                    <a:gd name="connsiteX2" fmla="*/ 295125 w 292813"/>
                    <a:gd name="connsiteY2" fmla="*/ 0 h 6387957"/>
                    <a:gd name="connsiteX3" fmla="*/ 295125 w 292813"/>
                    <a:gd name="connsiteY3" fmla="*/ 6393351 h 6387957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</a:cxnLst>
                  <a:rect l="l" t="t" r="r" b="b"/>
                  <a:pathLst>
                    <a:path w="292813" h="6387957">
                      <a:moveTo>
                        <a:pt x="0" y="6393351"/>
                      </a:moveTo>
                      <a:cubicBezTo>
                        <a:pt x="0" y="4261207"/>
                        <a:pt x="0" y="2131374"/>
                        <a:pt x="0" y="0"/>
                      </a:cubicBezTo>
                      <a:cubicBezTo>
                        <a:pt x="99403" y="0"/>
                        <a:pt x="196493" y="0"/>
                        <a:pt x="295125" y="0"/>
                      </a:cubicBezTo>
                      <a:cubicBezTo>
                        <a:pt x="295125" y="2132145"/>
                        <a:pt x="295125" y="4261207"/>
                        <a:pt x="295125" y="6393351"/>
                      </a:cubicBezTo>
                    </a:path>
                  </a:pathLst>
                </a:custGeom>
                <a:grpFill/>
                <a:ln w="7704" cap="flat">
                  <a:noFill/>
                  <a:prstDash val="solid"/>
                  <a:miter/>
                </a:ln>
              </p:spPr>
              <p:txBody>
                <a:bodyPr rtlCol="0" anchor="ctr"/>
                <a:lstStyle/>
                <a:p>
                  <a:endParaRPr lang="en-US" dirty="0">
                    <a:solidFill>
                      <a:srgbClr val="C00000"/>
                    </a:solidFill>
                    <a:latin typeface="Times New Roman" panose="02020603050405020304" pitchFamily="18" charset="0"/>
                    <a:cs typeface="Times New Roman" pitchFamily="18" charset="0"/>
                  </a:endParaRPr>
                </a:p>
              </p:txBody>
            </p:sp>
            <p:sp>
              <p:nvSpPr>
                <p:cNvPr id="18" name="Freeform: Shape 17">
                  <a:extLst>
                    <a:ext uri="{FF2B5EF4-FFF2-40B4-BE49-F238E27FC236}">
                      <a16:creationId xmlns:a16="http://schemas.microsoft.com/office/drawing/2014/main" id="{71D9C88D-AEA2-48F6-AF2B-D383D97E3535}"/>
                    </a:ext>
                  </a:extLst>
                </p:cNvPr>
                <p:cNvSpPr/>
                <p:nvPr/>
              </p:nvSpPr>
              <p:spPr>
                <a:xfrm>
                  <a:off x="7280788" y="2926994"/>
                  <a:ext cx="37550" cy="2394576"/>
                </a:xfrm>
                <a:custGeom>
                  <a:avLst/>
                  <a:gdLst>
                    <a:gd name="connsiteX0" fmla="*/ 0 w 100173"/>
                    <a:gd name="connsiteY0" fmla="*/ 6392581 h 6387957"/>
                    <a:gd name="connsiteX1" fmla="*/ 0 w 100173"/>
                    <a:gd name="connsiteY1" fmla="*/ 0 h 6387957"/>
                    <a:gd name="connsiteX2" fmla="*/ 103255 w 100173"/>
                    <a:gd name="connsiteY2" fmla="*/ 0 h 6387957"/>
                    <a:gd name="connsiteX3" fmla="*/ 103255 w 100173"/>
                    <a:gd name="connsiteY3" fmla="*/ 6392581 h 6387957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</a:cxnLst>
                  <a:rect l="l" t="t" r="r" b="b"/>
                  <a:pathLst>
                    <a:path w="100173" h="6387957">
                      <a:moveTo>
                        <a:pt x="0" y="6392581"/>
                      </a:moveTo>
                      <a:cubicBezTo>
                        <a:pt x="0" y="4261207"/>
                        <a:pt x="0" y="2131374"/>
                        <a:pt x="0" y="0"/>
                      </a:cubicBezTo>
                      <a:cubicBezTo>
                        <a:pt x="34675" y="0"/>
                        <a:pt x="67809" y="0"/>
                        <a:pt x="103255" y="0"/>
                      </a:cubicBezTo>
                      <a:cubicBezTo>
                        <a:pt x="103255" y="2130603"/>
                        <a:pt x="103255" y="4260437"/>
                        <a:pt x="103255" y="6392581"/>
                      </a:cubicBezTo>
                    </a:path>
                  </a:pathLst>
                </a:custGeom>
                <a:grpFill/>
                <a:ln w="7704" cap="flat">
                  <a:noFill/>
                  <a:prstDash val="solid"/>
                  <a:miter/>
                </a:ln>
              </p:spPr>
              <p:txBody>
                <a:bodyPr rtlCol="0" anchor="ctr"/>
                <a:lstStyle/>
                <a:p>
                  <a:endParaRPr lang="en-US" dirty="0">
                    <a:solidFill>
                      <a:srgbClr val="C00000"/>
                    </a:solidFill>
                    <a:latin typeface="Times New Roman" panose="02020603050405020304" pitchFamily="18" charset="0"/>
                    <a:cs typeface="Times New Roman" pitchFamily="18" charset="0"/>
                  </a:endParaRPr>
                </a:p>
              </p:txBody>
            </p:sp>
            <p:sp>
              <p:nvSpPr>
                <p:cNvPr id="19" name="Freeform: Shape 18">
                  <a:extLst>
                    <a:ext uri="{FF2B5EF4-FFF2-40B4-BE49-F238E27FC236}">
                      <a16:creationId xmlns:a16="http://schemas.microsoft.com/office/drawing/2014/main" id="{AB8EEA47-0851-4500-8CE0-169E98978C2E}"/>
                    </a:ext>
                  </a:extLst>
                </p:cNvPr>
                <p:cNvSpPr/>
                <p:nvPr/>
              </p:nvSpPr>
              <p:spPr>
                <a:xfrm>
                  <a:off x="7349773" y="2926994"/>
                  <a:ext cx="109764" cy="2394576"/>
                </a:xfrm>
                <a:custGeom>
                  <a:avLst/>
                  <a:gdLst>
                    <a:gd name="connsiteX0" fmla="*/ 0 w 292813"/>
                    <a:gd name="connsiteY0" fmla="*/ 6393351 h 6387957"/>
                    <a:gd name="connsiteX1" fmla="*/ 0 w 292813"/>
                    <a:gd name="connsiteY1" fmla="*/ 0 h 6387957"/>
                    <a:gd name="connsiteX2" fmla="*/ 295125 w 292813"/>
                    <a:gd name="connsiteY2" fmla="*/ 0 h 6387957"/>
                    <a:gd name="connsiteX3" fmla="*/ 295125 w 292813"/>
                    <a:gd name="connsiteY3" fmla="*/ 6393351 h 6387957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</a:cxnLst>
                  <a:rect l="l" t="t" r="r" b="b"/>
                  <a:pathLst>
                    <a:path w="292813" h="6387957">
                      <a:moveTo>
                        <a:pt x="0" y="6393351"/>
                      </a:moveTo>
                      <a:cubicBezTo>
                        <a:pt x="0" y="4261207"/>
                        <a:pt x="0" y="2132145"/>
                        <a:pt x="0" y="0"/>
                      </a:cubicBezTo>
                      <a:cubicBezTo>
                        <a:pt x="99402" y="0"/>
                        <a:pt x="195722" y="0"/>
                        <a:pt x="295125" y="0"/>
                      </a:cubicBezTo>
                      <a:cubicBezTo>
                        <a:pt x="295125" y="2132145"/>
                        <a:pt x="295125" y="4261207"/>
                        <a:pt x="295125" y="6393351"/>
                      </a:cubicBezTo>
                    </a:path>
                  </a:pathLst>
                </a:custGeom>
                <a:grpFill/>
                <a:ln w="7704" cap="flat">
                  <a:noFill/>
                  <a:prstDash val="solid"/>
                  <a:miter/>
                </a:ln>
              </p:spPr>
              <p:txBody>
                <a:bodyPr rtlCol="0" anchor="ctr"/>
                <a:lstStyle/>
                <a:p>
                  <a:endParaRPr lang="en-US" dirty="0">
                    <a:solidFill>
                      <a:srgbClr val="C00000"/>
                    </a:solidFill>
                    <a:latin typeface="Times New Roman" panose="02020603050405020304" pitchFamily="18" charset="0"/>
                    <a:cs typeface="Times New Roman" pitchFamily="18" charset="0"/>
                  </a:endParaRPr>
                </a:p>
              </p:txBody>
            </p:sp>
            <p:sp>
              <p:nvSpPr>
                <p:cNvPr id="20" name="Freeform: Shape 19">
                  <a:extLst>
                    <a:ext uri="{FF2B5EF4-FFF2-40B4-BE49-F238E27FC236}">
                      <a16:creationId xmlns:a16="http://schemas.microsoft.com/office/drawing/2014/main" id="{99CB024E-C751-4D3B-A1FC-DB08068B1DB8}"/>
                    </a:ext>
                  </a:extLst>
                </p:cNvPr>
                <p:cNvSpPr/>
                <p:nvPr/>
              </p:nvSpPr>
              <p:spPr>
                <a:xfrm>
                  <a:off x="7548511" y="2927282"/>
                  <a:ext cx="41911" cy="2569908"/>
                </a:xfrm>
                <a:custGeom>
                  <a:avLst/>
                  <a:gdLst>
                    <a:gd name="connsiteX0" fmla="*/ 0 w 115584"/>
                    <a:gd name="connsiteY0" fmla="*/ 6753975 h 6850294"/>
                    <a:gd name="connsiteX1" fmla="*/ 13099 w 115584"/>
                    <a:gd name="connsiteY1" fmla="*/ 0 h 6850294"/>
                    <a:gd name="connsiteX2" fmla="*/ 118666 w 115584"/>
                    <a:gd name="connsiteY2" fmla="*/ 0 h 6850294"/>
                    <a:gd name="connsiteX3" fmla="*/ 118666 w 115584"/>
                    <a:gd name="connsiteY3" fmla="*/ 6855688 h 6850294"/>
                    <a:gd name="connsiteX0" fmla="*/ 0 w 111805"/>
                    <a:gd name="connsiteY0" fmla="*/ 6836322 h 6855688"/>
                    <a:gd name="connsiteX1" fmla="*/ 6237 w 111805"/>
                    <a:gd name="connsiteY1" fmla="*/ 0 h 6855688"/>
                    <a:gd name="connsiteX2" fmla="*/ 111804 w 111805"/>
                    <a:gd name="connsiteY2" fmla="*/ 0 h 6855688"/>
                    <a:gd name="connsiteX3" fmla="*/ 111804 w 111805"/>
                    <a:gd name="connsiteY3" fmla="*/ 6855688 h 6855688"/>
                    <a:gd name="connsiteX0" fmla="*/ 0 w 111804"/>
                    <a:gd name="connsiteY0" fmla="*/ 6853478 h 6855688"/>
                    <a:gd name="connsiteX1" fmla="*/ 6237 w 111804"/>
                    <a:gd name="connsiteY1" fmla="*/ 0 h 6855688"/>
                    <a:gd name="connsiteX2" fmla="*/ 111804 w 111804"/>
                    <a:gd name="connsiteY2" fmla="*/ 0 h 6855688"/>
                    <a:gd name="connsiteX3" fmla="*/ 111804 w 111804"/>
                    <a:gd name="connsiteY3" fmla="*/ 6855688 h 6855688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</a:cxnLst>
                  <a:rect l="l" t="t" r="r" b="b"/>
                  <a:pathLst>
                    <a:path w="111804" h="6855688">
                      <a:moveTo>
                        <a:pt x="0" y="6853478"/>
                      </a:moveTo>
                      <a:cubicBezTo>
                        <a:pt x="14640" y="4603437"/>
                        <a:pt x="3155" y="2253123"/>
                        <a:pt x="6237" y="0"/>
                      </a:cubicBezTo>
                      <a:lnTo>
                        <a:pt x="111804" y="0"/>
                      </a:lnTo>
                      <a:lnTo>
                        <a:pt x="111804" y="6855688"/>
                      </a:lnTo>
                    </a:path>
                  </a:pathLst>
                </a:custGeom>
                <a:grpFill/>
                <a:ln w="7704" cap="flat">
                  <a:noFill/>
                  <a:prstDash val="solid"/>
                  <a:miter/>
                </a:ln>
              </p:spPr>
              <p:txBody>
                <a:bodyPr rtlCol="0" anchor="ctr"/>
                <a:lstStyle/>
                <a:p>
                  <a:endParaRPr lang="en-US" dirty="0">
                    <a:solidFill>
                      <a:srgbClr val="C00000"/>
                    </a:solidFill>
                    <a:latin typeface="Times New Roman" panose="02020603050405020304" pitchFamily="18" charset="0"/>
                    <a:cs typeface="Times New Roman" pitchFamily="18" charset="0"/>
                  </a:endParaRPr>
                </a:p>
              </p:txBody>
            </p:sp>
            <p:sp>
              <p:nvSpPr>
                <p:cNvPr id="21" name="Freeform: Shape 20">
                  <a:extLst>
                    <a:ext uri="{FF2B5EF4-FFF2-40B4-BE49-F238E27FC236}">
                      <a16:creationId xmlns:a16="http://schemas.microsoft.com/office/drawing/2014/main" id="{1BDA8D11-4AAC-43CC-B408-A388F56971AF}"/>
                    </a:ext>
                  </a:extLst>
                </p:cNvPr>
                <p:cNvSpPr/>
                <p:nvPr/>
              </p:nvSpPr>
              <p:spPr>
                <a:xfrm>
                  <a:off x="7485249" y="2926994"/>
                  <a:ext cx="37550" cy="2394576"/>
                </a:xfrm>
                <a:custGeom>
                  <a:avLst/>
                  <a:gdLst>
                    <a:gd name="connsiteX0" fmla="*/ 0 w 100173"/>
                    <a:gd name="connsiteY0" fmla="*/ 6392581 h 6387957"/>
                    <a:gd name="connsiteX1" fmla="*/ 0 w 100173"/>
                    <a:gd name="connsiteY1" fmla="*/ 0 h 6387957"/>
                    <a:gd name="connsiteX2" fmla="*/ 103255 w 100173"/>
                    <a:gd name="connsiteY2" fmla="*/ 0 h 6387957"/>
                    <a:gd name="connsiteX3" fmla="*/ 103255 w 100173"/>
                    <a:gd name="connsiteY3" fmla="*/ 6392581 h 6387957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</a:cxnLst>
                  <a:rect l="l" t="t" r="r" b="b"/>
                  <a:pathLst>
                    <a:path w="100173" h="6387957">
                      <a:moveTo>
                        <a:pt x="0" y="6392581"/>
                      </a:moveTo>
                      <a:cubicBezTo>
                        <a:pt x="0" y="4261207"/>
                        <a:pt x="0" y="2131374"/>
                        <a:pt x="0" y="0"/>
                      </a:cubicBezTo>
                      <a:cubicBezTo>
                        <a:pt x="34675" y="0"/>
                        <a:pt x="67809" y="0"/>
                        <a:pt x="103255" y="0"/>
                      </a:cubicBezTo>
                      <a:cubicBezTo>
                        <a:pt x="103255" y="2130603"/>
                        <a:pt x="103255" y="4260437"/>
                        <a:pt x="103255" y="6392581"/>
                      </a:cubicBezTo>
                    </a:path>
                  </a:pathLst>
                </a:custGeom>
                <a:grpFill/>
                <a:ln w="7704" cap="flat">
                  <a:noFill/>
                  <a:prstDash val="solid"/>
                  <a:miter/>
                </a:ln>
              </p:spPr>
              <p:txBody>
                <a:bodyPr rtlCol="0" anchor="ctr"/>
                <a:lstStyle/>
                <a:p>
                  <a:endParaRPr lang="en-US" dirty="0">
                    <a:solidFill>
                      <a:srgbClr val="C00000"/>
                    </a:solidFill>
                    <a:latin typeface="Times New Roman" panose="02020603050405020304" pitchFamily="18" charset="0"/>
                    <a:cs typeface="Times New Roman" pitchFamily="18" charset="0"/>
                  </a:endParaRPr>
                </a:p>
              </p:txBody>
            </p:sp>
            <p:sp>
              <p:nvSpPr>
                <p:cNvPr id="22" name="Freeform: Shape 21">
                  <a:extLst>
                    <a:ext uri="{FF2B5EF4-FFF2-40B4-BE49-F238E27FC236}">
                      <a16:creationId xmlns:a16="http://schemas.microsoft.com/office/drawing/2014/main" id="{3EE00667-7B8F-4892-BF72-8EA3745153E0}"/>
                    </a:ext>
                  </a:extLst>
                </p:cNvPr>
                <p:cNvSpPr/>
                <p:nvPr/>
              </p:nvSpPr>
              <p:spPr>
                <a:xfrm>
                  <a:off x="7616134" y="2926994"/>
                  <a:ext cx="28885" cy="2567886"/>
                </a:xfrm>
                <a:custGeom>
                  <a:avLst/>
                  <a:gdLst>
                    <a:gd name="connsiteX0" fmla="*/ 0 w 77056"/>
                    <a:gd name="connsiteY0" fmla="*/ 6854918 h 6850294"/>
                    <a:gd name="connsiteX1" fmla="*/ 0 w 77056"/>
                    <a:gd name="connsiteY1" fmla="*/ 0 h 6850294"/>
                    <a:gd name="connsiteX2" fmla="*/ 78597 w 77056"/>
                    <a:gd name="connsiteY2" fmla="*/ 0 h 6850294"/>
                    <a:gd name="connsiteX3" fmla="*/ 78597 w 77056"/>
                    <a:gd name="connsiteY3" fmla="*/ 6854918 h 6850294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</a:cxnLst>
                  <a:rect l="l" t="t" r="r" b="b"/>
                  <a:pathLst>
                    <a:path w="77056" h="6850294">
                      <a:moveTo>
                        <a:pt x="0" y="6854918"/>
                      </a:moveTo>
                      <a:cubicBezTo>
                        <a:pt x="0" y="4570202"/>
                        <a:pt x="0" y="2286257"/>
                        <a:pt x="0" y="0"/>
                      </a:cubicBezTo>
                      <a:cubicBezTo>
                        <a:pt x="25428" y="0"/>
                        <a:pt x="50087" y="0"/>
                        <a:pt x="78597" y="0"/>
                      </a:cubicBezTo>
                      <a:cubicBezTo>
                        <a:pt x="78597" y="2283175"/>
                        <a:pt x="78597" y="4566350"/>
                        <a:pt x="78597" y="6854918"/>
                      </a:cubicBezTo>
                    </a:path>
                  </a:pathLst>
                </a:custGeom>
                <a:grpFill/>
                <a:ln w="7704" cap="flat">
                  <a:noFill/>
                  <a:prstDash val="solid"/>
                  <a:miter/>
                </a:ln>
              </p:spPr>
              <p:txBody>
                <a:bodyPr rtlCol="0" anchor="ctr"/>
                <a:lstStyle/>
                <a:p>
                  <a:endParaRPr lang="en-US" dirty="0">
                    <a:solidFill>
                      <a:srgbClr val="C00000"/>
                    </a:solidFill>
                    <a:latin typeface="Times New Roman" panose="02020603050405020304" pitchFamily="18" charset="0"/>
                    <a:cs typeface="Times New Roman" pitchFamily="18" charset="0"/>
                  </a:endParaRPr>
                </a:p>
              </p:txBody>
            </p:sp>
            <p:sp>
              <p:nvSpPr>
                <p:cNvPr id="23" name="Freeform: Shape 22">
                  <a:extLst>
                    <a:ext uri="{FF2B5EF4-FFF2-40B4-BE49-F238E27FC236}">
                      <a16:creationId xmlns:a16="http://schemas.microsoft.com/office/drawing/2014/main" id="{902A81A6-28D8-4522-B490-B37A255B8416}"/>
                    </a:ext>
                  </a:extLst>
                </p:cNvPr>
                <p:cNvSpPr/>
                <p:nvPr/>
              </p:nvSpPr>
              <p:spPr>
                <a:xfrm>
                  <a:off x="6838507" y="2926994"/>
                  <a:ext cx="109764" cy="2394576"/>
                </a:xfrm>
                <a:custGeom>
                  <a:avLst/>
                  <a:gdLst>
                    <a:gd name="connsiteX0" fmla="*/ 0 w 292813"/>
                    <a:gd name="connsiteY0" fmla="*/ 6393351 h 6387957"/>
                    <a:gd name="connsiteX1" fmla="*/ 0 w 292813"/>
                    <a:gd name="connsiteY1" fmla="*/ 0 h 6387957"/>
                    <a:gd name="connsiteX2" fmla="*/ 295125 w 292813"/>
                    <a:gd name="connsiteY2" fmla="*/ 0 h 6387957"/>
                    <a:gd name="connsiteX3" fmla="*/ 295125 w 292813"/>
                    <a:gd name="connsiteY3" fmla="*/ 6393351 h 6387957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</a:cxnLst>
                  <a:rect l="l" t="t" r="r" b="b"/>
                  <a:pathLst>
                    <a:path w="292813" h="6387957">
                      <a:moveTo>
                        <a:pt x="0" y="6393351"/>
                      </a:moveTo>
                      <a:cubicBezTo>
                        <a:pt x="0" y="4261207"/>
                        <a:pt x="0" y="2131374"/>
                        <a:pt x="0" y="0"/>
                      </a:cubicBezTo>
                      <a:cubicBezTo>
                        <a:pt x="99403" y="0"/>
                        <a:pt x="196493" y="0"/>
                        <a:pt x="295125" y="0"/>
                      </a:cubicBezTo>
                      <a:cubicBezTo>
                        <a:pt x="295125" y="2132145"/>
                        <a:pt x="295125" y="4261207"/>
                        <a:pt x="295125" y="6393351"/>
                      </a:cubicBezTo>
                    </a:path>
                  </a:pathLst>
                </a:custGeom>
                <a:grpFill/>
                <a:ln w="7704" cap="flat">
                  <a:noFill/>
                  <a:prstDash val="solid"/>
                  <a:miter/>
                </a:ln>
              </p:spPr>
              <p:txBody>
                <a:bodyPr rtlCol="0" anchor="ctr"/>
                <a:lstStyle/>
                <a:p>
                  <a:endParaRPr lang="en-US" dirty="0">
                    <a:solidFill>
                      <a:srgbClr val="C00000"/>
                    </a:solidFill>
                    <a:latin typeface="Times New Roman" panose="02020603050405020304" pitchFamily="18" charset="0"/>
                    <a:cs typeface="Times New Roman" pitchFamily="18" charset="0"/>
                  </a:endParaRPr>
                </a:p>
              </p:txBody>
            </p:sp>
            <p:sp>
              <p:nvSpPr>
                <p:cNvPr id="24" name="Freeform: Shape 23">
                  <a:extLst>
                    <a:ext uri="{FF2B5EF4-FFF2-40B4-BE49-F238E27FC236}">
                      <a16:creationId xmlns:a16="http://schemas.microsoft.com/office/drawing/2014/main" id="{2A569EB6-2490-40DF-9A4A-639E65D35F5C}"/>
                    </a:ext>
                  </a:extLst>
                </p:cNvPr>
                <p:cNvSpPr/>
                <p:nvPr/>
              </p:nvSpPr>
              <p:spPr>
                <a:xfrm>
                  <a:off x="6980994" y="2927282"/>
                  <a:ext cx="37550" cy="2394576"/>
                </a:xfrm>
                <a:custGeom>
                  <a:avLst/>
                  <a:gdLst>
                    <a:gd name="connsiteX0" fmla="*/ 0 w 100173"/>
                    <a:gd name="connsiteY0" fmla="*/ 6392581 h 6387957"/>
                    <a:gd name="connsiteX1" fmla="*/ 0 w 100173"/>
                    <a:gd name="connsiteY1" fmla="*/ 0 h 6387957"/>
                    <a:gd name="connsiteX2" fmla="*/ 103255 w 100173"/>
                    <a:gd name="connsiteY2" fmla="*/ 0 h 6387957"/>
                    <a:gd name="connsiteX3" fmla="*/ 103255 w 100173"/>
                    <a:gd name="connsiteY3" fmla="*/ 6392581 h 6387957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</a:cxnLst>
                  <a:rect l="l" t="t" r="r" b="b"/>
                  <a:pathLst>
                    <a:path w="100173" h="6387957">
                      <a:moveTo>
                        <a:pt x="0" y="6392581"/>
                      </a:moveTo>
                      <a:cubicBezTo>
                        <a:pt x="0" y="4261978"/>
                        <a:pt x="0" y="2132145"/>
                        <a:pt x="0" y="0"/>
                      </a:cubicBezTo>
                      <a:cubicBezTo>
                        <a:pt x="33904" y="0"/>
                        <a:pt x="67809" y="0"/>
                        <a:pt x="103255" y="0"/>
                      </a:cubicBezTo>
                      <a:cubicBezTo>
                        <a:pt x="103255" y="2130603"/>
                        <a:pt x="103255" y="4258895"/>
                        <a:pt x="103255" y="6392581"/>
                      </a:cubicBezTo>
                    </a:path>
                  </a:pathLst>
                </a:custGeom>
                <a:grpFill/>
                <a:ln w="7704" cap="flat">
                  <a:noFill/>
                  <a:prstDash val="solid"/>
                  <a:miter/>
                </a:ln>
              </p:spPr>
              <p:txBody>
                <a:bodyPr rtlCol="0" anchor="ctr"/>
                <a:lstStyle/>
                <a:p>
                  <a:endParaRPr lang="en-US" dirty="0">
                    <a:solidFill>
                      <a:srgbClr val="C00000"/>
                    </a:solidFill>
                    <a:latin typeface="Times New Roman" panose="02020603050405020304" pitchFamily="18" charset="0"/>
                    <a:cs typeface="Times New Roman" pitchFamily="18" charset="0"/>
                  </a:endParaRPr>
                </a:p>
              </p:txBody>
            </p:sp>
            <p:sp>
              <p:nvSpPr>
                <p:cNvPr id="25" name="Freeform: Shape 24">
                  <a:extLst>
                    <a:ext uri="{FF2B5EF4-FFF2-40B4-BE49-F238E27FC236}">
                      <a16:creationId xmlns:a16="http://schemas.microsoft.com/office/drawing/2014/main" id="{7DC04B7B-FFF7-4CAC-BF2B-7AF98E950FE2}"/>
                    </a:ext>
                  </a:extLst>
                </p:cNvPr>
                <p:cNvSpPr/>
                <p:nvPr/>
              </p:nvSpPr>
              <p:spPr>
                <a:xfrm>
                  <a:off x="7065051" y="2926994"/>
                  <a:ext cx="37550" cy="2394576"/>
                </a:xfrm>
                <a:custGeom>
                  <a:avLst/>
                  <a:gdLst>
                    <a:gd name="connsiteX0" fmla="*/ 0 w 100173"/>
                    <a:gd name="connsiteY0" fmla="*/ 6392581 h 6387957"/>
                    <a:gd name="connsiteX1" fmla="*/ 0 w 100173"/>
                    <a:gd name="connsiteY1" fmla="*/ 0 h 6387957"/>
                    <a:gd name="connsiteX2" fmla="*/ 103255 w 100173"/>
                    <a:gd name="connsiteY2" fmla="*/ 0 h 6387957"/>
                    <a:gd name="connsiteX3" fmla="*/ 103255 w 100173"/>
                    <a:gd name="connsiteY3" fmla="*/ 6392581 h 6387957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</a:cxnLst>
                  <a:rect l="l" t="t" r="r" b="b"/>
                  <a:pathLst>
                    <a:path w="100173" h="6387957">
                      <a:moveTo>
                        <a:pt x="0" y="6392581"/>
                      </a:moveTo>
                      <a:cubicBezTo>
                        <a:pt x="0" y="4261978"/>
                        <a:pt x="0" y="2132145"/>
                        <a:pt x="0" y="0"/>
                      </a:cubicBezTo>
                      <a:cubicBezTo>
                        <a:pt x="33904" y="0"/>
                        <a:pt x="67809" y="0"/>
                        <a:pt x="103255" y="0"/>
                      </a:cubicBezTo>
                      <a:cubicBezTo>
                        <a:pt x="103255" y="2130603"/>
                        <a:pt x="103255" y="4258895"/>
                        <a:pt x="103255" y="6392581"/>
                      </a:cubicBezTo>
                    </a:path>
                  </a:pathLst>
                </a:custGeom>
                <a:grpFill/>
                <a:ln w="7704" cap="flat">
                  <a:noFill/>
                  <a:prstDash val="solid"/>
                  <a:miter/>
                </a:ln>
              </p:spPr>
              <p:txBody>
                <a:bodyPr rtlCol="0" anchor="ctr"/>
                <a:lstStyle/>
                <a:p>
                  <a:endParaRPr lang="en-US" dirty="0">
                    <a:solidFill>
                      <a:srgbClr val="C00000"/>
                    </a:solidFill>
                    <a:latin typeface="Times New Roman" panose="02020603050405020304" pitchFamily="18" charset="0"/>
                    <a:cs typeface="Times New Roman" pitchFamily="18" charset="0"/>
                  </a:endParaRPr>
                </a:p>
              </p:txBody>
            </p:sp>
            <p:sp>
              <p:nvSpPr>
                <p:cNvPr id="26" name="Freeform: Shape 25">
                  <a:extLst>
                    <a:ext uri="{FF2B5EF4-FFF2-40B4-BE49-F238E27FC236}">
                      <a16:creationId xmlns:a16="http://schemas.microsoft.com/office/drawing/2014/main" id="{99FD279C-9B71-46A5-9519-57C2FDE43882}"/>
                    </a:ext>
                  </a:extLst>
                </p:cNvPr>
                <p:cNvSpPr/>
                <p:nvPr/>
              </p:nvSpPr>
              <p:spPr>
                <a:xfrm>
                  <a:off x="6754449" y="2926127"/>
                  <a:ext cx="37550" cy="2394576"/>
                </a:xfrm>
                <a:custGeom>
                  <a:avLst/>
                  <a:gdLst>
                    <a:gd name="connsiteX0" fmla="*/ 0 w 100173"/>
                    <a:gd name="connsiteY0" fmla="*/ 6392581 h 6387957"/>
                    <a:gd name="connsiteX1" fmla="*/ 0 w 100173"/>
                    <a:gd name="connsiteY1" fmla="*/ 0 h 6387957"/>
                    <a:gd name="connsiteX2" fmla="*/ 103255 w 100173"/>
                    <a:gd name="connsiteY2" fmla="*/ 0 h 6387957"/>
                    <a:gd name="connsiteX3" fmla="*/ 103255 w 100173"/>
                    <a:gd name="connsiteY3" fmla="*/ 6392581 h 6387957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</a:cxnLst>
                  <a:rect l="l" t="t" r="r" b="b"/>
                  <a:pathLst>
                    <a:path w="100173" h="6387957">
                      <a:moveTo>
                        <a:pt x="0" y="6392581"/>
                      </a:moveTo>
                      <a:cubicBezTo>
                        <a:pt x="0" y="4261978"/>
                        <a:pt x="0" y="2132145"/>
                        <a:pt x="0" y="0"/>
                      </a:cubicBezTo>
                      <a:cubicBezTo>
                        <a:pt x="33905" y="0"/>
                        <a:pt x="67810" y="0"/>
                        <a:pt x="103255" y="0"/>
                      </a:cubicBezTo>
                      <a:cubicBezTo>
                        <a:pt x="103255" y="2131374"/>
                        <a:pt x="103255" y="4260436"/>
                        <a:pt x="103255" y="6392581"/>
                      </a:cubicBezTo>
                    </a:path>
                  </a:pathLst>
                </a:custGeom>
                <a:grpFill/>
                <a:ln w="7704" cap="flat">
                  <a:noFill/>
                  <a:prstDash val="solid"/>
                  <a:miter/>
                </a:ln>
              </p:spPr>
              <p:txBody>
                <a:bodyPr rtlCol="0" anchor="ctr"/>
                <a:lstStyle/>
                <a:p>
                  <a:endParaRPr lang="en-US" dirty="0">
                    <a:solidFill>
                      <a:srgbClr val="C00000"/>
                    </a:solidFill>
                    <a:latin typeface="Times New Roman" panose="02020603050405020304" pitchFamily="18" charset="0"/>
                    <a:cs typeface="Times New Roman" pitchFamily="18" charset="0"/>
                  </a:endParaRPr>
                </a:p>
              </p:txBody>
            </p:sp>
            <p:sp>
              <p:nvSpPr>
                <p:cNvPr id="27" name="Freeform: Shape 26">
                  <a:extLst>
                    <a:ext uri="{FF2B5EF4-FFF2-40B4-BE49-F238E27FC236}">
                      <a16:creationId xmlns:a16="http://schemas.microsoft.com/office/drawing/2014/main" id="{E77F362F-1E3A-429A-8A7A-092562BB2825}"/>
                    </a:ext>
                  </a:extLst>
                </p:cNvPr>
                <p:cNvSpPr/>
                <p:nvPr/>
              </p:nvSpPr>
              <p:spPr>
                <a:xfrm>
                  <a:off x="6334914" y="2927282"/>
                  <a:ext cx="37550" cy="2394576"/>
                </a:xfrm>
                <a:custGeom>
                  <a:avLst/>
                  <a:gdLst>
                    <a:gd name="connsiteX0" fmla="*/ 0 w 100173"/>
                    <a:gd name="connsiteY0" fmla="*/ 6393351 h 6387957"/>
                    <a:gd name="connsiteX1" fmla="*/ 0 w 100173"/>
                    <a:gd name="connsiteY1" fmla="*/ 0 h 6387957"/>
                    <a:gd name="connsiteX2" fmla="*/ 103255 w 100173"/>
                    <a:gd name="connsiteY2" fmla="*/ 0 h 6387957"/>
                    <a:gd name="connsiteX3" fmla="*/ 103255 w 100173"/>
                    <a:gd name="connsiteY3" fmla="*/ 6393351 h 6387957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</a:cxnLst>
                  <a:rect l="l" t="t" r="r" b="b"/>
                  <a:pathLst>
                    <a:path w="100173" h="6387957">
                      <a:moveTo>
                        <a:pt x="0" y="6393351"/>
                      </a:moveTo>
                      <a:cubicBezTo>
                        <a:pt x="0" y="4262748"/>
                        <a:pt x="0" y="2132915"/>
                        <a:pt x="0" y="0"/>
                      </a:cubicBezTo>
                      <a:cubicBezTo>
                        <a:pt x="33904" y="0"/>
                        <a:pt x="67809" y="0"/>
                        <a:pt x="103255" y="0"/>
                      </a:cubicBezTo>
                      <a:cubicBezTo>
                        <a:pt x="103255" y="2131374"/>
                        <a:pt x="103255" y="4260436"/>
                        <a:pt x="103255" y="6393351"/>
                      </a:cubicBezTo>
                    </a:path>
                  </a:pathLst>
                </a:custGeom>
                <a:grpFill/>
                <a:ln w="7704" cap="flat">
                  <a:noFill/>
                  <a:prstDash val="solid"/>
                  <a:miter/>
                </a:ln>
              </p:spPr>
              <p:txBody>
                <a:bodyPr rtlCol="0" anchor="ctr"/>
                <a:lstStyle/>
                <a:p>
                  <a:endParaRPr lang="en-US" dirty="0">
                    <a:solidFill>
                      <a:srgbClr val="C00000"/>
                    </a:solidFill>
                    <a:latin typeface="Times New Roman" panose="02020603050405020304" pitchFamily="18" charset="0"/>
                    <a:cs typeface="Times New Roman" pitchFamily="18" charset="0"/>
                  </a:endParaRPr>
                </a:p>
              </p:txBody>
            </p:sp>
            <p:sp>
              <p:nvSpPr>
                <p:cNvPr id="28" name="Freeform: Shape 27">
                  <a:extLst>
                    <a:ext uri="{FF2B5EF4-FFF2-40B4-BE49-F238E27FC236}">
                      <a16:creationId xmlns:a16="http://schemas.microsoft.com/office/drawing/2014/main" id="{BA25F615-E11E-4379-BA54-9819ACDC6FD8}"/>
                    </a:ext>
                  </a:extLst>
                </p:cNvPr>
                <p:cNvSpPr/>
                <p:nvPr/>
              </p:nvSpPr>
              <p:spPr>
                <a:xfrm>
                  <a:off x="6159871" y="2926127"/>
                  <a:ext cx="37550" cy="2397464"/>
                </a:xfrm>
                <a:custGeom>
                  <a:avLst/>
                  <a:gdLst>
                    <a:gd name="connsiteX0" fmla="*/ 0 w 100173"/>
                    <a:gd name="connsiteY0" fmla="*/ 6395663 h 6395662"/>
                    <a:gd name="connsiteX1" fmla="*/ 0 w 100173"/>
                    <a:gd name="connsiteY1" fmla="*/ 0 h 6395662"/>
                    <a:gd name="connsiteX2" fmla="*/ 52398 w 100173"/>
                    <a:gd name="connsiteY2" fmla="*/ 0 h 6395662"/>
                    <a:gd name="connsiteX3" fmla="*/ 103255 w 100173"/>
                    <a:gd name="connsiteY3" fmla="*/ 0 h 6395662"/>
                    <a:gd name="connsiteX4" fmla="*/ 103255 w 100173"/>
                    <a:gd name="connsiteY4" fmla="*/ 6395663 h 6395662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  <a:cxn ang="0">
                      <a:pos x="connsiteX4" y="connsiteY4"/>
                    </a:cxn>
                  </a:cxnLst>
                  <a:rect l="l" t="t" r="r" b="b"/>
                  <a:pathLst>
                    <a:path w="100173" h="6395662">
                      <a:moveTo>
                        <a:pt x="0" y="6395663"/>
                      </a:moveTo>
                      <a:cubicBezTo>
                        <a:pt x="0" y="4265060"/>
                        <a:pt x="0" y="2135227"/>
                        <a:pt x="0" y="0"/>
                      </a:cubicBezTo>
                      <a:cubicBezTo>
                        <a:pt x="17723" y="0"/>
                        <a:pt x="34675" y="0"/>
                        <a:pt x="52398" y="0"/>
                      </a:cubicBezTo>
                      <a:cubicBezTo>
                        <a:pt x="68580" y="0"/>
                        <a:pt x="84762" y="0"/>
                        <a:pt x="103255" y="0"/>
                      </a:cubicBezTo>
                      <a:cubicBezTo>
                        <a:pt x="103255" y="2132915"/>
                        <a:pt x="103255" y="4261977"/>
                        <a:pt x="103255" y="6395663"/>
                      </a:cubicBezTo>
                    </a:path>
                  </a:pathLst>
                </a:custGeom>
                <a:grpFill/>
                <a:ln w="7704" cap="flat">
                  <a:noFill/>
                  <a:prstDash val="solid"/>
                  <a:miter/>
                </a:ln>
              </p:spPr>
              <p:txBody>
                <a:bodyPr rtlCol="0" anchor="ctr"/>
                <a:lstStyle/>
                <a:p>
                  <a:endParaRPr lang="en-US" dirty="0">
                    <a:solidFill>
                      <a:srgbClr val="C00000"/>
                    </a:solidFill>
                    <a:latin typeface="Times New Roman" panose="02020603050405020304" pitchFamily="18" charset="0"/>
                    <a:cs typeface="Times New Roman" pitchFamily="18" charset="0"/>
                  </a:endParaRPr>
                </a:p>
              </p:txBody>
            </p:sp>
            <p:sp>
              <p:nvSpPr>
                <p:cNvPr id="29" name="Freeform: Shape 28">
                  <a:extLst>
                    <a:ext uri="{FF2B5EF4-FFF2-40B4-BE49-F238E27FC236}">
                      <a16:creationId xmlns:a16="http://schemas.microsoft.com/office/drawing/2014/main" id="{43767ECE-21FE-4B4C-89B1-0E19BEADDA56}"/>
                    </a:ext>
                  </a:extLst>
                </p:cNvPr>
                <p:cNvSpPr/>
                <p:nvPr/>
              </p:nvSpPr>
              <p:spPr>
                <a:xfrm>
                  <a:off x="6231712" y="2926127"/>
                  <a:ext cx="72212" cy="2394576"/>
                </a:xfrm>
                <a:custGeom>
                  <a:avLst/>
                  <a:gdLst>
                    <a:gd name="connsiteX0" fmla="*/ 0 w 192640"/>
                    <a:gd name="connsiteY0" fmla="*/ 6392581 h 6387957"/>
                    <a:gd name="connsiteX1" fmla="*/ 0 w 192640"/>
                    <a:gd name="connsiteY1" fmla="*/ 0 h 6387957"/>
                    <a:gd name="connsiteX2" fmla="*/ 198805 w 192640"/>
                    <a:gd name="connsiteY2" fmla="*/ 0 h 6387957"/>
                    <a:gd name="connsiteX3" fmla="*/ 198805 w 192640"/>
                    <a:gd name="connsiteY3" fmla="*/ 6392581 h 6387957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</a:cxnLst>
                  <a:rect l="l" t="t" r="r" b="b"/>
                  <a:pathLst>
                    <a:path w="192640" h="6387957">
                      <a:moveTo>
                        <a:pt x="0" y="6392581"/>
                      </a:moveTo>
                      <a:cubicBezTo>
                        <a:pt x="0" y="4261207"/>
                        <a:pt x="0" y="2132145"/>
                        <a:pt x="0" y="0"/>
                      </a:cubicBezTo>
                      <a:cubicBezTo>
                        <a:pt x="66268" y="0"/>
                        <a:pt x="131766" y="0"/>
                        <a:pt x="198805" y="0"/>
                      </a:cubicBezTo>
                      <a:cubicBezTo>
                        <a:pt x="198805" y="2131374"/>
                        <a:pt x="198805" y="4261207"/>
                        <a:pt x="198805" y="6392581"/>
                      </a:cubicBezTo>
                    </a:path>
                  </a:pathLst>
                </a:custGeom>
                <a:grpFill/>
                <a:ln w="7704" cap="flat">
                  <a:noFill/>
                  <a:prstDash val="solid"/>
                  <a:miter/>
                </a:ln>
              </p:spPr>
              <p:txBody>
                <a:bodyPr rtlCol="0" anchor="ctr"/>
                <a:lstStyle/>
                <a:p>
                  <a:endParaRPr lang="en-US" dirty="0">
                    <a:solidFill>
                      <a:srgbClr val="C00000"/>
                    </a:solidFill>
                    <a:latin typeface="Times New Roman" panose="02020603050405020304" pitchFamily="18" charset="0"/>
                    <a:cs typeface="Times New Roman" pitchFamily="18" charset="0"/>
                  </a:endParaRPr>
                </a:p>
              </p:txBody>
            </p:sp>
            <p:sp>
              <p:nvSpPr>
                <p:cNvPr id="30" name="Freeform: Shape 29">
                  <a:extLst>
                    <a:ext uri="{FF2B5EF4-FFF2-40B4-BE49-F238E27FC236}">
                      <a16:creationId xmlns:a16="http://schemas.microsoft.com/office/drawing/2014/main" id="{E117A468-C0B3-46FD-8EC1-6AE134264BA0}"/>
                    </a:ext>
                  </a:extLst>
                </p:cNvPr>
                <p:cNvSpPr/>
                <p:nvPr/>
              </p:nvSpPr>
              <p:spPr>
                <a:xfrm>
                  <a:off x="6598401" y="2927282"/>
                  <a:ext cx="37550" cy="2394576"/>
                </a:xfrm>
                <a:custGeom>
                  <a:avLst/>
                  <a:gdLst>
                    <a:gd name="connsiteX0" fmla="*/ 0 w 100173"/>
                    <a:gd name="connsiteY0" fmla="*/ 6392581 h 6387957"/>
                    <a:gd name="connsiteX1" fmla="*/ 0 w 100173"/>
                    <a:gd name="connsiteY1" fmla="*/ 0 h 6387957"/>
                    <a:gd name="connsiteX2" fmla="*/ 103255 w 100173"/>
                    <a:gd name="connsiteY2" fmla="*/ 0 h 6387957"/>
                    <a:gd name="connsiteX3" fmla="*/ 103255 w 100173"/>
                    <a:gd name="connsiteY3" fmla="*/ 6392581 h 6387957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</a:cxnLst>
                  <a:rect l="l" t="t" r="r" b="b"/>
                  <a:pathLst>
                    <a:path w="100173" h="6387957">
                      <a:moveTo>
                        <a:pt x="0" y="6392581"/>
                      </a:moveTo>
                      <a:cubicBezTo>
                        <a:pt x="0" y="4261207"/>
                        <a:pt x="0" y="2131374"/>
                        <a:pt x="0" y="0"/>
                      </a:cubicBezTo>
                      <a:cubicBezTo>
                        <a:pt x="34675" y="0"/>
                        <a:pt x="67809" y="0"/>
                        <a:pt x="103255" y="0"/>
                      </a:cubicBezTo>
                      <a:cubicBezTo>
                        <a:pt x="103255" y="2130603"/>
                        <a:pt x="103255" y="4260437"/>
                        <a:pt x="103255" y="6392581"/>
                      </a:cubicBezTo>
                    </a:path>
                  </a:pathLst>
                </a:custGeom>
                <a:grpFill/>
                <a:ln w="7704" cap="flat">
                  <a:noFill/>
                  <a:prstDash val="solid"/>
                  <a:miter/>
                </a:ln>
              </p:spPr>
              <p:txBody>
                <a:bodyPr rtlCol="0" anchor="ctr"/>
                <a:lstStyle/>
                <a:p>
                  <a:endParaRPr lang="en-US" dirty="0">
                    <a:solidFill>
                      <a:srgbClr val="C00000"/>
                    </a:solidFill>
                    <a:latin typeface="Times New Roman" panose="02020603050405020304" pitchFamily="18" charset="0"/>
                    <a:cs typeface="Times New Roman" pitchFamily="18" charset="0"/>
                  </a:endParaRPr>
                </a:p>
              </p:txBody>
            </p:sp>
            <p:sp>
              <p:nvSpPr>
                <p:cNvPr id="31" name="Freeform: Shape 30">
                  <a:extLst>
                    <a:ext uri="{FF2B5EF4-FFF2-40B4-BE49-F238E27FC236}">
                      <a16:creationId xmlns:a16="http://schemas.microsoft.com/office/drawing/2014/main" id="{939B7FCC-CDDF-4A11-A2F1-C8F70FF2EEB4}"/>
                    </a:ext>
                  </a:extLst>
                </p:cNvPr>
                <p:cNvSpPr/>
                <p:nvPr/>
              </p:nvSpPr>
              <p:spPr>
                <a:xfrm>
                  <a:off x="6680669" y="2927282"/>
                  <a:ext cx="37550" cy="2394576"/>
                </a:xfrm>
                <a:custGeom>
                  <a:avLst/>
                  <a:gdLst>
                    <a:gd name="connsiteX0" fmla="*/ 0 w 100173"/>
                    <a:gd name="connsiteY0" fmla="*/ 6392581 h 6387957"/>
                    <a:gd name="connsiteX1" fmla="*/ 0 w 100173"/>
                    <a:gd name="connsiteY1" fmla="*/ 0 h 6387957"/>
                    <a:gd name="connsiteX2" fmla="*/ 103255 w 100173"/>
                    <a:gd name="connsiteY2" fmla="*/ 0 h 6387957"/>
                    <a:gd name="connsiteX3" fmla="*/ 103255 w 100173"/>
                    <a:gd name="connsiteY3" fmla="*/ 6392581 h 6387957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</a:cxnLst>
                  <a:rect l="l" t="t" r="r" b="b"/>
                  <a:pathLst>
                    <a:path w="100173" h="6387957">
                      <a:moveTo>
                        <a:pt x="0" y="6392581"/>
                      </a:moveTo>
                      <a:cubicBezTo>
                        <a:pt x="0" y="4261978"/>
                        <a:pt x="0" y="2132145"/>
                        <a:pt x="0" y="0"/>
                      </a:cubicBezTo>
                      <a:cubicBezTo>
                        <a:pt x="33905" y="0"/>
                        <a:pt x="67810" y="0"/>
                        <a:pt x="103255" y="0"/>
                      </a:cubicBezTo>
                      <a:cubicBezTo>
                        <a:pt x="103255" y="2131374"/>
                        <a:pt x="103255" y="4260436"/>
                        <a:pt x="103255" y="6392581"/>
                      </a:cubicBezTo>
                    </a:path>
                  </a:pathLst>
                </a:custGeom>
                <a:grpFill/>
                <a:ln w="7704" cap="flat">
                  <a:noFill/>
                  <a:prstDash val="solid"/>
                  <a:miter/>
                </a:ln>
              </p:spPr>
              <p:txBody>
                <a:bodyPr rtlCol="0" anchor="ctr"/>
                <a:lstStyle/>
                <a:p>
                  <a:endParaRPr lang="en-US" dirty="0">
                    <a:solidFill>
                      <a:srgbClr val="C00000"/>
                    </a:solidFill>
                    <a:latin typeface="Times New Roman" panose="02020603050405020304" pitchFamily="18" charset="0"/>
                    <a:cs typeface="Times New Roman" pitchFamily="18" charset="0"/>
                  </a:endParaRPr>
                </a:p>
              </p:txBody>
            </p:sp>
            <p:sp>
              <p:nvSpPr>
                <p:cNvPr id="32" name="Freeform: Shape 31">
                  <a:extLst>
                    <a:ext uri="{FF2B5EF4-FFF2-40B4-BE49-F238E27FC236}">
                      <a16:creationId xmlns:a16="http://schemas.microsoft.com/office/drawing/2014/main" id="{79A45683-A3FC-4243-9523-B723BBD003A1}"/>
                    </a:ext>
                  </a:extLst>
                </p:cNvPr>
                <p:cNvSpPr/>
                <p:nvPr/>
              </p:nvSpPr>
              <p:spPr>
                <a:xfrm>
                  <a:off x="6516134" y="2927282"/>
                  <a:ext cx="37550" cy="2394576"/>
                </a:xfrm>
                <a:custGeom>
                  <a:avLst/>
                  <a:gdLst>
                    <a:gd name="connsiteX0" fmla="*/ 0 w 100173"/>
                    <a:gd name="connsiteY0" fmla="*/ 6391811 h 6387957"/>
                    <a:gd name="connsiteX1" fmla="*/ 0 w 100173"/>
                    <a:gd name="connsiteY1" fmla="*/ 0 h 6387957"/>
                    <a:gd name="connsiteX2" fmla="*/ 103255 w 100173"/>
                    <a:gd name="connsiteY2" fmla="*/ 0 h 6387957"/>
                    <a:gd name="connsiteX3" fmla="*/ 103255 w 100173"/>
                    <a:gd name="connsiteY3" fmla="*/ 6391811 h 6387957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</a:cxnLst>
                  <a:rect l="l" t="t" r="r" b="b"/>
                  <a:pathLst>
                    <a:path w="100173" h="6387957">
                      <a:moveTo>
                        <a:pt x="0" y="6391811"/>
                      </a:moveTo>
                      <a:cubicBezTo>
                        <a:pt x="0" y="4261978"/>
                        <a:pt x="0" y="2132145"/>
                        <a:pt x="0" y="0"/>
                      </a:cubicBezTo>
                      <a:cubicBezTo>
                        <a:pt x="33134" y="0"/>
                        <a:pt x="67039" y="0"/>
                        <a:pt x="103255" y="0"/>
                      </a:cubicBezTo>
                      <a:cubicBezTo>
                        <a:pt x="103255" y="2130603"/>
                        <a:pt x="103255" y="4260436"/>
                        <a:pt x="103255" y="6391811"/>
                      </a:cubicBezTo>
                    </a:path>
                  </a:pathLst>
                </a:custGeom>
                <a:grpFill/>
                <a:ln w="7704" cap="flat">
                  <a:noFill/>
                  <a:prstDash val="solid"/>
                  <a:miter/>
                </a:ln>
              </p:spPr>
              <p:txBody>
                <a:bodyPr rtlCol="0" anchor="ctr"/>
                <a:lstStyle/>
                <a:p>
                  <a:endParaRPr lang="en-US" dirty="0">
                    <a:solidFill>
                      <a:srgbClr val="C00000"/>
                    </a:solidFill>
                    <a:latin typeface="Times New Roman" panose="02020603050405020304" pitchFamily="18" charset="0"/>
                    <a:cs typeface="Times New Roman" pitchFamily="18" charset="0"/>
                  </a:endParaRPr>
                </a:p>
              </p:txBody>
            </p:sp>
            <p:sp>
              <p:nvSpPr>
                <p:cNvPr id="33" name="Freeform: Shape 32">
                  <a:extLst>
                    <a:ext uri="{FF2B5EF4-FFF2-40B4-BE49-F238E27FC236}">
                      <a16:creationId xmlns:a16="http://schemas.microsoft.com/office/drawing/2014/main" id="{B40B3F0D-8DF8-4702-99BD-23B1475CD452}"/>
                    </a:ext>
                  </a:extLst>
                </p:cNvPr>
                <p:cNvSpPr/>
                <p:nvPr/>
              </p:nvSpPr>
              <p:spPr>
                <a:xfrm>
                  <a:off x="6399205" y="2927282"/>
                  <a:ext cx="72212" cy="2394576"/>
                </a:xfrm>
                <a:custGeom>
                  <a:avLst/>
                  <a:gdLst>
                    <a:gd name="connsiteX0" fmla="*/ 0 w 192640"/>
                    <a:gd name="connsiteY0" fmla="*/ 6392581 h 6387957"/>
                    <a:gd name="connsiteX1" fmla="*/ 0 w 192640"/>
                    <a:gd name="connsiteY1" fmla="*/ 0 h 6387957"/>
                    <a:gd name="connsiteX2" fmla="*/ 198805 w 192640"/>
                    <a:gd name="connsiteY2" fmla="*/ 0 h 6387957"/>
                    <a:gd name="connsiteX3" fmla="*/ 198805 w 192640"/>
                    <a:gd name="connsiteY3" fmla="*/ 6392581 h 6387957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</a:cxnLst>
                  <a:rect l="l" t="t" r="r" b="b"/>
                  <a:pathLst>
                    <a:path w="192640" h="6387957">
                      <a:moveTo>
                        <a:pt x="0" y="6392581"/>
                      </a:moveTo>
                      <a:cubicBezTo>
                        <a:pt x="0" y="4261207"/>
                        <a:pt x="0" y="2132145"/>
                        <a:pt x="0" y="0"/>
                      </a:cubicBezTo>
                      <a:cubicBezTo>
                        <a:pt x="66268" y="0"/>
                        <a:pt x="131766" y="0"/>
                        <a:pt x="198805" y="0"/>
                      </a:cubicBezTo>
                      <a:cubicBezTo>
                        <a:pt x="198805" y="2131374"/>
                        <a:pt x="198805" y="4261207"/>
                        <a:pt x="198805" y="6392581"/>
                      </a:cubicBezTo>
                    </a:path>
                  </a:pathLst>
                </a:custGeom>
                <a:grpFill/>
                <a:ln w="7704" cap="flat">
                  <a:noFill/>
                  <a:prstDash val="solid"/>
                  <a:miter/>
                </a:ln>
              </p:spPr>
              <p:txBody>
                <a:bodyPr rtlCol="0" anchor="ctr"/>
                <a:lstStyle/>
                <a:p>
                  <a:endParaRPr lang="en-US" dirty="0">
                    <a:solidFill>
                      <a:srgbClr val="C00000"/>
                    </a:solidFill>
                    <a:latin typeface="Times New Roman" panose="02020603050405020304" pitchFamily="18" charset="0"/>
                    <a:cs typeface="Times New Roman" pitchFamily="18" charset="0"/>
                  </a:endParaRPr>
                </a:p>
              </p:txBody>
            </p:sp>
            <p:sp>
              <p:nvSpPr>
                <p:cNvPr id="34" name="Freeform: Shape 33">
                  <a:extLst>
                    <a:ext uri="{FF2B5EF4-FFF2-40B4-BE49-F238E27FC236}">
                      <a16:creationId xmlns:a16="http://schemas.microsoft.com/office/drawing/2014/main" id="{0B972A39-D5F1-4DBE-B2F6-AA9010526F16}"/>
                    </a:ext>
                  </a:extLst>
                </p:cNvPr>
                <p:cNvSpPr/>
                <p:nvPr/>
              </p:nvSpPr>
              <p:spPr>
                <a:xfrm>
                  <a:off x="5237391" y="2926127"/>
                  <a:ext cx="144425" cy="2394576"/>
                </a:xfrm>
                <a:custGeom>
                  <a:avLst/>
                  <a:gdLst>
                    <a:gd name="connsiteX0" fmla="*/ 0 w 385280"/>
                    <a:gd name="connsiteY0" fmla="*/ 6393351 h 6387957"/>
                    <a:gd name="connsiteX1" fmla="*/ 0 w 385280"/>
                    <a:gd name="connsiteY1" fmla="*/ 0 h 6387957"/>
                    <a:gd name="connsiteX2" fmla="*/ 387593 w 385280"/>
                    <a:gd name="connsiteY2" fmla="*/ 0 h 6387957"/>
                    <a:gd name="connsiteX3" fmla="*/ 387593 w 385280"/>
                    <a:gd name="connsiteY3" fmla="*/ 6393351 h 6387957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</a:cxnLst>
                  <a:rect l="l" t="t" r="r" b="b"/>
                  <a:pathLst>
                    <a:path w="385280" h="6387957">
                      <a:moveTo>
                        <a:pt x="0" y="6393351"/>
                      </a:moveTo>
                      <a:cubicBezTo>
                        <a:pt x="0" y="4262748"/>
                        <a:pt x="0" y="2132145"/>
                        <a:pt x="0" y="0"/>
                      </a:cubicBezTo>
                      <a:cubicBezTo>
                        <a:pt x="128684" y="0"/>
                        <a:pt x="256597" y="0"/>
                        <a:pt x="387593" y="0"/>
                      </a:cubicBezTo>
                      <a:cubicBezTo>
                        <a:pt x="387593" y="2130603"/>
                        <a:pt x="387593" y="4261207"/>
                        <a:pt x="387593" y="6393351"/>
                      </a:cubicBezTo>
                    </a:path>
                  </a:pathLst>
                </a:custGeom>
                <a:grpFill/>
                <a:ln w="7704" cap="flat">
                  <a:noFill/>
                  <a:prstDash val="solid"/>
                  <a:miter/>
                </a:ln>
              </p:spPr>
              <p:txBody>
                <a:bodyPr rtlCol="0" anchor="ctr"/>
                <a:lstStyle/>
                <a:p>
                  <a:endParaRPr lang="en-US" dirty="0">
                    <a:solidFill>
                      <a:srgbClr val="C00000"/>
                    </a:solidFill>
                    <a:latin typeface="Times New Roman" panose="02020603050405020304" pitchFamily="18" charset="0"/>
                    <a:cs typeface="Times New Roman" pitchFamily="18" charset="0"/>
                  </a:endParaRPr>
                </a:p>
              </p:txBody>
            </p:sp>
            <p:sp>
              <p:nvSpPr>
                <p:cNvPr id="35" name="Freeform: Shape 34">
                  <a:extLst>
                    <a:ext uri="{FF2B5EF4-FFF2-40B4-BE49-F238E27FC236}">
                      <a16:creationId xmlns:a16="http://schemas.microsoft.com/office/drawing/2014/main" id="{C6F21A28-C5C3-423E-816C-EFF154B420AF}"/>
                    </a:ext>
                  </a:extLst>
                </p:cNvPr>
                <p:cNvSpPr/>
                <p:nvPr/>
              </p:nvSpPr>
              <p:spPr>
                <a:xfrm>
                  <a:off x="5123269" y="2926994"/>
                  <a:ext cx="72212" cy="2394576"/>
                </a:xfrm>
                <a:custGeom>
                  <a:avLst/>
                  <a:gdLst>
                    <a:gd name="connsiteX0" fmla="*/ 0 w 192640"/>
                    <a:gd name="connsiteY0" fmla="*/ 6392581 h 6387957"/>
                    <a:gd name="connsiteX1" fmla="*/ 0 w 192640"/>
                    <a:gd name="connsiteY1" fmla="*/ 0 h 6387957"/>
                    <a:gd name="connsiteX2" fmla="*/ 198805 w 192640"/>
                    <a:gd name="connsiteY2" fmla="*/ 0 h 6387957"/>
                    <a:gd name="connsiteX3" fmla="*/ 198805 w 192640"/>
                    <a:gd name="connsiteY3" fmla="*/ 6392581 h 6387957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</a:cxnLst>
                  <a:rect l="l" t="t" r="r" b="b"/>
                  <a:pathLst>
                    <a:path w="192640" h="6387957">
                      <a:moveTo>
                        <a:pt x="0" y="6392581"/>
                      </a:moveTo>
                      <a:cubicBezTo>
                        <a:pt x="0" y="4261207"/>
                        <a:pt x="0" y="2132145"/>
                        <a:pt x="0" y="0"/>
                      </a:cubicBezTo>
                      <a:cubicBezTo>
                        <a:pt x="67039" y="0"/>
                        <a:pt x="131766" y="0"/>
                        <a:pt x="198805" y="0"/>
                      </a:cubicBezTo>
                      <a:cubicBezTo>
                        <a:pt x="198805" y="2130603"/>
                        <a:pt x="198805" y="4259666"/>
                        <a:pt x="198805" y="6392581"/>
                      </a:cubicBezTo>
                    </a:path>
                  </a:pathLst>
                </a:custGeom>
                <a:grpFill/>
                <a:ln w="7704" cap="flat">
                  <a:noFill/>
                  <a:prstDash val="solid"/>
                  <a:miter/>
                </a:ln>
              </p:spPr>
              <p:txBody>
                <a:bodyPr rtlCol="0" anchor="ctr"/>
                <a:lstStyle/>
                <a:p>
                  <a:endParaRPr lang="en-US" dirty="0">
                    <a:solidFill>
                      <a:srgbClr val="C00000"/>
                    </a:solidFill>
                    <a:latin typeface="Times New Roman" panose="02020603050405020304" pitchFamily="18" charset="0"/>
                    <a:cs typeface="Times New Roman" pitchFamily="18" charset="0"/>
                  </a:endParaRPr>
                </a:p>
              </p:txBody>
            </p:sp>
            <p:sp>
              <p:nvSpPr>
                <p:cNvPr id="36" name="Freeform: Shape 35">
                  <a:extLst>
                    <a:ext uri="{FF2B5EF4-FFF2-40B4-BE49-F238E27FC236}">
                      <a16:creationId xmlns:a16="http://schemas.microsoft.com/office/drawing/2014/main" id="{CD2D5180-3504-4AF5-A04B-07F487071B22}"/>
                    </a:ext>
                  </a:extLst>
                </p:cNvPr>
                <p:cNvSpPr/>
                <p:nvPr/>
              </p:nvSpPr>
              <p:spPr>
                <a:xfrm>
                  <a:off x="5611343" y="2927282"/>
                  <a:ext cx="72212" cy="2394576"/>
                </a:xfrm>
                <a:custGeom>
                  <a:avLst/>
                  <a:gdLst>
                    <a:gd name="connsiteX0" fmla="*/ 0 w 192640"/>
                    <a:gd name="connsiteY0" fmla="*/ 6392581 h 6387957"/>
                    <a:gd name="connsiteX1" fmla="*/ 0 w 192640"/>
                    <a:gd name="connsiteY1" fmla="*/ 0 h 6387957"/>
                    <a:gd name="connsiteX2" fmla="*/ 198805 w 192640"/>
                    <a:gd name="connsiteY2" fmla="*/ 0 h 6387957"/>
                    <a:gd name="connsiteX3" fmla="*/ 198805 w 192640"/>
                    <a:gd name="connsiteY3" fmla="*/ 6392581 h 6387957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</a:cxnLst>
                  <a:rect l="l" t="t" r="r" b="b"/>
                  <a:pathLst>
                    <a:path w="192640" h="6387957">
                      <a:moveTo>
                        <a:pt x="0" y="6392581"/>
                      </a:moveTo>
                      <a:cubicBezTo>
                        <a:pt x="0" y="4261207"/>
                        <a:pt x="0" y="2132145"/>
                        <a:pt x="0" y="0"/>
                      </a:cubicBezTo>
                      <a:cubicBezTo>
                        <a:pt x="66268" y="0"/>
                        <a:pt x="131766" y="0"/>
                        <a:pt x="198805" y="0"/>
                      </a:cubicBezTo>
                      <a:cubicBezTo>
                        <a:pt x="198805" y="2131374"/>
                        <a:pt x="198805" y="4261207"/>
                        <a:pt x="198805" y="6392581"/>
                      </a:cubicBezTo>
                    </a:path>
                  </a:pathLst>
                </a:custGeom>
                <a:grpFill/>
                <a:ln w="7704" cap="flat">
                  <a:noFill/>
                  <a:prstDash val="solid"/>
                  <a:miter/>
                </a:ln>
              </p:spPr>
              <p:txBody>
                <a:bodyPr rtlCol="0" anchor="ctr"/>
                <a:lstStyle/>
                <a:p>
                  <a:endParaRPr lang="en-US" dirty="0">
                    <a:solidFill>
                      <a:srgbClr val="C00000"/>
                    </a:solidFill>
                    <a:latin typeface="Times New Roman" panose="02020603050405020304" pitchFamily="18" charset="0"/>
                    <a:cs typeface="Times New Roman" pitchFamily="18" charset="0"/>
                  </a:endParaRPr>
                </a:p>
              </p:txBody>
            </p:sp>
            <p:sp>
              <p:nvSpPr>
                <p:cNvPr id="37" name="Freeform: Shape 36">
                  <a:extLst>
                    <a:ext uri="{FF2B5EF4-FFF2-40B4-BE49-F238E27FC236}">
                      <a16:creationId xmlns:a16="http://schemas.microsoft.com/office/drawing/2014/main" id="{6078D920-7771-4459-9280-C4992F522CBA}"/>
                    </a:ext>
                  </a:extLst>
                </p:cNvPr>
                <p:cNvSpPr/>
                <p:nvPr/>
              </p:nvSpPr>
              <p:spPr>
                <a:xfrm>
                  <a:off x="5407259" y="2926994"/>
                  <a:ext cx="37550" cy="2394576"/>
                </a:xfrm>
                <a:custGeom>
                  <a:avLst/>
                  <a:gdLst>
                    <a:gd name="connsiteX0" fmla="*/ 0 w 100173"/>
                    <a:gd name="connsiteY0" fmla="*/ 6392581 h 6387957"/>
                    <a:gd name="connsiteX1" fmla="*/ 0 w 100173"/>
                    <a:gd name="connsiteY1" fmla="*/ 0 h 6387957"/>
                    <a:gd name="connsiteX2" fmla="*/ 103255 w 100173"/>
                    <a:gd name="connsiteY2" fmla="*/ 0 h 6387957"/>
                    <a:gd name="connsiteX3" fmla="*/ 103255 w 100173"/>
                    <a:gd name="connsiteY3" fmla="*/ 6392581 h 6387957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</a:cxnLst>
                  <a:rect l="l" t="t" r="r" b="b"/>
                  <a:pathLst>
                    <a:path w="100173" h="6387957">
                      <a:moveTo>
                        <a:pt x="0" y="6392581"/>
                      </a:moveTo>
                      <a:cubicBezTo>
                        <a:pt x="0" y="4261978"/>
                        <a:pt x="0" y="2132145"/>
                        <a:pt x="0" y="0"/>
                      </a:cubicBezTo>
                      <a:cubicBezTo>
                        <a:pt x="34675" y="0"/>
                        <a:pt x="67810" y="0"/>
                        <a:pt x="103255" y="0"/>
                      </a:cubicBezTo>
                      <a:cubicBezTo>
                        <a:pt x="103255" y="2130603"/>
                        <a:pt x="103255" y="4259666"/>
                        <a:pt x="103255" y="6392581"/>
                      </a:cubicBezTo>
                    </a:path>
                  </a:pathLst>
                </a:custGeom>
                <a:grpFill/>
                <a:ln w="7704" cap="flat">
                  <a:noFill/>
                  <a:prstDash val="solid"/>
                  <a:miter/>
                </a:ln>
              </p:spPr>
              <p:txBody>
                <a:bodyPr rtlCol="0" anchor="ctr"/>
                <a:lstStyle/>
                <a:p>
                  <a:endParaRPr lang="en-US" dirty="0">
                    <a:solidFill>
                      <a:srgbClr val="C00000"/>
                    </a:solidFill>
                    <a:latin typeface="Times New Roman" panose="02020603050405020304" pitchFamily="18" charset="0"/>
                    <a:cs typeface="Times New Roman" pitchFamily="18" charset="0"/>
                  </a:endParaRPr>
                </a:p>
              </p:txBody>
            </p:sp>
            <p:sp>
              <p:nvSpPr>
                <p:cNvPr id="38" name="Freeform: Shape 37">
                  <a:extLst>
                    <a:ext uri="{FF2B5EF4-FFF2-40B4-BE49-F238E27FC236}">
                      <a16:creationId xmlns:a16="http://schemas.microsoft.com/office/drawing/2014/main" id="{C3F5AF82-D5F9-4252-B824-36671DB16639}"/>
                    </a:ext>
                  </a:extLst>
                </p:cNvPr>
                <p:cNvSpPr/>
                <p:nvPr/>
              </p:nvSpPr>
              <p:spPr>
                <a:xfrm>
                  <a:off x="5470252" y="2926994"/>
                  <a:ext cx="37550" cy="2394576"/>
                </a:xfrm>
                <a:custGeom>
                  <a:avLst/>
                  <a:gdLst>
                    <a:gd name="connsiteX0" fmla="*/ 0 w 100173"/>
                    <a:gd name="connsiteY0" fmla="*/ 6392581 h 6387957"/>
                    <a:gd name="connsiteX1" fmla="*/ 0 w 100173"/>
                    <a:gd name="connsiteY1" fmla="*/ 0 h 6387957"/>
                    <a:gd name="connsiteX2" fmla="*/ 103255 w 100173"/>
                    <a:gd name="connsiteY2" fmla="*/ 0 h 6387957"/>
                    <a:gd name="connsiteX3" fmla="*/ 103255 w 100173"/>
                    <a:gd name="connsiteY3" fmla="*/ 6392581 h 6387957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</a:cxnLst>
                  <a:rect l="l" t="t" r="r" b="b"/>
                  <a:pathLst>
                    <a:path w="100173" h="6387957">
                      <a:moveTo>
                        <a:pt x="0" y="6392581"/>
                      </a:moveTo>
                      <a:cubicBezTo>
                        <a:pt x="0" y="4261978"/>
                        <a:pt x="0" y="2132145"/>
                        <a:pt x="0" y="0"/>
                      </a:cubicBezTo>
                      <a:cubicBezTo>
                        <a:pt x="34675" y="0"/>
                        <a:pt x="67809" y="0"/>
                        <a:pt x="103255" y="0"/>
                      </a:cubicBezTo>
                      <a:cubicBezTo>
                        <a:pt x="103255" y="2130603"/>
                        <a:pt x="103255" y="4259666"/>
                        <a:pt x="103255" y="6392581"/>
                      </a:cubicBezTo>
                    </a:path>
                  </a:pathLst>
                </a:custGeom>
                <a:grpFill/>
                <a:ln w="7704" cap="flat">
                  <a:noFill/>
                  <a:prstDash val="solid"/>
                  <a:miter/>
                </a:ln>
              </p:spPr>
              <p:txBody>
                <a:bodyPr rtlCol="0" anchor="ctr"/>
                <a:lstStyle/>
                <a:p>
                  <a:endParaRPr lang="en-US" dirty="0">
                    <a:solidFill>
                      <a:srgbClr val="C00000"/>
                    </a:solidFill>
                    <a:latin typeface="Times New Roman" panose="02020603050405020304" pitchFamily="18" charset="0"/>
                    <a:cs typeface="Times New Roman" pitchFamily="18" charset="0"/>
                  </a:endParaRPr>
                </a:p>
              </p:txBody>
            </p:sp>
            <p:sp>
              <p:nvSpPr>
                <p:cNvPr id="39" name="Freeform: Shape 38">
                  <a:extLst>
                    <a:ext uri="{FF2B5EF4-FFF2-40B4-BE49-F238E27FC236}">
                      <a16:creationId xmlns:a16="http://schemas.microsoft.com/office/drawing/2014/main" id="{608790BC-CF74-4127-A790-27CC4E8D7766}"/>
                    </a:ext>
                  </a:extLst>
                </p:cNvPr>
                <p:cNvSpPr/>
                <p:nvPr/>
              </p:nvSpPr>
              <p:spPr>
                <a:xfrm>
                  <a:off x="5533244" y="2926127"/>
                  <a:ext cx="37550" cy="2394576"/>
                </a:xfrm>
                <a:custGeom>
                  <a:avLst/>
                  <a:gdLst>
                    <a:gd name="connsiteX0" fmla="*/ 0 w 100173"/>
                    <a:gd name="connsiteY0" fmla="*/ 6392581 h 6387957"/>
                    <a:gd name="connsiteX1" fmla="*/ 0 w 100173"/>
                    <a:gd name="connsiteY1" fmla="*/ 0 h 6387957"/>
                    <a:gd name="connsiteX2" fmla="*/ 103255 w 100173"/>
                    <a:gd name="connsiteY2" fmla="*/ 0 h 6387957"/>
                    <a:gd name="connsiteX3" fmla="*/ 103255 w 100173"/>
                    <a:gd name="connsiteY3" fmla="*/ 6392581 h 6387957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</a:cxnLst>
                  <a:rect l="l" t="t" r="r" b="b"/>
                  <a:pathLst>
                    <a:path w="100173" h="6387957">
                      <a:moveTo>
                        <a:pt x="0" y="6392581"/>
                      </a:moveTo>
                      <a:cubicBezTo>
                        <a:pt x="0" y="4261978"/>
                        <a:pt x="0" y="2132145"/>
                        <a:pt x="0" y="0"/>
                      </a:cubicBezTo>
                      <a:cubicBezTo>
                        <a:pt x="34675" y="0"/>
                        <a:pt x="67809" y="0"/>
                        <a:pt x="103255" y="0"/>
                      </a:cubicBezTo>
                      <a:cubicBezTo>
                        <a:pt x="103255" y="2130603"/>
                        <a:pt x="103255" y="4259666"/>
                        <a:pt x="103255" y="6392581"/>
                      </a:cubicBezTo>
                    </a:path>
                  </a:pathLst>
                </a:custGeom>
                <a:grpFill/>
                <a:ln w="7704" cap="flat">
                  <a:noFill/>
                  <a:prstDash val="solid"/>
                  <a:miter/>
                </a:ln>
              </p:spPr>
              <p:txBody>
                <a:bodyPr rtlCol="0" anchor="ctr"/>
                <a:lstStyle/>
                <a:p>
                  <a:endParaRPr lang="en-US" dirty="0">
                    <a:solidFill>
                      <a:srgbClr val="C00000"/>
                    </a:solidFill>
                    <a:latin typeface="Times New Roman" panose="02020603050405020304" pitchFamily="18" charset="0"/>
                    <a:cs typeface="Times New Roman" pitchFamily="18" charset="0"/>
                  </a:endParaRPr>
                </a:p>
              </p:txBody>
            </p:sp>
          </p:grpSp>
        </p:grpSp>
        <p:grpSp>
          <p:nvGrpSpPr>
            <p:cNvPr id="40" name="Group 39">
              <a:extLst>
                <a:ext uri="{FF2B5EF4-FFF2-40B4-BE49-F238E27FC236}">
                  <a16:creationId xmlns:a16="http://schemas.microsoft.com/office/drawing/2014/main" id="{79445F8C-1794-4081-97F9-DDCDE8889481}"/>
                </a:ext>
              </a:extLst>
            </p:cNvPr>
            <p:cNvGrpSpPr/>
            <p:nvPr/>
          </p:nvGrpSpPr>
          <p:grpSpPr>
            <a:xfrm>
              <a:off x="166248" y="6490548"/>
              <a:ext cx="4247655" cy="273466"/>
              <a:chOff x="4366684" y="2926127"/>
              <a:chExt cx="3278335" cy="2571063"/>
            </a:xfrm>
          </p:grpSpPr>
          <p:sp>
            <p:nvSpPr>
              <p:cNvPr id="41" name="Freeform: Shape 4">
                <a:extLst>
                  <a:ext uri="{FF2B5EF4-FFF2-40B4-BE49-F238E27FC236}">
                    <a16:creationId xmlns:a16="http://schemas.microsoft.com/office/drawing/2014/main" id="{74D575C7-16A7-4D8B-BCCC-3A2CC2EAF554}"/>
                  </a:ext>
                </a:extLst>
              </p:cNvPr>
              <p:cNvSpPr/>
              <p:nvPr/>
            </p:nvSpPr>
            <p:spPr>
              <a:xfrm>
                <a:off x="4744501" y="2926994"/>
                <a:ext cx="72212" cy="2394576"/>
              </a:xfrm>
              <a:custGeom>
                <a:avLst/>
                <a:gdLst>
                  <a:gd name="connsiteX0" fmla="*/ 0 w 192640"/>
                  <a:gd name="connsiteY0" fmla="*/ 6393351 h 6387957"/>
                  <a:gd name="connsiteX1" fmla="*/ 0 w 192640"/>
                  <a:gd name="connsiteY1" fmla="*/ 0 h 6387957"/>
                  <a:gd name="connsiteX2" fmla="*/ 198034 w 192640"/>
                  <a:gd name="connsiteY2" fmla="*/ 0 h 6387957"/>
                  <a:gd name="connsiteX3" fmla="*/ 198034 w 192640"/>
                  <a:gd name="connsiteY3" fmla="*/ 6393351 h 6387957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</a:cxnLst>
                <a:rect l="l" t="t" r="r" b="b"/>
                <a:pathLst>
                  <a:path w="192640" h="6387957">
                    <a:moveTo>
                      <a:pt x="0" y="6393351"/>
                    </a:moveTo>
                    <a:cubicBezTo>
                      <a:pt x="0" y="4261207"/>
                      <a:pt x="0" y="2132145"/>
                      <a:pt x="0" y="0"/>
                    </a:cubicBezTo>
                    <a:cubicBezTo>
                      <a:pt x="67039" y="0"/>
                      <a:pt x="131766" y="0"/>
                      <a:pt x="198034" y="0"/>
                    </a:cubicBezTo>
                    <a:cubicBezTo>
                      <a:pt x="198034" y="2132145"/>
                      <a:pt x="198034" y="4261207"/>
                      <a:pt x="198034" y="6393351"/>
                    </a:cubicBezTo>
                  </a:path>
                </a:pathLst>
              </a:custGeom>
              <a:solidFill>
                <a:schemeClr val="accent5"/>
              </a:solidFill>
              <a:ln w="7704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US" dirty="0">
                  <a:latin typeface="Times New Roman" panose="02020603050405020304" pitchFamily="18" charset="0"/>
                  <a:cs typeface="Times New Roman" pitchFamily="18" charset="0"/>
                </a:endParaRPr>
              </a:p>
            </p:txBody>
          </p:sp>
          <p:sp>
            <p:nvSpPr>
              <p:cNvPr id="42" name="Freeform: Shape 5">
                <a:extLst>
                  <a:ext uri="{FF2B5EF4-FFF2-40B4-BE49-F238E27FC236}">
                    <a16:creationId xmlns:a16="http://schemas.microsoft.com/office/drawing/2014/main" id="{F6284352-7A7E-48DA-8B26-7B51CCB5A721}"/>
                  </a:ext>
                </a:extLst>
              </p:cNvPr>
              <p:cNvSpPr/>
              <p:nvPr/>
            </p:nvSpPr>
            <p:spPr>
              <a:xfrm>
                <a:off x="4676621" y="2926994"/>
                <a:ext cx="37550" cy="2394576"/>
              </a:xfrm>
              <a:custGeom>
                <a:avLst/>
                <a:gdLst>
                  <a:gd name="connsiteX0" fmla="*/ 0 w 100173"/>
                  <a:gd name="connsiteY0" fmla="*/ 6392581 h 6387957"/>
                  <a:gd name="connsiteX1" fmla="*/ 0 w 100173"/>
                  <a:gd name="connsiteY1" fmla="*/ 0 h 6387957"/>
                  <a:gd name="connsiteX2" fmla="*/ 103255 w 100173"/>
                  <a:gd name="connsiteY2" fmla="*/ 0 h 6387957"/>
                  <a:gd name="connsiteX3" fmla="*/ 103255 w 100173"/>
                  <a:gd name="connsiteY3" fmla="*/ 6392581 h 6387957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</a:cxnLst>
                <a:rect l="l" t="t" r="r" b="b"/>
                <a:pathLst>
                  <a:path w="100173" h="6387957">
                    <a:moveTo>
                      <a:pt x="0" y="6392581"/>
                    </a:moveTo>
                    <a:cubicBezTo>
                      <a:pt x="0" y="4261207"/>
                      <a:pt x="0" y="2131374"/>
                      <a:pt x="0" y="0"/>
                    </a:cubicBezTo>
                    <a:cubicBezTo>
                      <a:pt x="34675" y="0"/>
                      <a:pt x="67809" y="0"/>
                      <a:pt x="103255" y="0"/>
                    </a:cubicBezTo>
                    <a:cubicBezTo>
                      <a:pt x="103255" y="2130603"/>
                      <a:pt x="103255" y="4260437"/>
                      <a:pt x="103255" y="6392581"/>
                    </a:cubicBezTo>
                  </a:path>
                </a:pathLst>
              </a:custGeom>
              <a:solidFill>
                <a:schemeClr val="accent5"/>
              </a:solidFill>
              <a:ln w="7704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US" dirty="0">
                  <a:latin typeface="Times New Roman" panose="02020603050405020304" pitchFamily="18" charset="0"/>
                  <a:cs typeface="Times New Roman" pitchFamily="18" charset="0"/>
                </a:endParaRPr>
              </a:p>
            </p:txBody>
          </p:sp>
          <p:sp>
            <p:nvSpPr>
              <p:cNvPr id="43" name="Freeform: Shape 6">
                <a:extLst>
                  <a:ext uri="{FF2B5EF4-FFF2-40B4-BE49-F238E27FC236}">
                    <a16:creationId xmlns:a16="http://schemas.microsoft.com/office/drawing/2014/main" id="{8AB1A5A0-486E-4510-BCA8-845A3DA94D58}"/>
                  </a:ext>
                </a:extLst>
              </p:cNvPr>
              <p:cNvSpPr/>
              <p:nvPr/>
            </p:nvSpPr>
            <p:spPr>
              <a:xfrm>
                <a:off x="5706626" y="2927282"/>
                <a:ext cx="109764" cy="2394576"/>
              </a:xfrm>
              <a:custGeom>
                <a:avLst/>
                <a:gdLst>
                  <a:gd name="connsiteX0" fmla="*/ 0 w 292813"/>
                  <a:gd name="connsiteY0" fmla="*/ 6392581 h 6387957"/>
                  <a:gd name="connsiteX1" fmla="*/ 0 w 292813"/>
                  <a:gd name="connsiteY1" fmla="*/ 0 h 6387957"/>
                  <a:gd name="connsiteX2" fmla="*/ 295125 w 292813"/>
                  <a:gd name="connsiteY2" fmla="*/ 0 h 6387957"/>
                  <a:gd name="connsiteX3" fmla="*/ 295125 w 292813"/>
                  <a:gd name="connsiteY3" fmla="*/ 6392581 h 6387957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</a:cxnLst>
                <a:rect l="l" t="t" r="r" b="b"/>
                <a:pathLst>
                  <a:path w="292813" h="6387957">
                    <a:moveTo>
                      <a:pt x="0" y="6392581"/>
                    </a:moveTo>
                    <a:cubicBezTo>
                      <a:pt x="0" y="4261978"/>
                      <a:pt x="0" y="2132145"/>
                      <a:pt x="0" y="0"/>
                    </a:cubicBezTo>
                    <a:cubicBezTo>
                      <a:pt x="97091" y="0"/>
                      <a:pt x="194952" y="0"/>
                      <a:pt x="295125" y="0"/>
                    </a:cubicBezTo>
                    <a:cubicBezTo>
                      <a:pt x="295125" y="2130603"/>
                      <a:pt x="295125" y="4259666"/>
                      <a:pt x="295125" y="6392581"/>
                    </a:cubicBezTo>
                  </a:path>
                </a:pathLst>
              </a:custGeom>
              <a:solidFill>
                <a:schemeClr val="accent2"/>
              </a:solidFill>
              <a:ln w="7704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US" dirty="0">
                  <a:latin typeface="Times New Roman" panose="02020603050405020304" pitchFamily="18" charset="0"/>
                  <a:cs typeface="Times New Roman" pitchFamily="18" charset="0"/>
                </a:endParaRPr>
              </a:p>
            </p:txBody>
          </p:sp>
          <p:sp>
            <p:nvSpPr>
              <p:cNvPr id="44" name="Freeform: Shape 7">
                <a:extLst>
                  <a:ext uri="{FF2B5EF4-FFF2-40B4-BE49-F238E27FC236}">
                    <a16:creationId xmlns:a16="http://schemas.microsoft.com/office/drawing/2014/main" id="{D81590AB-AD28-44BD-8461-22FE3E26E6E0}"/>
                  </a:ext>
                </a:extLst>
              </p:cNvPr>
              <p:cNvSpPr/>
              <p:nvPr/>
            </p:nvSpPr>
            <p:spPr>
              <a:xfrm>
                <a:off x="5022376" y="2926994"/>
                <a:ext cx="75101" cy="2394576"/>
              </a:xfrm>
              <a:custGeom>
                <a:avLst/>
                <a:gdLst>
                  <a:gd name="connsiteX0" fmla="*/ 0 w 200346"/>
                  <a:gd name="connsiteY0" fmla="*/ 6392581 h 6387957"/>
                  <a:gd name="connsiteX1" fmla="*/ 0 w 200346"/>
                  <a:gd name="connsiteY1" fmla="*/ 0 h 6387957"/>
                  <a:gd name="connsiteX2" fmla="*/ 201117 w 200346"/>
                  <a:gd name="connsiteY2" fmla="*/ 0 h 6387957"/>
                  <a:gd name="connsiteX3" fmla="*/ 201117 w 200346"/>
                  <a:gd name="connsiteY3" fmla="*/ 6392581 h 6387957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</a:cxnLst>
                <a:rect l="l" t="t" r="r" b="b"/>
                <a:pathLst>
                  <a:path w="200346" h="6387957">
                    <a:moveTo>
                      <a:pt x="0" y="6392581"/>
                    </a:moveTo>
                    <a:cubicBezTo>
                      <a:pt x="0" y="4261207"/>
                      <a:pt x="0" y="2132145"/>
                      <a:pt x="0" y="0"/>
                    </a:cubicBezTo>
                    <a:cubicBezTo>
                      <a:pt x="67039" y="0"/>
                      <a:pt x="133307" y="0"/>
                      <a:pt x="201117" y="0"/>
                    </a:cubicBezTo>
                    <a:cubicBezTo>
                      <a:pt x="201117" y="2131374"/>
                      <a:pt x="201117" y="4260437"/>
                      <a:pt x="201117" y="6392581"/>
                    </a:cubicBezTo>
                  </a:path>
                </a:pathLst>
              </a:custGeom>
              <a:solidFill>
                <a:schemeClr val="accent4"/>
              </a:solidFill>
              <a:ln w="7704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US" dirty="0">
                  <a:latin typeface="Times New Roman" panose="02020603050405020304" pitchFamily="18" charset="0"/>
                  <a:cs typeface="Times New Roman" pitchFamily="18" charset="0"/>
                </a:endParaRPr>
              </a:p>
            </p:txBody>
          </p:sp>
          <p:sp>
            <p:nvSpPr>
              <p:cNvPr id="45" name="Freeform: Shape 8">
                <a:extLst>
                  <a:ext uri="{FF2B5EF4-FFF2-40B4-BE49-F238E27FC236}">
                    <a16:creationId xmlns:a16="http://schemas.microsoft.com/office/drawing/2014/main" id="{C3640730-A67E-4C43-A7C2-B4C32BF965C4}"/>
                  </a:ext>
                </a:extLst>
              </p:cNvPr>
              <p:cNvSpPr/>
              <p:nvPr/>
            </p:nvSpPr>
            <p:spPr>
              <a:xfrm>
                <a:off x="4877829" y="2926994"/>
                <a:ext cx="72212" cy="2394576"/>
              </a:xfrm>
              <a:custGeom>
                <a:avLst/>
                <a:gdLst>
                  <a:gd name="connsiteX0" fmla="*/ 0 w 192640"/>
                  <a:gd name="connsiteY0" fmla="*/ 6392581 h 6387957"/>
                  <a:gd name="connsiteX1" fmla="*/ 0 w 192640"/>
                  <a:gd name="connsiteY1" fmla="*/ 0 h 6387957"/>
                  <a:gd name="connsiteX2" fmla="*/ 198805 w 192640"/>
                  <a:gd name="connsiteY2" fmla="*/ 0 h 6387957"/>
                  <a:gd name="connsiteX3" fmla="*/ 198805 w 192640"/>
                  <a:gd name="connsiteY3" fmla="*/ 6392581 h 6387957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</a:cxnLst>
                <a:rect l="l" t="t" r="r" b="b"/>
                <a:pathLst>
                  <a:path w="192640" h="6387957">
                    <a:moveTo>
                      <a:pt x="0" y="6392581"/>
                    </a:moveTo>
                    <a:cubicBezTo>
                      <a:pt x="0" y="4261207"/>
                      <a:pt x="0" y="2131374"/>
                      <a:pt x="0" y="0"/>
                    </a:cubicBezTo>
                    <a:cubicBezTo>
                      <a:pt x="67039" y="0"/>
                      <a:pt x="131766" y="0"/>
                      <a:pt x="198805" y="0"/>
                    </a:cubicBezTo>
                    <a:cubicBezTo>
                      <a:pt x="198805" y="2130603"/>
                      <a:pt x="198805" y="4260437"/>
                      <a:pt x="198805" y="6392581"/>
                    </a:cubicBezTo>
                  </a:path>
                </a:pathLst>
              </a:custGeom>
              <a:solidFill>
                <a:schemeClr val="accent4"/>
              </a:solidFill>
              <a:ln w="7704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US" dirty="0">
                  <a:latin typeface="Times New Roman" panose="02020603050405020304" pitchFamily="18" charset="0"/>
                  <a:cs typeface="Times New Roman" pitchFamily="18" charset="0"/>
                </a:endParaRPr>
              </a:p>
            </p:txBody>
          </p:sp>
          <p:sp>
            <p:nvSpPr>
              <p:cNvPr id="46" name="Freeform: Shape 9">
                <a:extLst>
                  <a:ext uri="{FF2B5EF4-FFF2-40B4-BE49-F238E27FC236}">
                    <a16:creationId xmlns:a16="http://schemas.microsoft.com/office/drawing/2014/main" id="{8F91D3B5-0631-4E10-8E8F-A90BDB6CEF8C}"/>
                  </a:ext>
                </a:extLst>
              </p:cNvPr>
              <p:cNvSpPr/>
              <p:nvPr/>
            </p:nvSpPr>
            <p:spPr>
              <a:xfrm>
                <a:off x="4559765" y="2926994"/>
                <a:ext cx="72212" cy="2394576"/>
              </a:xfrm>
              <a:custGeom>
                <a:avLst/>
                <a:gdLst>
                  <a:gd name="connsiteX0" fmla="*/ 0 w 192640"/>
                  <a:gd name="connsiteY0" fmla="*/ 6393351 h 6387957"/>
                  <a:gd name="connsiteX1" fmla="*/ 0 w 192640"/>
                  <a:gd name="connsiteY1" fmla="*/ 0 h 6387957"/>
                  <a:gd name="connsiteX2" fmla="*/ 198034 w 192640"/>
                  <a:gd name="connsiteY2" fmla="*/ 0 h 6387957"/>
                  <a:gd name="connsiteX3" fmla="*/ 198034 w 192640"/>
                  <a:gd name="connsiteY3" fmla="*/ 6393351 h 6387957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</a:cxnLst>
                <a:rect l="l" t="t" r="r" b="b"/>
                <a:pathLst>
                  <a:path w="192640" h="6387957">
                    <a:moveTo>
                      <a:pt x="0" y="6393351"/>
                    </a:moveTo>
                    <a:cubicBezTo>
                      <a:pt x="0" y="4261207"/>
                      <a:pt x="0" y="2132145"/>
                      <a:pt x="0" y="0"/>
                    </a:cubicBezTo>
                    <a:cubicBezTo>
                      <a:pt x="67039" y="0"/>
                      <a:pt x="131766" y="0"/>
                      <a:pt x="198034" y="0"/>
                    </a:cubicBezTo>
                    <a:cubicBezTo>
                      <a:pt x="198034" y="2132145"/>
                      <a:pt x="198034" y="4261207"/>
                      <a:pt x="198034" y="6393351"/>
                    </a:cubicBezTo>
                  </a:path>
                </a:pathLst>
              </a:custGeom>
              <a:solidFill>
                <a:schemeClr val="accent6"/>
              </a:solidFill>
              <a:ln w="7704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US" dirty="0">
                  <a:latin typeface="Times New Roman" panose="02020603050405020304" pitchFamily="18" charset="0"/>
                  <a:cs typeface="Times New Roman" pitchFamily="18" charset="0"/>
                </a:endParaRPr>
              </a:p>
            </p:txBody>
          </p:sp>
          <p:sp>
            <p:nvSpPr>
              <p:cNvPr id="47" name="Freeform: Shape 10">
                <a:extLst>
                  <a:ext uri="{FF2B5EF4-FFF2-40B4-BE49-F238E27FC236}">
                    <a16:creationId xmlns:a16="http://schemas.microsoft.com/office/drawing/2014/main" id="{9833ED5E-247A-4AFE-956E-D90EE783EDB3}"/>
                  </a:ext>
                </a:extLst>
              </p:cNvPr>
              <p:cNvSpPr/>
              <p:nvPr/>
            </p:nvSpPr>
            <p:spPr>
              <a:xfrm>
                <a:off x="4433987" y="2926705"/>
                <a:ext cx="37550" cy="2567886"/>
              </a:xfrm>
              <a:custGeom>
                <a:avLst/>
                <a:gdLst>
                  <a:gd name="connsiteX0" fmla="*/ 0 w 100173"/>
                  <a:gd name="connsiteY0" fmla="*/ 6854918 h 6850294"/>
                  <a:gd name="connsiteX1" fmla="*/ 0 w 100173"/>
                  <a:gd name="connsiteY1" fmla="*/ 0 h 6850294"/>
                  <a:gd name="connsiteX2" fmla="*/ 103255 w 100173"/>
                  <a:gd name="connsiteY2" fmla="*/ 0 h 6850294"/>
                  <a:gd name="connsiteX3" fmla="*/ 103255 w 100173"/>
                  <a:gd name="connsiteY3" fmla="*/ 6854918 h 6850294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</a:cxnLst>
                <a:rect l="l" t="t" r="r" b="b"/>
                <a:pathLst>
                  <a:path w="100173" h="6850294">
                    <a:moveTo>
                      <a:pt x="0" y="6854918"/>
                    </a:moveTo>
                    <a:cubicBezTo>
                      <a:pt x="0" y="4570202"/>
                      <a:pt x="0" y="2286257"/>
                      <a:pt x="0" y="0"/>
                    </a:cubicBezTo>
                    <a:cubicBezTo>
                      <a:pt x="34675" y="0"/>
                      <a:pt x="67809" y="0"/>
                      <a:pt x="103255" y="0"/>
                    </a:cubicBezTo>
                    <a:cubicBezTo>
                      <a:pt x="103255" y="2284716"/>
                      <a:pt x="103255" y="4567891"/>
                      <a:pt x="103255" y="6854918"/>
                    </a:cubicBezTo>
                  </a:path>
                </a:pathLst>
              </a:custGeom>
              <a:solidFill>
                <a:schemeClr val="accent6"/>
              </a:solidFill>
              <a:ln w="7704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US" dirty="0">
                  <a:latin typeface="Times New Roman" panose="02020603050405020304" pitchFamily="18" charset="0"/>
                  <a:cs typeface="Times New Roman" pitchFamily="18" charset="0"/>
                </a:endParaRPr>
              </a:p>
            </p:txBody>
          </p:sp>
          <p:sp>
            <p:nvSpPr>
              <p:cNvPr id="48" name="Freeform: Shape 11">
                <a:extLst>
                  <a:ext uri="{FF2B5EF4-FFF2-40B4-BE49-F238E27FC236}">
                    <a16:creationId xmlns:a16="http://schemas.microsoft.com/office/drawing/2014/main" id="{E5EC525C-3908-4545-B9F0-C982F2420877}"/>
                  </a:ext>
                </a:extLst>
              </p:cNvPr>
              <p:cNvSpPr/>
              <p:nvPr/>
            </p:nvSpPr>
            <p:spPr>
              <a:xfrm>
                <a:off x="4366684" y="2927282"/>
                <a:ext cx="37550" cy="2567886"/>
              </a:xfrm>
              <a:custGeom>
                <a:avLst/>
                <a:gdLst>
                  <a:gd name="connsiteX0" fmla="*/ 0 w 100173"/>
                  <a:gd name="connsiteY0" fmla="*/ 6854148 h 6850294"/>
                  <a:gd name="connsiteX1" fmla="*/ 0 w 100173"/>
                  <a:gd name="connsiteY1" fmla="*/ 0 h 6850294"/>
                  <a:gd name="connsiteX2" fmla="*/ 103255 w 100173"/>
                  <a:gd name="connsiteY2" fmla="*/ 0 h 6850294"/>
                  <a:gd name="connsiteX3" fmla="*/ 103255 w 100173"/>
                  <a:gd name="connsiteY3" fmla="*/ 6854918 h 6850294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</a:cxnLst>
                <a:rect l="l" t="t" r="r" b="b"/>
                <a:pathLst>
                  <a:path w="100173" h="6850294">
                    <a:moveTo>
                      <a:pt x="0" y="6854148"/>
                    </a:moveTo>
                    <a:cubicBezTo>
                      <a:pt x="0" y="4569432"/>
                      <a:pt x="0" y="2286257"/>
                      <a:pt x="0" y="0"/>
                    </a:cubicBezTo>
                    <a:cubicBezTo>
                      <a:pt x="33905" y="0"/>
                      <a:pt x="67809" y="0"/>
                      <a:pt x="103255" y="0"/>
                    </a:cubicBezTo>
                    <a:cubicBezTo>
                      <a:pt x="103255" y="2285486"/>
                      <a:pt x="103255" y="4568661"/>
                      <a:pt x="103255" y="6854918"/>
                    </a:cubicBezTo>
                  </a:path>
                </a:pathLst>
              </a:custGeom>
              <a:solidFill>
                <a:schemeClr val="accent6"/>
              </a:solidFill>
              <a:ln w="7704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US" dirty="0">
                  <a:latin typeface="Times New Roman" panose="02020603050405020304" pitchFamily="18" charset="0"/>
                  <a:cs typeface="Times New Roman" pitchFamily="18" charset="0"/>
                </a:endParaRPr>
              </a:p>
            </p:txBody>
          </p:sp>
          <p:sp>
            <p:nvSpPr>
              <p:cNvPr id="49" name="Freeform: Shape 12">
                <a:extLst>
                  <a:ext uri="{FF2B5EF4-FFF2-40B4-BE49-F238E27FC236}">
                    <a16:creationId xmlns:a16="http://schemas.microsoft.com/office/drawing/2014/main" id="{09C432BF-83BF-44C7-8A68-9B35111165C4}"/>
                  </a:ext>
                </a:extLst>
              </p:cNvPr>
              <p:cNvSpPr/>
              <p:nvPr/>
            </p:nvSpPr>
            <p:spPr>
              <a:xfrm>
                <a:off x="5957386" y="2926705"/>
                <a:ext cx="37550" cy="2567886"/>
              </a:xfrm>
              <a:custGeom>
                <a:avLst/>
                <a:gdLst>
                  <a:gd name="connsiteX0" fmla="*/ 0 w 100173"/>
                  <a:gd name="connsiteY0" fmla="*/ 6854918 h 6850294"/>
                  <a:gd name="connsiteX1" fmla="*/ 0 w 100173"/>
                  <a:gd name="connsiteY1" fmla="*/ 0 h 6850294"/>
                  <a:gd name="connsiteX2" fmla="*/ 103255 w 100173"/>
                  <a:gd name="connsiteY2" fmla="*/ 0 h 6850294"/>
                  <a:gd name="connsiteX3" fmla="*/ 103255 w 100173"/>
                  <a:gd name="connsiteY3" fmla="*/ 6854918 h 6850294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</a:cxnLst>
                <a:rect l="l" t="t" r="r" b="b"/>
                <a:pathLst>
                  <a:path w="100173" h="6850294">
                    <a:moveTo>
                      <a:pt x="0" y="6854918"/>
                    </a:moveTo>
                    <a:cubicBezTo>
                      <a:pt x="0" y="4570202"/>
                      <a:pt x="0" y="2286257"/>
                      <a:pt x="0" y="0"/>
                    </a:cubicBezTo>
                    <a:cubicBezTo>
                      <a:pt x="34675" y="0"/>
                      <a:pt x="67809" y="0"/>
                      <a:pt x="103255" y="0"/>
                    </a:cubicBezTo>
                    <a:cubicBezTo>
                      <a:pt x="103255" y="2283945"/>
                      <a:pt x="103255" y="4567891"/>
                      <a:pt x="103255" y="6854918"/>
                    </a:cubicBezTo>
                  </a:path>
                </a:pathLst>
              </a:custGeom>
              <a:solidFill>
                <a:schemeClr val="accent6"/>
              </a:solidFill>
              <a:ln w="7704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US" dirty="0">
                  <a:latin typeface="Times New Roman" panose="02020603050405020304" pitchFamily="18" charset="0"/>
                  <a:cs typeface="Times New Roman" pitchFamily="18" charset="0"/>
                </a:endParaRPr>
              </a:p>
            </p:txBody>
          </p:sp>
          <p:sp>
            <p:nvSpPr>
              <p:cNvPr id="50" name="Freeform: Shape 13">
                <a:extLst>
                  <a:ext uri="{FF2B5EF4-FFF2-40B4-BE49-F238E27FC236}">
                    <a16:creationId xmlns:a16="http://schemas.microsoft.com/office/drawing/2014/main" id="{4D5F14F6-BD9C-4471-B822-35693E0ECCEE}"/>
                  </a:ext>
                </a:extLst>
              </p:cNvPr>
              <p:cNvSpPr/>
              <p:nvPr/>
            </p:nvSpPr>
            <p:spPr>
              <a:xfrm>
                <a:off x="6024689" y="2926127"/>
                <a:ext cx="37550" cy="2567886"/>
              </a:xfrm>
              <a:custGeom>
                <a:avLst/>
                <a:gdLst>
                  <a:gd name="connsiteX0" fmla="*/ 0 w 100173"/>
                  <a:gd name="connsiteY0" fmla="*/ 6857230 h 6850294"/>
                  <a:gd name="connsiteX1" fmla="*/ 0 w 100173"/>
                  <a:gd name="connsiteY1" fmla="*/ 0 h 6850294"/>
                  <a:gd name="connsiteX2" fmla="*/ 52398 w 100173"/>
                  <a:gd name="connsiteY2" fmla="*/ 0 h 6850294"/>
                  <a:gd name="connsiteX3" fmla="*/ 103255 w 100173"/>
                  <a:gd name="connsiteY3" fmla="*/ 0 h 6850294"/>
                  <a:gd name="connsiteX4" fmla="*/ 103255 w 100173"/>
                  <a:gd name="connsiteY4" fmla="*/ 6857230 h 6850294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</a:cxnLst>
                <a:rect l="l" t="t" r="r" b="b"/>
                <a:pathLst>
                  <a:path w="100173" h="6850294">
                    <a:moveTo>
                      <a:pt x="0" y="6857230"/>
                    </a:moveTo>
                    <a:cubicBezTo>
                      <a:pt x="0" y="4572514"/>
                      <a:pt x="0" y="2288569"/>
                      <a:pt x="0" y="0"/>
                    </a:cubicBezTo>
                    <a:cubicBezTo>
                      <a:pt x="17723" y="0"/>
                      <a:pt x="34675" y="0"/>
                      <a:pt x="52398" y="0"/>
                    </a:cubicBezTo>
                    <a:cubicBezTo>
                      <a:pt x="68580" y="0"/>
                      <a:pt x="84762" y="0"/>
                      <a:pt x="103255" y="0"/>
                    </a:cubicBezTo>
                    <a:cubicBezTo>
                      <a:pt x="103255" y="2287798"/>
                      <a:pt x="103255" y="4571743"/>
                      <a:pt x="103255" y="6857230"/>
                    </a:cubicBezTo>
                  </a:path>
                </a:pathLst>
              </a:custGeom>
              <a:solidFill>
                <a:schemeClr val="accent6"/>
              </a:solidFill>
              <a:ln w="7704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US" dirty="0">
                  <a:latin typeface="Times New Roman" panose="02020603050405020304" pitchFamily="18" charset="0"/>
                  <a:cs typeface="Times New Roman" pitchFamily="18" charset="0"/>
                </a:endParaRPr>
              </a:p>
            </p:txBody>
          </p:sp>
          <p:sp>
            <p:nvSpPr>
              <p:cNvPr id="51" name="Freeform: Shape 14">
                <a:extLst>
                  <a:ext uri="{FF2B5EF4-FFF2-40B4-BE49-F238E27FC236}">
                    <a16:creationId xmlns:a16="http://schemas.microsoft.com/office/drawing/2014/main" id="{35B6ED53-E8E4-4DE2-BE76-D07542427D91}"/>
                  </a:ext>
                </a:extLst>
              </p:cNvPr>
              <p:cNvSpPr/>
              <p:nvPr/>
            </p:nvSpPr>
            <p:spPr>
              <a:xfrm>
                <a:off x="5890084" y="2926994"/>
                <a:ext cx="37550" cy="2394576"/>
              </a:xfrm>
              <a:custGeom>
                <a:avLst/>
                <a:gdLst>
                  <a:gd name="connsiteX0" fmla="*/ 0 w 100173"/>
                  <a:gd name="connsiteY0" fmla="*/ 6392581 h 6387957"/>
                  <a:gd name="connsiteX1" fmla="*/ 0 w 100173"/>
                  <a:gd name="connsiteY1" fmla="*/ 0 h 6387957"/>
                  <a:gd name="connsiteX2" fmla="*/ 101714 w 100173"/>
                  <a:gd name="connsiteY2" fmla="*/ 0 h 6387957"/>
                  <a:gd name="connsiteX3" fmla="*/ 101714 w 100173"/>
                  <a:gd name="connsiteY3" fmla="*/ 6392581 h 6387957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</a:cxnLst>
                <a:rect l="l" t="t" r="r" b="b"/>
                <a:pathLst>
                  <a:path w="100173" h="6387957">
                    <a:moveTo>
                      <a:pt x="0" y="6392581"/>
                    </a:moveTo>
                    <a:cubicBezTo>
                      <a:pt x="0" y="4262748"/>
                      <a:pt x="0" y="2132145"/>
                      <a:pt x="0" y="0"/>
                    </a:cubicBezTo>
                    <a:cubicBezTo>
                      <a:pt x="33904" y="0"/>
                      <a:pt x="67039" y="0"/>
                      <a:pt x="101714" y="0"/>
                    </a:cubicBezTo>
                    <a:cubicBezTo>
                      <a:pt x="101714" y="2130603"/>
                      <a:pt x="101714" y="4260437"/>
                      <a:pt x="101714" y="6392581"/>
                    </a:cubicBezTo>
                  </a:path>
                </a:pathLst>
              </a:custGeom>
              <a:solidFill>
                <a:schemeClr val="accent6"/>
              </a:solidFill>
              <a:ln w="7704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US" dirty="0">
                  <a:latin typeface="Times New Roman" panose="02020603050405020304" pitchFamily="18" charset="0"/>
                  <a:cs typeface="Times New Roman" pitchFamily="18" charset="0"/>
                </a:endParaRPr>
              </a:p>
            </p:txBody>
          </p:sp>
          <p:sp>
            <p:nvSpPr>
              <p:cNvPr id="52" name="Freeform: Shape 15">
                <a:extLst>
                  <a:ext uri="{FF2B5EF4-FFF2-40B4-BE49-F238E27FC236}">
                    <a16:creationId xmlns:a16="http://schemas.microsoft.com/office/drawing/2014/main" id="{A8A97A24-DC2C-49EC-B707-A0A7A527B0A9}"/>
                  </a:ext>
                </a:extLst>
              </p:cNvPr>
              <p:cNvSpPr/>
              <p:nvPr/>
            </p:nvSpPr>
            <p:spPr>
              <a:xfrm>
                <a:off x="6091991" y="2926994"/>
                <a:ext cx="37550" cy="2394576"/>
              </a:xfrm>
              <a:custGeom>
                <a:avLst/>
                <a:gdLst>
                  <a:gd name="connsiteX0" fmla="*/ 0 w 100173"/>
                  <a:gd name="connsiteY0" fmla="*/ 6393351 h 6387957"/>
                  <a:gd name="connsiteX1" fmla="*/ 0 w 100173"/>
                  <a:gd name="connsiteY1" fmla="*/ 0 h 6387957"/>
                  <a:gd name="connsiteX2" fmla="*/ 103255 w 100173"/>
                  <a:gd name="connsiteY2" fmla="*/ 0 h 6387957"/>
                  <a:gd name="connsiteX3" fmla="*/ 103255 w 100173"/>
                  <a:gd name="connsiteY3" fmla="*/ 6393351 h 6387957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</a:cxnLst>
                <a:rect l="l" t="t" r="r" b="b"/>
                <a:pathLst>
                  <a:path w="100173" h="6387957">
                    <a:moveTo>
                      <a:pt x="0" y="6393351"/>
                    </a:moveTo>
                    <a:cubicBezTo>
                      <a:pt x="0" y="4261978"/>
                      <a:pt x="0" y="2132915"/>
                      <a:pt x="0" y="0"/>
                    </a:cubicBezTo>
                    <a:cubicBezTo>
                      <a:pt x="34675" y="0"/>
                      <a:pt x="67809" y="0"/>
                      <a:pt x="103255" y="0"/>
                    </a:cubicBezTo>
                    <a:cubicBezTo>
                      <a:pt x="103255" y="2131374"/>
                      <a:pt x="103255" y="4261207"/>
                      <a:pt x="103255" y="6393351"/>
                    </a:cubicBezTo>
                  </a:path>
                </a:pathLst>
              </a:custGeom>
              <a:solidFill>
                <a:schemeClr val="accent6"/>
              </a:solidFill>
              <a:ln w="7704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US" dirty="0">
                  <a:latin typeface="Times New Roman" panose="02020603050405020304" pitchFamily="18" charset="0"/>
                  <a:cs typeface="Times New Roman" pitchFamily="18" charset="0"/>
                </a:endParaRPr>
              </a:p>
            </p:txBody>
          </p:sp>
          <p:sp>
            <p:nvSpPr>
              <p:cNvPr id="53" name="Freeform: Shape 16">
                <a:extLst>
                  <a:ext uri="{FF2B5EF4-FFF2-40B4-BE49-F238E27FC236}">
                    <a16:creationId xmlns:a16="http://schemas.microsoft.com/office/drawing/2014/main" id="{4ED0FC69-47AA-4FC9-8D08-3147EA5A1734}"/>
                  </a:ext>
                </a:extLst>
              </p:cNvPr>
              <p:cNvSpPr/>
              <p:nvPr/>
            </p:nvSpPr>
            <p:spPr>
              <a:xfrm>
                <a:off x="7139759" y="2926994"/>
                <a:ext cx="109764" cy="2394576"/>
              </a:xfrm>
              <a:custGeom>
                <a:avLst/>
                <a:gdLst>
                  <a:gd name="connsiteX0" fmla="*/ 0 w 292813"/>
                  <a:gd name="connsiteY0" fmla="*/ 6393351 h 6387957"/>
                  <a:gd name="connsiteX1" fmla="*/ 0 w 292813"/>
                  <a:gd name="connsiteY1" fmla="*/ 0 h 6387957"/>
                  <a:gd name="connsiteX2" fmla="*/ 295125 w 292813"/>
                  <a:gd name="connsiteY2" fmla="*/ 0 h 6387957"/>
                  <a:gd name="connsiteX3" fmla="*/ 295125 w 292813"/>
                  <a:gd name="connsiteY3" fmla="*/ 6393351 h 6387957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</a:cxnLst>
                <a:rect l="l" t="t" r="r" b="b"/>
                <a:pathLst>
                  <a:path w="292813" h="6387957">
                    <a:moveTo>
                      <a:pt x="0" y="6393351"/>
                    </a:moveTo>
                    <a:cubicBezTo>
                      <a:pt x="0" y="4261207"/>
                      <a:pt x="0" y="2131374"/>
                      <a:pt x="0" y="0"/>
                    </a:cubicBezTo>
                    <a:cubicBezTo>
                      <a:pt x="99403" y="0"/>
                      <a:pt x="196493" y="0"/>
                      <a:pt x="295125" y="0"/>
                    </a:cubicBezTo>
                    <a:cubicBezTo>
                      <a:pt x="295125" y="2132145"/>
                      <a:pt x="295125" y="4261207"/>
                      <a:pt x="295125" y="6393351"/>
                    </a:cubicBezTo>
                  </a:path>
                </a:pathLst>
              </a:custGeom>
              <a:solidFill>
                <a:schemeClr val="accent2"/>
              </a:solidFill>
              <a:ln w="7704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US" dirty="0">
                  <a:latin typeface="Times New Roman" panose="02020603050405020304" pitchFamily="18" charset="0"/>
                  <a:cs typeface="Times New Roman" pitchFamily="18" charset="0"/>
                </a:endParaRPr>
              </a:p>
            </p:txBody>
          </p:sp>
          <p:sp>
            <p:nvSpPr>
              <p:cNvPr id="54" name="Freeform: Shape 17">
                <a:extLst>
                  <a:ext uri="{FF2B5EF4-FFF2-40B4-BE49-F238E27FC236}">
                    <a16:creationId xmlns:a16="http://schemas.microsoft.com/office/drawing/2014/main" id="{2757EAE5-8C6A-452C-9A4B-7A71BBF68BB8}"/>
                  </a:ext>
                </a:extLst>
              </p:cNvPr>
              <p:cNvSpPr/>
              <p:nvPr/>
            </p:nvSpPr>
            <p:spPr>
              <a:xfrm>
                <a:off x="7280788" y="2926994"/>
                <a:ext cx="37550" cy="2394576"/>
              </a:xfrm>
              <a:custGeom>
                <a:avLst/>
                <a:gdLst>
                  <a:gd name="connsiteX0" fmla="*/ 0 w 100173"/>
                  <a:gd name="connsiteY0" fmla="*/ 6392581 h 6387957"/>
                  <a:gd name="connsiteX1" fmla="*/ 0 w 100173"/>
                  <a:gd name="connsiteY1" fmla="*/ 0 h 6387957"/>
                  <a:gd name="connsiteX2" fmla="*/ 103255 w 100173"/>
                  <a:gd name="connsiteY2" fmla="*/ 0 h 6387957"/>
                  <a:gd name="connsiteX3" fmla="*/ 103255 w 100173"/>
                  <a:gd name="connsiteY3" fmla="*/ 6392581 h 6387957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</a:cxnLst>
                <a:rect l="l" t="t" r="r" b="b"/>
                <a:pathLst>
                  <a:path w="100173" h="6387957">
                    <a:moveTo>
                      <a:pt x="0" y="6392581"/>
                    </a:moveTo>
                    <a:cubicBezTo>
                      <a:pt x="0" y="4261207"/>
                      <a:pt x="0" y="2131374"/>
                      <a:pt x="0" y="0"/>
                    </a:cubicBezTo>
                    <a:cubicBezTo>
                      <a:pt x="34675" y="0"/>
                      <a:pt x="67809" y="0"/>
                      <a:pt x="103255" y="0"/>
                    </a:cubicBezTo>
                    <a:cubicBezTo>
                      <a:pt x="103255" y="2130603"/>
                      <a:pt x="103255" y="4260437"/>
                      <a:pt x="103255" y="6392581"/>
                    </a:cubicBezTo>
                  </a:path>
                </a:pathLst>
              </a:custGeom>
              <a:solidFill>
                <a:schemeClr val="accent2"/>
              </a:solidFill>
              <a:ln w="7704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US" dirty="0">
                  <a:latin typeface="Times New Roman" panose="02020603050405020304" pitchFamily="18" charset="0"/>
                  <a:cs typeface="Times New Roman" pitchFamily="18" charset="0"/>
                </a:endParaRPr>
              </a:p>
            </p:txBody>
          </p:sp>
          <p:sp>
            <p:nvSpPr>
              <p:cNvPr id="55" name="Freeform: Shape 18">
                <a:extLst>
                  <a:ext uri="{FF2B5EF4-FFF2-40B4-BE49-F238E27FC236}">
                    <a16:creationId xmlns:a16="http://schemas.microsoft.com/office/drawing/2014/main" id="{9A398514-6CBA-493F-8416-AE84CB3E34D9}"/>
                  </a:ext>
                </a:extLst>
              </p:cNvPr>
              <p:cNvSpPr/>
              <p:nvPr/>
            </p:nvSpPr>
            <p:spPr>
              <a:xfrm>
                <a:off x="7349773" y="2926994"/>
                <a:ext cx="109764" cy="2394576"/>
              </a:xfrm>
              <a:custGeom>
                <a:avLst/>
                <a:gdLst>
                  <a:gd name="connsiteX0" fmla="*/ 0 w 292813"/>
                  <a:gd name="connsiteY0" fmla="*/ 6393351 h 6387957"/>
                  <a:gd name="connsiteX1" fmla="*/ 0 w 292813"/>
                  <a:gd name="connsiteY1" fmla="*/ 0 h 6387957"/>
                  <a:gd name="connsiteX2" fmla="*/ 295125 w 292813"/>
                  <a:gd name="connsiteY2" fmla="*/ 0 h 6387957"/>
                  <a:gd name="connsiteX3" fmla="*/ 295125 w 292813"/>
                  <a:gd name="connsiteY3" fmla="*/ 6393351 h 6387957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</a:cxnLst>
                <a:rect l="l" t="t" r="r" b="b"/>
                <a:pathLst>
                  <a:path w="292813" h="6387957">
                    <a:moveTo>
                      <a:pt x="0" y="6393351"/>
                    </a:moveTo>
                    <a:cubicBezTo>
                      <a:pt x="0" y="4261207"/>
                      <a:pt x="0" y="2132145"/>
                      <a:pt x="0" y="0"/>
                    </a:cubicBezTo>
                    <a:cubicBezTo>
                      <a:pt x="99402" y="0"/>
                      <a:pt x="195722" y="0"/>
                      <a:pt x="295125" y="0"/>
                    </a:cubicBezTo>
                    <a:cubicBezTo>
                      <a:pt x="295125" y="2132145"/>
                      <a:pt x="295125" y="4261207"/>
                      <a:pt x="295125" y="6393351"/>
                    </a:cubicBezTo>
                  </a:path>
                </a:pathLst>
              </a:custGeom>
              <a:solidFill>
                <a:schemeClr val="accent1"/>
              </a:solidFill>
              <a:ln w="7704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US" dirty="0">
                  <a:latin typeface="Times New Roman" panose="02020603050405020304" pitchFamily="18" charset="0"/>
                  <a:cs typeface="Times New Roman" pitchFamily="18" charset="0"/>
                </a:endParaRPr>
              </a:p>
            </p:txBody>
          </p:sp>
          <p:sp>
            <p:nvSpPr>
              <p:cNvPr id="56" name="Freeform: Shape 19">
                <a:extLst>
                  <a:ext uri="{FF2B5EF4-FFF2-40B4-BE49-F238E27FC236}">
                    <a16:creationId xmlns:a16="http://schemas.microsoft.com/office/drawing/2014/main" id="{248BDF24-2CD8-4F98-A671-38A09AFC3B84}"/>
                  </a:ext>
                </a:extLst>
              </p:cNvPr>
              <p:cNvSpPr/>
              <p:nvPr/>
            </p:nvSpPr>
            <p:spPr>
              <a:xfrm>
                <a:off x="7548511" y="2927282"/>
                <a:ext cx="41911" cy="2569908"/>
              </a:xfrm>
              <a:custGeom>
                <a:avLst/>
                <a:gdLst>
                  <a:gd name="connsiteX0" fmla="*/ 0 w 115584"/>
                  <a:gd name="connsiteY0" fmla="*/ 6753975 h 6850294"/>
                  <a:gd name="connsiteX1" fmla="*/ 13099 w 115584"/>
                  <a:gd name="connsiteY1" fmla="*/ 0 h 6850294"/>
                  <a:gd name="connsiteX2" fmla="*/ 118666 w 115584"/>
                  <a:gd name="connsiteY2" fmla="*/ 0 h 6850294"/>
                  <a:gd name="connsiteX3" fmla="*/ 118666 w 115584"/>
                  <a:gd name="connsiteY3" fmla="*/ 6855688 h 6850294"/>
                  <a:gd name="connsiteX0" fmla="*/ 0 w 111805"/>
                  <a:gd name="connsiteY0" fmla="*/ 6836322 h 6855688"/>
                  <a:gd name="connsiteX1" fmla="*/ 6237 w 111805"/>
                  <a:gd name="connsiteY1" fmla="*/ 0 h 6855688"/>
                  <a:gd name="connsiteX2" fmla="*/ 111804 w 111805"/>
                  <a:gd name="connsiteY2" fmla="*/ 0 h 6855688"/>
                  <a:gd name="connsiteX3" fmla="*/ 111804 w 111805"/>
                  <a:gd name="connsiteY3" fmla="*/ 6855688 h 6855688"/>
                  <a:gd name="connsiteX0" fmla="*/ 0 w 111804"/>
                  <a:gd name="connsiteY0" fmla="*/ 6853478 h 6855688"/>
                  <a:gd name="connsiteX1" fmla="*/ 6237 w 111804"/>
                  <a:gd name="connsiteY1" fmla="*/ 0 h 6855688"/>
                  <a:gd name="connsiteX2" fmla="*/ 111804 w 111804"/>
                  <a:gd name="connsiteY2" fmla="*/ 0 h 6855688"/>
                  <a:gd name="connsiteX3" fmla="*/ 111804 w 111804"/>
                  <a:gd name="connsiteY3" fmla="*/ 6855688 h 6855688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</a:cxnLst>
                <a:rect l="l" t="t" r="r" b="b"/>
                <a:pathLst>
                  <a:path w="111804" h="6855688">
                    <a:moveTo>
                      <a:pt x="0" y="6853478"/>
                    </a:moveTo>
                    <a:cubicBezTo>
                      <a:pt x="14640" y="4603437"/>
                      <a:pt x="3155" y="2253123"/>
                      <a:pt x="6237" y="0"/>
                    </a:cubicBezTo>
                    <a:lnTo>
                      <a:pt x="111804" y="0"/>
                    </a:lnTo>
                    <a:lnTo>
                      <a:pt x="111804" y="6855688"/>
                    </a:lnTo>
                  </a:path>
                </a:pathLst>
              </a:custGeom>
              <a:solidFill>
                <a:schemeClr val="accent1"/>
              </a:solidFill>
              <a:ln w="7704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US" dirty="0">
                  <a:latin typeface="Times New Roman" panose="02020603050405020304" pitchFamily="18" charset="0"/>
                  <a:cs typeface="Times New Roman" pitchFamily="18" charset="0"/>
                </a:endParaRPr>
              </a:p>
            </p:txBody>
          </p:sp>
          <p:sp>
            <p:nvSpPr>
              <p:cNvPr id="57" name="Freeform: Shape 20">
                <a:extLst>
                  <a:ext uri="{FF2B5EF4-FFF2-40B4-BE49-F238E27FC236}">
                    <a16:creationId xmlns:a16="http://schemas.microsoft.com/office/drawing/2014/main" id="{7984C3E4-7628-40C8-85CA-E19FCBCEF3F1}"/>
                  </a:ext>
                </a:extLst>
              </p:cNvPr>
              <p:cNvSpPr/>
              <p:nvPr/>
            </p:nvSpPr>
            <p:spPr>
              <a:xfrm>
                <a:off x="7485249" y="2926994"/>
                <a:ext cx="37550" cy="2394576"/>
              </a:xfrm>
              <a:custGeom>
                <a:avLst/>
                <a:gdLst>
                  <a:gd name="connsiteX0" fmla="*/ 0 w 100173"/>
                  <a:gd name="connsiteY0" fmla="*/ 6392581 h 6387957"/>
                  <a:gd name="connsiteX1" fmla="*/ 0 w 100173"/>
                  <a:gd name="connsiteY1" fmla="*/ 0 h 6387957"/>
                  <a:gd name="connsiteX2" fmla="*/ 103255 w 100173"/>
                  <a:gd name="connsiteY2" fmla="*/ 0 h 6387957"/>
                  <a:gd name="connsiteX3" fmla="*/ 103255 w 100173"/>
                  <a:gd name="connsiteY3" fmla="*/ 6392581 h 6387957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</a:cxnLst>
                <a:rect l="l" t="t" r="r" b="b"/>
                <a:pathLst>
                  <a:path w="100173" h="6387957">
                    <a:moveTo>
                      <a:pt x="0" y="6392581"/>
                    </a:moveTo>
                    <a:cubicBezTo>
                      <a:pt x="0" y="4261207"/>
                      <a:pt x="0" y="2131374"/>
                      <a:pt x="0" y="0"/>
                    </a:cubicBezTo>
                    <a:cubicBezTo>
                      <a:pt x="34675" y="0"/>
                      <a:pt x="67809" y="0"/>
                      <a:pt x="103255" y="0"/>
                    </a:cubicBezTo>
                    <a:cubicBezTo>
                      <a:pt x="103255" y="2130603"/>
                      <a:pt x="103255" y="4260437"/>
                      <a:pt x="103255" y="6392581"/>
                    </a:cubicBezTo>
                  </a:path>
                </a:pathLst>
              </a:custGeom>
              <a:solidFill>
                <a:schemeClr val="accent1"/>
              </a:solidFill>
              <a:ln w="7704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US" dirty="0">
                  <a:latin typeface="Times New Roman" panose="02020603050405020304" pitchFamily="18" charset="0"/>
                  <a:cs typeface="Times New Roman" pitchFamily="18" charset="0"/>
                </a:endParaRPr>
              </a:p>
            </p:txBody>
          </p:sp>
          <p:sp>
            <p:nvSpPr>
              <p:cNvPr id="58" name="Freeform: Shape 21">
                <a:extLst>
                  <a:ext uri="{FF2B5EF4-FFF2-40B4-BE49-F238E27FC236}">
                    <a16:creationId xmlns:a16="http://schemas.microsoft.com/office/drawing/2014/main" id="{8C53762C-C9DB-488B-A6C3-D2EF997D4824}"/>
                  </a:ext>
                </a:extLst>
              </p:cNvPr>
              <p:cNvSpPr/>
              <p:nvPr/>
            </p:nvSpPr>
            <p:spPr>
              <a:xfrm>
                <a:off x="7616134" y="2926994"/>
                <a:ext cx="28885" cy="2567886"/>
              </a:xfrm>
              <a:custGeom>
                <a:avLst/>
                <a:gdLst>
                  <a:gd name="connsiteX0" fmla="*/ 0 w 77056"/>
                  <a:gd name="connsiteY0" fmla="*/ 6854918 h 6850294"/>
                  <a:gd name="connsiteX1" fmla="*/ 0 w 77056"/>
                  <a:gd name="connsiteY1" fmla="*/ 0 h 6850294"/>
                  <a:gd name="connsiteX2" fmla="*/ 78597 w 77056"/>
                  <a:gd name="connsiteY2" fmla="*/ 0 h 6850294"/>
                  <a:gd name="connsiteX3" fmla="*/ 78597 w 77056"/>
                  <a:gd name="connsiteY3" fmla="*/ 6854918 h 6850294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</a:cxnLst>
                <a:rect l="l" t="t" r="r" b="b"/>
                <a:pathLst>
                  <a:path w="77056" h="6850294">
                    <a:moveTo>
                      <a:pt x="0" y="6854918"/>
                    </a:moveTo>
                    <a:cubicBezTo>
                      <a:pt x="0" y="4570202"/>
                      <a:pt x="0" y="2286257"/>
                      <a:pt x="0" y="0"/>
                    </a:cubicBezTo>
                    <a:cubicBezTo>
                      <a:pt x="25428" y="0"/>
                      <a:pt x="50087" y="0"/>
                      <a:pt x="78597" y="0"/>
                    </a:cubicBezTo>
                    <a:cubicBezTo>
                      <a:pt x="78597" y="2283175"/>
                      <a:pt x="78597" y="4566350"/>
                      <a:pt x="78597" y="6854918"/>
                    </a:cubicBezTo>
                  </a:path>
                </a:pathLst>
              </a:custGeom>
              <a:solidFill>
                <a:schemeClr val="accent1"/>
              </a:solidFill>
              <a:ln w="7704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US" dirty="0">
                  <a:latin typeface="Times New Roman" panose="02020603050405020304" pitchFamily="18" charset="0"/>
                  <a:cs typeface="Times New Roman" pitchFamily="18" charset="0"/>
                </a:endParaRPr>
              </a:p>
            </p:txBody>
          </p:sp>
          <p:sp>
            <p:nvSpPr>
              <p:cNvPr id="59" name="Freeform: Shape 22">
                <a:extLst>
                  <a:ext uri="{FF2B5EF4-FFF2-40B4-BE49-F238E27FC236}">
                    <a16:creationId xmlns:a16="http://schemas.microsoft.com/office/drawing/2014/main" id="{1A8ED041-2586-48E4-ACBE-6C2ED338E966}"/>
                  </a:ext>
                </a:extLst>
              </p:cNvPr>
              <p:cNvSpPr/>
              <p:nvPr/>
            </p:nvSpPr>
            <p:spPr>
              <a:xfrm>
                <a:off x="6838507" y="2926994"/>
                <a:ext cx="109764" cy="2394576"/>
              </a:xfrm>
              <a:custGeom>
                <a:avLst/>
                <a:gdLst>
                  <a:gd name="connsiteX0" fmla="*/ 0 w 292813"/>
                  <a:gd name="connsiteY0" fmla="*/ 6393351 h 6387957"/>
                  <a:gd name="connsiteX1" fmla="*/ 0 w 292813"/>
                  <a:gd name="connsiteY1" fmla="*/ 0 h 6387957"/>
                  <a:gd name="connsiteX2" fmla="*/ 295125 w 292813"/>
                  <a:gd name="connsiteY2" fmla="*/ 0 h 6387957"/>
                  <a:gd name="connsiteX3" fmla="*/ 295125 w 292813"/>
                  <a:gd name="connsiteY3" fmla="*/ 6393351 h 6387957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</a:cxnLst>
                <a:rect l="l" t="t" r="r" b="b"/>
                <a:pathLst>
                  <a:path w="292813" h="6387957">
                    <a:moveTo>
                      <a:pt x="0" y="6393351"/>
                    </a:moveTo>
                    <a:cubicBezTo>
                      <a:pt x="0" y="4261207"/>
                      <a:pt x="0" y="2131374"/>
                      <a:pt x="0" y="0"/>
                    </a:cubicBezTo>
                    <a:cubicBezTo>
                      <a:pt x="99403" y="0"/>
                      <a:pt x="196493" y="0"/>
                      <a:pt x="295125" y="0"/>
                    </a:cubicBezTo>
                    <a:cubicBezTo>
                      <a:pt x="295125" y="2132145"/>
                      <a:pt x="295125" y="4261207"/>
                      <a:pt x="295125" y="6393351"/>
                    </a:cubicBezTo>
                  </a:path>
                </a:pathLst>
              </a:custGeom>
              <a:solidFill>
                <a:schemeClr val="accent3"/>
              </a:solidFill>
              <a:ln w="7704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US" dirty="0">
                  <a:latin typeface="Times New Roman" panose="02020603050405020304" pitchFamily="18" charset="0"/>
                  <a:cs typeface="Times New Roman" pitchFamily="18" charset="0"/>
                </a:endParaRPr>
              </a:p>
            </p:txBody>
          </p:sp>
          <p:sp>
            <p:nvSpPr>
              <p:cNvPr id="60" name="Freeform: Shape 23">
                <a:extLst>
                  <a:ext uri="{FF2B5EF4-FFF2-40B4-BE49-F238E27FC236}">
                    <a16:creationId xmlns:a16="http://schemas.microsoft.com/office/drawing/2014/main" id="{E2E2C08D-AFC1-4D38-B19D-ECAA791E7E03}"/>
                  </a:ext>
                </a:extLst>
              </p:cNvPr>
              <p:cNvSpPr/>
              <p:nvPr/>
            </p:nvSpPr>
            <p:spPr>
              <a:xfrm>
                <a:off x="6980994" y="2927282"/>
                <a:ext cx="37550" cy="2394576"/>
              </a:xfrm>
              <a:custGeom>
                <a:avLst/>
                <a:gdLst>
                  <a:gd name="connsiteX0" fmla="*/ 0 w 100173"/>
                  <a:gd name="connsiteY0" fmla="*/ 6392581 h 6387957"/>
                  <a:gd name="connsiteX1" fmla="*/ 0 w 100173"/>
                  <a:gd name="connsiteY1" fmla="*/ 0 h 6387957"/>
                  <a:gd name="connsiteX2" fmla="*/ 103255 w 100173"/>
                  <a:gd name="connsiteY2" fmla="*/ 0 h 6387957"/>
                  <a:gd name="connsiteX3" fmla="*/ 103255 w 100173"/>
                  <a:gd name="connsiteY3" fmla="*/ 6392581 h 6387957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</a:cxnLst>
                <a:rect l="l" t="t" r="r" b="b"/>
                <a:pathLst>
                  <a:path w="100173" h="6387957">
                    <a:moveTo>
                      <a:pt x="0" y="6392581"/>
                    </a:moveTo>
                    <a:cubicBezTo>
                      <a:pt x="0" y="4261978"/>
                      <a:pt x="0" y="2132145"/>
                      <a:pt x="0" y="0"/>
                    </a:cubicBezTo>
                    <a:cubicBezTo>
                      <a:pt x="33904" y="0"/>
                      <a:pt x="67809" y="0"/>
                      <a:pt x="103255" y="0"/>
                    </a:cubicBezTo>
                    <a:cubicBezTo>
                      <a:pt x="103255" y="2130603"/>
                      <a:pt x="103255" y="4258895"/>
                      <a:pt x="103255" y="6392581"/>
                    </a:cubicBezTo>
                  </a:path>
                </a:pathLst>
              </a:custGeom>
              <a:solidFill>
                <a:schemeClr val="accent3"/>
              </a:solidFill>
              <a:ln w="7704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US" dirty="0">
                  <a:latin typeface="Times New Roman" panose="02020603050405020304" pitchFamily="18" charset="0"/>
                  <a:cs typeface="Times New Roman" pitchFamily="18" charset="0"/>
                </a:endParaRPr>
              </a:p>
            </p:txBody>
          </p:sp>
          <p:sp>
            <p:nvSpPr>
              <p:cNvPr id="61" name="Freeform: Shape 24">
                <a:extLst>
                  <a:ext uri="{FF2B5EF4-FFF2-40B4-BE49-F238E27FC236}">
                    <a16:creationId xmlns:a16="http://schemas.microsoft.com/office/drawing/2014/main" id="{53B015E2-EB41-454F-B249-A3924B2C56A7}"/>
                  </a:ext>
                </a:extLst>
              </p:cNvPr>
              <p:cNvSpPr/>
              <p:nvPr/>
            </p:nvSpPr>
            <p:spPr>
              <a:xfrm>
                <a:off x="7065051" y="2926994"/>
                <a:ext cx="37550" cy="2394576"/>
              </a:xfrm>
              <a:custGeom>
                <a:avLst/>
                <a:gdLst>
                  <a:gd name="connsiteX0" fmla="*/ 0 w 100173"/>
                  <a:gd name="connsiteY0" fmla="*/ 6392581 h 6387957"/>
                  <a:gd name="connsiteX1" fmla="*/ 0 w 100173"/>
                  <a:gd name="connsiteY1" fmla="*/ 0 h 6387957"/>
                  <a:gd name="connsiteX2" fmla="*/ 103255 w 100173"/>
                  <a:gd name="connsiteY2" fmla="*/ 0 h 6387957"/>
                  <a:gd name="connsiteX3" fmla="*/ 103255 w 100173"/>
                  <a:gd name="connsiteY3" fmla="*/ 6392581 h 6387957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</a:cxnLst>
                <a:rect l="l" t="t" r="r" b="b"/>
                <a:pathLst>
                  <a:path w="100173" h="6387957">
                    <a:moveTo>
                      <a:pt x="0" y="6392581"/>
                    </a:moveTo>
                    <a:cubicBezTo>
                      <a:pt x="0" y="4261978"/>
                      <a:pt x="0" y="2132145"/>
                      <a:pt x="0" y="0"/>
                    </a:cubicBezTo>
                    <a:cubicBezTo>
                      <a:pt x="33904" y="0"/>
                      <a:pt x="67809" y="0"/>
                      <a:pt x="103255" y="0"/>
                    </a:cubicBezTo>
                    <a:cubicBezTo>
                      <a:pt x="103255" y="2130603"/>
                      <a:pt x="103255" y="4258895"/>
                      <a:pt x="103255" y="6392581"/>
                    </a:cubicBezTo>
                  </a:path>
                </a:pathLst>
              </a:custGeom>
              <a:solidFill>
                <a:schemeClr val="accent3"/>
              </a:solidFill>
              <a:ln w="7704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US" dirty="0">
                  <a:latin typeface="Times New Roman" panose="02020603050405020304" pitchFamily="18" charset="0"/>
                  <a:cs typeface="Times New Roman" pitchFamily="18" charset="0"/>
                </a:endParaRPr>
              </a:p>
            </p:txBody>
          </p:sp>
          <p:sp>
            <p:nvSpPr>
              <p:cNvPr id="62" name="Freeform: Shape 25">
                <a:extLst>
                  <a:ext uri="{FF2B5EF4-FFF2-40B4-BE49-F238E27FC236}">
                    <a16:creationId xmlns:a16="http://schemas.microsoft.com/office/drawing/2014/main" id="{018D5BE2-ED44-4289-8EFA-42F5721FBB85}"/>
                  </a:ext>
                </a:extLst>
              </p:cNvPr>
              <p:cNvSpPr/>
              <p:nvPr/>
            </p:nvSpPr>
            <p:spPr>
              <a:xfrm>
                <a:off x="6754449" y="2926127"/>
                <a:ext cx="37550" cy="2394576"/>
              </a:xfrm>
              <a:custGeom>
                <a:avLst/>
                <a:gdLst>
                  <a:gd name="connsiteX0" fmla="*/ 0 w 100173"/>
                  <a:gd name="connsiteY0" fmla="*/ 6392581 h 6387957"/>
                  <a:gd name="connsiteX1" fmla="*/ 0 w 100173"/>
                  <a:gd name="connsiteY1" fmla="*/ 0 h 6387957"/>
                  <a:gd name="connsiteX2" fmla="*/ 103255 w 100173"/>
                  <a:gd name="connsiteY2" fmla="*/ 0 h 6387957"/>
                  <a:gd name="connsiteX3" fmla="*/ 103255 w 100173"/>
                  <a:gd name="connsiteY3" fmla="*/ 6392581 h 6387957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</a:cxnLst>
                <a:rect l="l" t="t" r="r" b="b"/>
                <a:pathLst>
                  <a:path w="100173" h="6387957">
                    <a:moveTo>
                      <a:pt x="0" y="6392581"/>
                    </a:moveTo>
                    <a:cubicBezTo>
                      <a:pt x="0" y="4261978"/>
                      <a:pt x="0" y="2132145"/>
                      <a:pt x="0" y="0"/>
                    </a:cubicBezTo>
                    <a:cubicBezTo>
                      <a:pt x="33905" y="0"/>
                      <a:pt x="67810" y="0"/>
                      <a:pt x="103255" y="0"/>
                    </a:cubicBezTo>
                    <a:cubicBezTo>
                      <a:pt x="103255" y="2131374"/>
                      <a:pt x="103255" y="4260436"/>
                      <a:pt x="103255" y="6392581"/>
                    </a:cubicBezTo>
                  </a:path>
                </a:pathLst>
              </a:custGeom>
              <a:solidFill>
                <a:schemeClr val="accent3"/>
              </a:solidFill>
              <a:ln w="7704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US" dirty="0">
                  <a:latin typeface="Times New Roman" panose="02020603050405020304" pitchFamily="18" charset="0"/>
                  <a:cs typeface="Times New Roman" pitchFamily="18" charset="0"/>
                </a:endParaRPr>
              </a:p>
            </p:txBody>
          </p:sp>
          <p:sp>
            <p:nvSpPr>
              <p:cNvPr id="63" name="Freeform: Shape 26">
                <a:extLst>
                  <a:ext uri="{FF2B5EF4-FFF2-40B4-BE49-F238E27FC236}">
                    <a16:creationId xmlns:a16="http://schemas.microsoft.com/office/drawing/2014/main" id="{FEBA9FA3-A7E2-4C7A-A66C-36068833FD70}"/>
                  </a:ext>
                </a:extLst>
              </p:cNvPr>
              <p:cNvSpPr/>
              <p:nvPr/>
            </p:nvSpPr>
            <p:spPr>
              <a:xfrm>
                <a:off x="6334914" y="2927282"/>
                <a:ext cx="37550" cy="2394576"/>
              </a:xfrm>
              <a:custGeom>
                <a:avLst/>
                <a:gdLst>
                  <a:gd name="connsiteX0" fmla="*/ 0 w 100173"/>
                  <a:gd name="connsiteY0" fmla="*/ 6393351 h 6387957"/>
                  <a:gd name="connsiteX1" fmla="*/ 0 w 100173"/>
                  <a:gd name="connsiteY1" fmla="*/ 0 h 6387957"/>
                  <a:gd name="connsiteX2" fmla="*/ 103255 w 100173"/>
                  <a:gd name="connsiteY2" fmla="*/ 0 h 6387957"/>
                  <a:gd name="connsiteX3" fmla="*/ 103255 w 100173"/>
                  <a:gd name="connsiteY3" fmla="*/ 6393351 h 6387957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</a:cxnLst>
                <a:rect l="l" t="t" r="r" b="b"/>
                <a:pathLst>
                  <a:path w="100173" h="6387957">
                    <a:moveTo>
                      <a:pt x="0" y="6393351"/>
                    </a:moveTo>
                    <a:cubicBezTo>
                      <a:pt x="0" y="4262748"/>
                      <a:pt x="0" y="2132915"/>
                      <a:pt x="0" y="0"/>
                    </a:cubicBezTo>
                    <a:cubicBezTo>
                      <a:pt x="33904" y="0"/>
                      <a:pt x="67809" y="0"/>
                      <a:pt x="103255" y="0"/>
                    </a:cubicBezTo>
                    <a:cubicBezTo>
                      <a:pt x="103255" y="2131374"/>
                      <a:pt x="103255" y="4260436"/>
                      <a:pt x="103255" y="6393351"/>
                    </a:cubicBezTo>
                  </a:path>
                </a:pathLst>
              </a:custGeom>
              <a:solidFill>
                <a:schemeClr val="accent5"/>
              </a:solidFill>
              <a:ln w="7704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US" dirty="0">
                  <a:latin typeface="Times New Roman" panose="02020603050405020304" pitchFamily="18" charset="0"/>
                  <a:cs typeface="Times New Roman" pitchFamily="18" charset="0"/>
                </a:endParaRPr>
              </a:p>
            </p:txBody>
          </p:sp>
          <p:sp>
            <p:nvSpPr>
              <p:cNvPr id="64" name="Freeform: Shape 27">
                <a:extLst>
                  <a:ext uri="{FF2B5EF4-FFF2-40B4-BE49-F238E27FC236}">
                    <a16:creationId xmlns:a16="http://schemas.microsoft.com/office/drawing/2014/main" id="{DCE49181-A192-4FDD-8E4A-6CE1DB81A373}"/>
                  </a:ext>
                </a:extLst>
              </p:cNvPr>
              <p:cNvSpPr/>
              <p:nvPr/>
            </p:nvSpPr>
            <p:spPr>
              <a:xfrm>
                <a:off x="6159871" y="2926127"/>
                <a:ext cx="37550" cy="2397464"/>
              </a:xfrm>
              <a:custGeom>
                <a:avLst/>
                <a:gdLst>
                  <a:gd name="connsiteX0" fmla="*/ 0 w 100173"/>
                  <a:gd name="connsiteY0" fmla="*/ 6395663 h 6395662"/>
                  <a:gd name="connsiteX1" fmla="*/ 0 w 100173"/>
                  <a:gd name="connsiteY1" fmla="*/ 0 h 6395662"/>
                  <a:gd name="connsiteX2" fmla="*/ 52398 w 100173"/>
                  <a:gd name="connsiteY2" fmla="*/ 0 h 6395662"/>
                  <a:gd name="connsiteX3" fmla="*/ 103255 w 100173"/>
                  <a:gd name="connsiteY3" fmla="*/ 0 h 6395662"/>
                  <a:gd name="connsiteX4" fmla="*/ 103255 w 100173"/>
                  <a:gd name="connsiteY4" fmla="*/ 6395663 h 6395662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</a:cxnLst>
                <a:rect l="l" t="t" r="r" b="b"/>
                <a:pathLst>
                  <a:path w="100173" h="6395662">
                    <a:moveTo>
                      <a:pt x="0" y="6395663"/>
                    </a:moveTo>
                    <a:cubicBezTo>
                      <a:pt x="0" y="4265060"/>
                      <a:pt x="0" y="2135227"/>
                      <a:pt x="0" y="0"/>
                    </a:cubicBezTo>
                    <a:cubicBezTo>
                      <a:pt x="17723" y="0"/>
                      <a:pt x="34675" y="0"/>
                      <a:pt x="52398" y="0"/>
                    </a:cubicBezTo>
                    <a:cubicBezTo>
                      <a:pt x="68580" y="0"/>
                      <a:pt x="84762" y="0"/>
                      <a:pt x="103255" y="0"/>
                    </a:cubicBezTo>
                    <a:cubicBezTo>
                      <a:pt x="103255" y="2132915"/>
                      <a:pt x="103255" y="4261977"/>
                      <a:pt x="103255" y="6395663"/>
                    </a:cubicBezTo>
                  </a:path>
                </a:pathLst>
              </a:custGeom>
              <a:solidFill>
                <a:schemeClr val="accent5"/>
              </a:solidFill>
              <a:ln w="7704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US" dirty="0">
                  <a:latin typeface="Times New Roman" panose="02020603050405020304" pitchFamily="18" charset="0"/>
                  <a:cs typeface="Times New Roman" pitchFamily="18" charset="0"/>
                </a:endParaRPr>
              </a:p>
            </p:txBody>
          </p:sp>
          <p:sp>
            <p:nvSpPr>
              <p:cNvPr id="65" name="Freeform: Shape 28">
                <a:extLst>
                  <a:ext uri="{FF2B5EF4-FFF2-40B4-BE49-F238E27FC236}">
                    <a16:creationId xmlns:a16="http://schemas.microsoft.com/office/drawing/2014/main" id="{08B99DFA-675D-47CD-AAA5-48F4B7263F7F}"/>
                  </a:ext>
                </a:extLst>
              </p:cNvPr>
              <p:cNvSpPr/>
              <p:nvPr/>
            </p:nvSpPr>
            <p:spPr>
              <a:xfrm>
                <a:off x="6231712" y="2926127"/>
                <a:ext cx="72212" cy="2394576"/>
              </a:xfrm>
              <a:custGeom>
                <a:avLst/>
                <a:gdLst>
                  <a:gd name="connsiteX0" fmla="*/ 0 w 192640"/>
                  <a:gd name="connsiteY0" fmla="*/ 6392581 h 6387957"/>
                  <a:gd name="connsiteX1" fmla="*/ 0 w 192640"/>
                  <a:gd name="connsiteY1" fmla="*/ 0 h 6387957"/>
                  <a:gd name="connsiteX2" fmla="*/ 198805 w 192640"/>
                  <a:gd name="connsiteY2" fmla="*/ 0 h 6387957"/>
                  <a:gd name="connsiteX3" fmla="*/ 198805 w 192640"/>
                  <a:gd name="connsiteY3" fmla="*/ 6392581 h 6387957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</a:cxnLst>
                <a:rect l="l" t="t" r="r" b="b"/>
                <a:pathLst>
                  <a:path w="192640" h="6387957">
                    <a:moveTo>
                      <a:pt x="0" y="6392581"/>
                    </a:moveTo>
                    <a:cubicBezTo>
                      <a:pt x="0" y="4261207"/>
                      <a:pt x="0" y="2132145"/>
                      <a:pt x="0" y="0"/>
                    </a:cubicBezTo>
                    <a:cubicBezTo>
                      <a:pt x="66268" y="0"/>
                      <a:pt x="131766" y="0"/>
                      <a:pt x="198805" y="0"/>
                    </a:cubicBezTo>
                    <a:cubicBezTo>
                      <a:pt x="198805" y="2131374"/>
                      <a:pt x="198805" y="4261207"/>
                      <a:pt x="198805" y="6392581"/>
                    </a:cubicBezTo>
                  </a:path>
                </a:pathLst>
              </a:custGeom>
              <a:solidFill>
                <a:schemeClr val="accent5"/>
              </a:solidFill>
              <a:ln w="7704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US" dirty="0">
                  <a:latin typeface="Times New Roman" panose="02020603050405020304" pitchFamily="18" charset="0"/>
                  <a:cs typeface="Times New Roman" pitchFamily="18" charset="0"/>
                </a:endParaRPr>
              </a:p>
            </p:txBody>
          </p:sp>
          <p:sp>
            <p:nvSpPr>
              <p:cNvPr id="66" name="Freeform: Shape 29">
                <a:extLst>
                  <a:ext uri="{FF2B5EF4-FFF2-40B4-BE49-F238E27FC236}">
                    <a16:creationId xmlns:a16="http://schemas.microsoft.com/office/drawing/2014/main" id="{A3A52561-2F81-45D4-BB63-98DD6D95E5E9}"/>
                  </a:ext>
                </a:extLst>
              </p:cNvPr>
              <p:cNvSpPr/>
              <p:nvPr/>
            </p:nvSpPr>
            <p:spPr>
              <a:xfrm>
                <a:off x="6598401" y="2927282"/>
                <a:ext cx="37550" cy="2394576"/>
              </a:xfrm>
              <a:custGeom>
                <a:avLst/>
                <a:gdLst>
                  <a:gd name="connsiteX0" fmla="*/ 0 w 100173"/>
                  <a:gd name="connsiteY0" fmla="*/ 6392581 h 6387957"/>
                  <a:gd name="connsiteX1" fmla="*/ 0 w 100173"/>
                  <a:gd name="connsiteY1" fmla="*/ 0 h 6387957"/>
                  <a:gd name="connsiteX2" fmla="*/ 103255 w 100173"/>
                  <a:gd name="connsiteY2" fmla="*/ 0 h 6387957"/>
                  <a:gd name="connsiteX3" fmla="*/ 103255 w 100173"/>
                  <a:gd name="connsiteY3" fmla="*/ 6392581 h 6387957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</a:cxnLst>
                <a:rect l="l" t="t" r="r" b="b"/>
                <a:pathLst>
                  <a:path w="100173" h="6387957">
                    <a:moveTo>
                      <a:pt x="0" y="6392581"/>
                    </a:moveTo>
                    <a:cubicBezTo>
                      <a:pt x="0" y="4261207"/>
                      <a:pt x="0" y="2131374"/>
                      <a:pt x="0" y="0"/>
                    </a:cubicBezTo>
                    <a:cubicBezTo>
                      <a:pt x="34675" y="0"/>
                      <a:pt x="67809" y="0"/>
                      <a:pt x="103255" y="0"/>
                    </a:cubicBezTo>
                    <a:cubicBezTo>
                      <a:pt x="103255" y="2130603"/>
                      <a:pt x="103255" y="4260437"/>
                      <a:pt x="103255" y="6392581"/>
                    </a:cubicBezTo>
                  </a:path>
                </a:pathLst>
              </a:custGeom>
              <a:solidFill>
                <a:schemeClr val="accent4"/>
              </a:solidFill>
              <a:ln w="7704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US" dirty="0">
                  <a:latin typeface="Times New Roman" panose="02020603050405020304" pitchFamily="18" charset="0"/>
                  <a:cs typeface="Times New Roman" pitchFamily="18" charset="0"/>
                </a:endParaRPr>
              </a:p>
            </p:txBody>
          </p:sp>
          <p:sp>
            <p:nvSpPr>
              <p:cNvPr id="67" name="Freeform: Shape 30">
                <a:extLst>
                  <a:ext uri="{FF2B5EF4-FFF2-40B4-BE49-F238E27FC236}">
                    <a16:creationId xmlns:a16="http://schemas.microsoft.com/office/drawing/2014/main" id="{53780AFD-C7BF-438C-8ACF-ADB70736488F}"/>
                  </a:ext>
                </a:extLst>
              </p:cNvPr>
              <p:cNvSpPr/>
              <p:nvPr/>
            </p:nvSpPr>
            <p:spPr>
              <a:xfrm>
                <a:off x="6680669" y="2927282"/>
                <a:ext cx="37550" cy="2394576"/>
              </a:xfrm>
              <a:custGeom>
                <a:avLst/>
                <a:gdLst>
                  <a:gd name="connsiteX0" fmla="*/ 0 w 100173"/>
                  <a:gd name="connsiteY0" fmla="*/ 6392581 h 6387957"/>
                  <a:gd name="connsiteX1" fmla="*/ 0 w 100173"/>
                  <a:gd name="connsiteY1" fmla="*/ 0 h 6387957"/>
                  <a:gd name="connsiteX2" fmla="*/ 103255 w 100173"/>
                  <a:gd name="connsiteY2" fmla="*/ 0 h 6387957"/>
                  <a:gd name="connsiteX3" fmla="*/ 103255 w 100173"/>
                  <a:gd name="connsiteY3" fmla="*/ 6392581 h 6387957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</a:cxnLst>
                <a:rect l="l" t="t" r="r" b="b"/>
                <a:pathLst>
                  <a:path w="100173" h="6387957">
                    <a:moveTo>
                      <a:pt x="0" y="6392581"/>
                    </a:moveTo>
                    <a:cubicBezTo>
                      <a:pt x="0" y="4261978"/>
                      <a:pt x="0" y="2132145"/>
                      <a:pt x="0" y="0"/>
                    </a:cubicBezTo>
                    <a:cubicBezTo>
                      <a:pt x="33905" y="0"/>
                      <a:pt x="67810" y="0"/>
                      <a:pt x="103255" y="0"/>
                    </a:cubicBezTo>
                    <a:cubicBezTo>
                      <a:pt x="103255" y="2131374"/>
                      <a:pt x="103255" y="4260436"/>
                      <a:pt x="103255" y="6392581"/>
                    </a:cubicBezTo>
                  </a:path>
                </a:pathLst>
              </a:custGeom>
              <a:solidFill>
                <a:schemeClr val="accent4"/>
              </a:solidFill>
              <a:ln w="7704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US" dirty="0">
                  <a:latin typeface="Times New Roman" panose="02020603050405020304" pitchFamily="18" charset="0"/>
                  <a:cs typeface="Times New Roman" pitchFamily="18" charset="0"/>
                </a:endParaRPr>
              </a:p>
            </p:txBody>
          </p:sp>
          <p:sp>
            <p:nvSpPr>
              <p:cNvPr id="68" name="Freeform: Shape 31">
                <a:extLst>
                  <a:ext uri="{FF2B5EF4-FFF2-40B4-BE49-F238E27FC236}">
                    <a16:creationId xmlns:a16="http://schemas.microsoft.com/office/drawing/2014/main" id="{D1DA5EF5-6153-4FA1-B3B6-C7EA4D7C45C7}"/>
                  </a:ext>
                </a:extLst>
              </p:cNvPr>
              <p:cNvSpPr/>
              <p:nvPr/>
            </p:nvSpPr>
            <p:spPr>
              <a:xfrm>
                <a:off x="6516134" y="2927282"/>
                <a:ext cx="37550" cy="2394576"/>
              </a:xfrm>
              <a:custGeom>
                <a:avLst/>
                <a:gdLst>
                  <a:gd name="connsiteX0" fmla="*/ 0 w 100173"/>
                  <a:gd name="connsiteY0" fmla="*/ 6391811 h 6387957"/>
                  <a:gd name="connsiteX1" fmla="*/ 0 w 100173"/>
                  <a:gd name="connsiteY1" fmla="*/ 0 h 6387957"/>
                  <a:gd name="connsiteX2" fmla="*/ 103255 w 100173"/>
                  <a:gd name="connsiteY2" fmla="*/ 0 h 6387957"/>
                  <a:gd name="connsiteX3" fmla="*/ 103255 w 100173"/>
                  <a:gd name="connsiteY3" fmla="*/ 6391811 h 6387957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</a:cxnLst>
                <a:rect l="l" t="t" r="r" b="b"/>
                <a:pathLst>
                  <a:path w="100173" h="6387957">
                    <a:moveTo>
                      <a:pt x="0" y="6391811"/>
                    </a:moveTo>
                    <a:cubicBezTo>
                      <a:pt x="0" y="4261978"/>
                      <a:pt x="0" y="2132145"/>
                      <a:pt x="0" y="0"/>
                    </a:cubicBezTo>
                    <a:cubicBezTo>
                      <a:pt x="33134" y="0"/>
                      <a:pt x="67039" y="0"/>
                      <a:pt x="103255" y="0"/>
                    </a:cubicBezTo>
                    <a:cubicBezTo>
                      <a:pt x="103255" y="2130603"/>
                      <a:pt x="103255" y="4260436"/>
                      <a:pt x="103255" y="6391811"/>
                    </a:cubicBezTo>
                  </a:path>
                </a:pathLst>
              </a:custGeom>
              <a:solidFill>
                <a:schemeClr val="accent4"/>
              </a:solidFill>
              <a:ln w="7704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US" dirty="0">
                  <a:latin typeface="Times New Roman" panose="02020603050405020304" pitchFamily="18" charset="0"/>
                  <a:cs typeface="Times New Roman" pitchFamily="18" charset="0"/>
                </a:endParaRPr>
              </a:p>
            </p:txBody>
          </p:sp>
          <p:sp>
            <p:nvSpPr>
              <p:cNvPr id="69" name="Freeform: Shape 32">
                <a:extLst>
                  <a:ext uri="{FF2B5EF4-FFF2-40B4-BE49-F238E27FC236}">
                    <a16:creationId xmlns:a16="http://schemas.microsoft.com/office/drawing/2014/main" id="{F80C8E45-AA03-497B-9ABE-2E9B8BC26557}"/>
                  </a:ext>
                </a:extLst>
              </p:cNvPr>
              <p:cNvSpPr/>
              <p:nvPr/>
            </p:nvSpPr>
            <p:spPr>
              <a:xfrm>
                <a:off x="6399205" y="2927282"/>
                <a:ext cx="72212" cy="2394576"/>
              </a:xfrm>
              <a:custGeom>
                <a:avLst/>
                <a:gdLst>
                  <a:gd name="connsiteX0" fmla="*/ 0 w 192640"/>
                  <a:gd name="connsiteY0" fmla="*/ 6392581 h 6387957"/>
                  <a:gd name="connsiteX1" fmla="*/ 0 w 192640"/>
                  <a:gd name="connsiteY1" fmla="*/ 0 h 6387957"/>
                  <a:gd name="connsiteX2" fmla="*/ 198805 w 192640"/>
                  <a:gd name="connsiteY2" fmla="*/ 0 h 6387957"/>
                  <a:gd name="connsiteX3" fmla="*/ 198805 w 192640"/>
                  <a:gd name="connsiteY3" fmla="*/ 6392581 h 6387957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</a:cxnLst>
                <a:rect l="l" t="t" r="r" b="b"/>
                <a:pathLst>
                  <a:path w="192640" h="6387957">
                    <a:moveTo>
                      <a:pt x="0" y="6392581"/>
                    </a:moveTo>
                    <a:cubicBezTo>
                      <a:pt x="0" y="4261207"/>
                      <a:pt x="0" y="2132145"/>
                      <a:pt x="0" y="0"/>
                    </a:cubicBezTo>
                    <a:cubicBezTo>
                      <a:pt x="66268" y="0"/>
                      <a:pt x="131766" y="0"/>
                      <a:pt x="198805" y="0"/>
                    </a:cubicBezTo>
                    <a:cubicBezTo>
                      <a:pt x="198805" y="2131374"/>
                      <a:pt x="198805" y="4261207"/>
                      <a:pt x="198805" y="6392581"/>
                    </a:cubicBezTo>
                  </a:path>
                </a:pathLst>
              </a:custGeom>
              <a:solidFill>
                <a:schemeClr val="accent4"/>
              </a:solidFill>
              <a:ln w="7704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US" dirty="0">
                  <a:latin typeface="Times New Roman" panose="02020603050405020304" pitchFamily="18" charset="0"/>
                  <a:cs typeface="Times New Roman" pitchFamily="18" charset="0"/>
                </a:endParaRPr>
              </a:p>
            </p:txBody>
          </p:sp>
          <p:sp>
            <p:nvSpPr>
              <p:cNvPr id="70" name="Freeform: Shape 33">
                <a:extLst>
                  <a:ext uri="{FF2B5EF4-FFF2-40B4-BE49-F238E27FC236}">
                    <a16:creationId xmlns:a16="http://schemas.microsoft.com/office/drawing/2014/main" id="{B33154AB-DAF1-4E1D-AED0-2C8B79C6FE97}"/>
                  </a:ext>
                </a:extLst>
              </p:cNvPr>
              <p:cNvSpPr/>
              <p:nvPr/>
            </p:nvSpPr>
            <p:spPr>
              <a:xfrm>
                <a:off x="5237391" y="2926127"/>
                <a:ext cx="144425" cy="2394576"/>
              </a:xfrm>
              <a:custGeom>
                <a:avLst/>
                <a:gdLst>
                  <a:gd name="connsiteX0" fmla="*/ 0 w 385280"/>
                  <a:gd name="connsiteY0" fmla="*/ 6393351 h 6387957"/>
                  <a:gd name="connsiteX1" fmla="*/ 0 w 385280"/>
                  <a:gd name="connsiteY1" fmla="*/ 0 h 6387957"/>
                  <a:gd name="connsiteX2" fmla="*/ 387593 w 385280"/>
                  <a:gd name="connsiteY2" fmla="*/ 0 h 6387957"/>
                  <a:gd name="connsiteX3" fmla="*/ 387593 w 385280"/>
                  <a:gd name="connsiteY3" fmla="*/ 6393351 h 6387957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</a:cxnLst>
                <a:rect l="l" t="t" r="r" b="b"/>
                <a:pathLst>
                  <a:path w="385280" h="6387957">
                    <a:moveTo>
                      <a:pt x="0" y="6393351"/>
                    </a:moveTo>
                    <a:cubicBezTo>
                      <a:pt x="0" y="4262748"/>
                      <a:pt x="0" y="2132145"/>
                      <a:pt x="0" y="0"/>
                    </a:cubicBezTo>
                    <a:cubicBezTo>
                      <a:pt x="128684" y="0"/>
                      <a:pt x="256597" y="0"/>
                      <a:pt x="387593" y="0"/>
                    </a:cubicBezTo>
                    <a:cubicBezTo>
                      <a:pt x="387593" y="2130603"/>
                      <a:pt x="387593" y="4261207"/>
                      <a:pt x="387593" y="6393351"/>
                    </a:cubicBezTo>
                  </a:path>
                </a:pathLst>
              </a:custGeom>
              <a:solidFill>
                <a:schemeClr val="accent3"/>
              </a:solidFill>
              <a:ln w="7704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US" dirty="0">
                  <a:latin typeface="Times New Roman" panose="02020603050405020304" pitchFamily="18" charset="0"/>
                  <a:cs typeface="Times New Roman" pitchFamily="18" charset="0"/>
                </a:endParaRPr>
              </a:p>
            </p:txBody>
          </p:sp>
          <p:sp>
            <p:nvSpPr>
              <p:cNvPr id="71" name="Freeform: Shape 34">
                <a:extLst>
                  <a:ext uri="{FF2B5EF4-FFF2-40B4-BE49-F238E27FC236}">
                    <a16:creationId xmlns:a16="http://schemas.microsoft.com/office/drawing/2014/main" id="{6E905E38-B653-4270-89DB-6739B8AED375}"/>
                  </a:ext>
                </a:extLst>
              </p:cNvPr>
              <p:cNvSpPr/>
              <p:nvPr/>
            </p:nvSpPr>
            <p:spPr>
              <a:xfrm>
                <a:off x="5123269" y="2926994"/>
                <a:ext cx="72212" cy="2394576"/>
              </a:xfrm>
              <a:custGeom>
                <a:avLst/>
                <a:gdLst>
                  <a:gd name="connsiteX0" fmla="*/ 0 w 192640"/>
                  <a:gd name="connsiteY0" fmla="*/ 6392581 h 6387957"/>
                  <a:gd name="connsiteX1" fmla="*/ 0 w 192640"/>
                  <a:gd name="connsiteY1" fmla="*/ 0 h 6387957"/>
                  <a:gd name="connsiteX2" fmla="*/ 198805 w 192640"/>
                  <a:gd name="connsiteY2" fmla="*/ 0 h 6387957"/>
                  <a:gd name="connsiteX3" fmla="*/ 198805 w 192640"/>
                  <a:gd name="connsiteY3" fmla="*/ 6392581 h 6387957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</a:cxnLst>
                <a:rect l="l" t="t" r="r" b="b"/>
                <a:pathLst>
                  <a:path w="192640" h="6387957">
                    <a:moveTo>
                      <a:pt x="0" y="6392581"/>
                    </a:moveTo>
                    <a:cubicBezTo>
                      <a:pt x="0" y="4261207"/>
                      <a:pt x="0" y="2132145"/>
                      <a:pt x="0" y="0"/>
                    </a:cubicBezTo>
                    <a:cubicBezTo>
                      <a:pt x="67039" y="0"/>
                      <a:pt x="131766" y="0"/>
                      <a:pt x="198805" y="0"/>
                    </a:cubicBezTo>
                    <a:cubicBezTo>
                      <a:pt x="198805" y="2130603"/>
                      <a:pt x="198805" y="4259666"/>
                      <a:pt x="198805" y="6392581"/>
                    </a:cubicBezTo>
                  </a:path>
                </a:pathLst>
              </a:custGeom>
              <a:solidFill>
                <a:schemeClr val="accent3"/>
              </a:solidFill>
              <a:ln w="7704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US" dirty="0">
                  <a:latin typeface="Times New Roman" panose="02020603050405020304" pitchFamily="18" charset="0"/>
                  <a:cs typeface="Times New Roman" pitchFamily="18" charset="0"/>
                </a:endParaRPr>
              </a:p>
            </p:txBody>
          </p:sp>
          <p:sp>
            <p:nvSpPr>
              <p:cNvPr id="72" name="Freeform: Shape 35">
                <a:extLst>
                  <a:ext uri="{FF2B5EF4-FFF2-40B4-BE49-F238E27FC236}">
                    <a16:creationId xmlns:a16="http://schemas.microsoft.com/office/drawing/2014/main" id="{C46E5A34-F6FC-40B7-8BD9-CA4870D3EACB}"/>
                  </a:ext>
                </a:extLst>
              </p:cNvPr>
              <p:cNvSpPr/>
              <p:nvPr/>
            </p:nvSpPr>
            <p:spPr>
              <a:xfrm>
                <a:off x="5611343" y="2927282"/>
                <a:ext cx="72212" cy="2394576"/>
              </a:xfrm>
              <a:custGeom>
                <a:avLst/>
                <a:gdLst>
                  <a:gd name="connsiteX0" fmla="*/ 0 w 192640"/>
                  <a:gd name="connsiteY0" fmla="*/ 6392581 h 6387957"/>
                  <a:gd name="connsiteX1" fmla="*/ 0 w 192640"/>
                  <a:gd name="connsiteY1" fmla="*/ 0 h 6387957"/>
                  <a:gd name="connsiteX2" fmla="*/ 198805 w 192640"/>
                  <a:gd name="connsiteY2" fmla="*/ 0 h 6387957"/>
                  <a:gd name="connsiteX3" fmla="*/ 198805 w 192640"/>
                  <a:gd name="connsiteY3" fmla="*/ 6392581 h 6387957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</a:cxnLst>
                <a:rect l="l" t="t" r="r" b="b"/>
                <a:pathLst>
                  <a:path w="192640" h="6387957">
                    <a:moveTo>
                      <a:pt x="0" y="6392581"/>
                    </a:moveTo>
                    <a:cubicBezTo>
                      <a:pt x="0" y="4261207"/>
                      <a:pt x="0" y="2132145"/>
                      <a:pt x="0" y="0"/>
                    </a:cubicBezTo>
                    <a:cubicBezTo>
                      <a:pt x="66268" y="0"/>
                      <a:pt x="131766" y="0"/>
                      <a:pt x="198805" y="0"/>
                    </a:cubicBezTo>
                    <a:cubicBezTo>
                      <a:pt x="198805" y="2131374"/>
                      <a:pt x="198805" y="4261207"/>
                      <a:pt x="198805" y="6392581"/>
                    </a:cubicBezTo>
                  </a:path>
                </a:pathLst>
              </a:custGeom>
              <a:solidFill>
                <a:schemeClr val="accent3"/>
              </a:solidFill>
              <a:ln w="7704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US" dirty="0">
                  <a:latin typeface="Times New Roman" panose="02020603050405020304" pitchFamily="18" charset="0"/>
                  <a:cs typeface="Times New Roman" pitchFamily="18" charset="0"/>
                </a:endParaRPr>
              </a:p>
            </p:txBody>
          </p:sp>
          <p:sp>
            <p:nvSpPr>
              <p:cNvPr id="73" name="Freeform: Shape 36">
                <a:extLst>
                  <a:ext uri="{FF2B5EF4-FFF2-40B4-BE49-F238E27FC236}">
                    <a16:creationId xmlns:a16="http://schemas.microsoft.com/office/drawing/2014/main" id="{5FA3DBA7-F8ED-45A6-819E-A85FBC355BCB}"/>
                  </a:ext>
                </a:extLst>
              </p:cNvPr>
              <p:cNvSpPr/>
              <p:nvPr/>
            </p:nvSpPr>
            <p:spPr>
              <a:xfrm>
                <a:off x="5407259" y="2926994"/>
                <a:ext cx="37550" cy="2394576"/>
              </a:xfrm>
              <a:custGeom>
                <a:avLst/>
                <a:gdLst>
                  <a:gd name="connsiteX0" fmla="*/ 0 w 100173"/>
                  <a:gd name="connsiteY0" fmla="*/ 6392581 h 6387957"/>
                  <a:gd name="connsiteX1" fmla="*/ 0 w 100173"/>
                  <a:gd name="connsiteY1" fmla="*/ 0 h 6387957"/>
                  <a:gd name="connsiteX2" fmla="*/ 103255 w 100173"/>
                  <a:gd name="connsiteY2" fmla="*/ 0 h 6387957"/>
                  <a:gd name="connsiteX3" fmla="*/ 103255 w 100173"/>
                  <a:gd name="connsiteY3" fmla="*/ 6392581 h 6387957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</a:cxnLst>
                <a:rect l="l" t="t" r="r" b="b"/>
                <a:pathLst>
                  <a:path w="100173" h="6387957">
                    <a:moveTo>
                      <a:pt x="0" y="6392581"/>
                    </a:moveTo>
                    <a:cubicBezTo>
                      <a:pt x="0" y="4261978"/>
                      <a:pt x="0" y="2132145"/>
                      <a:pt x="0" y="0"/>
                    </a:cubicBezTo>
                    <a:cubicBezTo>
                      <a:pt x="34675" y="0"/>
                      <a:pt x="67810" y="0"/>
                      <a:pt x="103255" y="0"/>
                    </a:cubicBezTo>
                    <a:cubicBezTo>
                      <a:pt x="103255" y="2130603"/>
                      <a:pt x="103255" y="4259666"/>
                      <a:pt x="103255" y="6392581"/>
                    </a:cubicBezTo>
                  </a:path>
                </a:pathLst>
              </a:custGeom>
              <a:solidFill>
                <a:schemeClr val="accent3"/>
              </a:solidFill>
              <a:ln w="7704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US" dirty="0">
                  <a:latin typeface="Times New Roman" panose="02020603050405020304" pitchFamily="18" charset="0"/>
                  <a:cs typeface="Times New Roman" pitchFamily="18" charset="0"/>
                </a:endParaRPr>
              </a:p>
            </p:txBody>
          </p:sp>
          <p:sp>
            <p:nvSpPr>
              <p:cNvPr id="74" name="Freeform: Shape 37">
                <a:extLst>
                  <a:ext uri="{FF2B5EF4-FFF2-40B4-BE49-F238E27FC236}">
                    <a16:creationId xmlns:a16="http://schemas.microsoft.com/office/drawing/2014/main" id="{6D4897DB-997C-4440-9C15-09B6C34994D1}"/>
                  </a:ext>
                </a:extLst>
              </p:cNvPr>
              <p:cNvSpPr/>
              <p:nvPr/>
            </p:nvSpPr>
            <p:spPr>
              <a:xfrm>
                <a:off x="5470252" y="2926994"/>
                <a:ext cx="37550" cy="2394576"/>
              </a:xfrm>
              <a:custGeom>
                <a:avLst/>
                <a:gdLst>
                  <a:gd name="connsiteX0" fmla="*/ 0 w 100173"/>
                  <a:gd name="connsiteY0" fmla="*/ 6392581 h 6387957"/>
                  <a:gd name="connsiteX1" fmla="*/ 0 w 100173"/>
                  <a:gd name="connsiteY1" fmla="*/ 0 h 6387957"/>
                  <a:gd name="connsiteX2" fmla="*/ 103255 w 100173"/>
                  <a:gd name="connsiteY2" fmla="*/ 0 h 6387957"/>
                  <a:gd name="connsiteX3" fmla="*/ 103255 w 100173"/>
                  <a:gd name="connsiteY3" fmla="*/ 6392581 h 6387957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</a:cxnLst>
                <a:rect l="l" t="t" r="r" b="b"/>
                <a:pathLst>
                  <a:path w="100173" h="6387957">
                    <a:moveTo>
                      <a:pt x="0" y="6392581"/>
                    </a:moveTo>
                    <a:cubicBezTo>
                      <a:pt x="0" y="4261978"/>
                      <a:pt x="0" y="2132145"/>
                      <a:pt x="0" y="0"/>
                    </a:cubicBezTo>
                    <a:cubicBezTo>
                      <a:pt x="34675" y="0"/>
                      <a:pt x="67809" y="0"/>
                      <a:pt x="103255" y="0"/>
                    </a:cubicBezTo>
                    <a:cubicBezTo>
                      <a:pt x="103255" y="2130603"/>
                      <a:pt x="103255" y="4259666"/>
                      <a:pt x="103255" y="6392581"/>
                    </a:cubicBezTo>
                  </a:path>
                </a:pathLst>
              </a:custGeom>
              <a:solidFill>
                <a:schemeClr val="accent3"/>
              </a:solidFill>
              <a:ln w="7704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US" dirty="0">
                  <a:latin typeface="Times New Roman" panose="02020603050405020304" pitchFamily="18" charset="0"/>
                  <a:cs typeface="Times New Roman" pitchFamily="18" charset="0"/>
                </a:endParaRPr>
              </a:p>
            </p:txBody>
          </p:sp>
          <p:sp>
            <p:nvSpPr>
              <p:cNvPr id="75" name="Freeform: Shape 38">
                <a:extLst>
                  <a:ext uri="{FF2B5EF4-FFF2-40B4-BE49-F238E27FC236}">
                    <a16:creationId xmlns:a16="http://schemas.microsoft.com/office/drawing/2014/main" id="{60C5513F-881C-4B26-9ADB-6A46166CB483}"/>
                  </a:ext>
                </a:extLst>
              </p:cNvPr>
              <p:cNvSpPr/>
              <p:nvPr/>
            </p:nvSpPr>
            <p:spPr>
              <a:xfrm>
                <a:off x="5533244" y="2926127"/>
                <a:ext cx="37550" cy="2394576"/>
              </a:xfrm>
              <a:custGeom>
                <a:avLst/>
                <a:gdLst>
                  <a:gd name="connsiteX0" fmla="*/ 0 w 100173"/>
                  <a:gd name="connsiteY0" fmla="*/ 6392581 h 6387957"/>
                  <a:gd name="connsiteX1" fmla="*/ 0 w 100173"/>
                  <a:gd name="connsiteY1" fmla="*/ 0 h 6387957"/>
                  <a:gd name="connsiteX2" fmla="*/ 103255 w 100173"/>
                  <a:gd name="connsiteY2" fmla="*/ 0 h 6387957"/>
                  <a:gd name="connsiteX3" fmla="*/ 103255 w 100173"/>
                  <a:gd name="connsiteY3" fmla="*/ 6392581 h 6387957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</a:cxnLst>
                <a:rect l="l" t="t" r="r" b="b"/>
                <a:pathLst>
                  <a:path w="100173" h="6387957">
                    <a:moveTo>
                      <a:pt x="0" y="6392581"/>
                    </a:moveTo>
                    <a:cubicBezTo>
                      <a:pt x="0" y="4261978"/>
                      <a:pt x="0" y="2132145"/>
                      <a:pt x="0" y="0"/>
                    </a:cubicBezTo>
                    <a:cubicBezTo>
                      <a:pt x="34675" y="0"/>
                      <a:pt x="67809" y="0"/>
                      <a:pt x="103255" y="0"/>
                    </a:cubicBezTo>
                    <a:cubicBezTo>
                      <a:pt x="103255" y="2130603"/>
                      <a:pt x="103255" y="4259666"/>
                      <a:pt x="103255" y="6392581"/>
                    </a:cubicBezTo>
                  </a:path>
                </a:pathLst>
              </a:custGeom>
              <a:solidFill>
                <a:schemeClr val="accent3"/>
              </a:solidFill>
              <a:ln w="7704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US" dirty="0">
                  <a:latin typeface="Times New Roman" panose="02020603050405020304" pitchFamily="18" charset="0"/>
                  <a:cs typeface="Times New Roman" pitchFamily="18" charset="0"/>
                </a:endParaRPr>
              </a:p>
            </p:txBody>
          </p:sp>
        </p:grpSp>
        <p:sp>
          <p:nvSpPr>
            <p:cNvPr id="76" name="Rectangle 75">
              <a:extLst>
                <a:ext uri="{FF2B5EF4-FFF2-40B4-BE49-F238E27FC236}">
                  <a16:creationId xmlns:a16="http://schemas.microsoft.com/office/drawing/2014/main" id="{621D202A-5DDC-4586-837E-E89610285CC9}"/>
                </a:ext>
              </a:extLst>
            </p:cNvPr>
            <p:cNvSpPr/>
            <p:nvPr/>
          </p:nvSpPr>
          <p:spPr>
            <a:xfrm>
              <a:off x="0" y="-699"/>
              <a:ext cx="12191999" cy="646331"/>
            </a:xfrm>
            <a:prstGeom prst="rect">
              <a:avLst/>
            </a:prstGeom>
            <a:solidFill>
              <a:schemeClr val="bg1"/>
            </a:solidFill>
            <a:effectLst>
              <a:outerShdw blurRad="50800" dist="38100" dir="2700000" algn="tl" rotWithShape="0">
                <a:prstClr val="black">
                  <a:alpha val="40000"/>
                </a:prstClr>
              </a:outerShdw>
            </a:effectLst>
          </p:spPr>
          <p:txBody>
            <a:bodyPr wrap="square">
              <a:spAutoFit/>
            </a:bodyPr>
            <a:lstStyle/>
            <a:p>
              <a:pPr algn="ctr"/>
              <a:endParaRPr lang="ko-KR" altLang="en-US" sz="3600" dirty="0">
                <a:solidFill>
                  <a:srgbClr val="000099"/>
                </a:solidFill>
                <a:latin typeface="Times New Roman" panose="02020603050405020304" pitchFamily="18" charset="0"/>
                <a:cs typeface="Times New Roman" pitchFamily="18" charset="0"/>
              </a:endParaRPr>
            </a:p>
          </p:txBody>
        </p:sp>
        <p:pic>
          <p:nvPicPr>
            <p:cNvPr id="77" name="Picture 76">
              <a:extLst>
                <a:ext uri="{FF2B5EF4-FFF2-40B4-BE49-F238E27FC236}">
                  <a16:creationId xmlns:a16="http://schemas.microsoft.com/office/drawing/2014/main" id="{C10207E4-A41E-4E56-9165-4F7135FB076B}"/>
                </a:ext>
              </a:extLst>
            </p:cNvPr>
            <p:cNvPicPr>
              <a:picLocks noChangeAspect="1"/>
            </p:cNvPicPr>
            <p:nvPr/>
          </p:nvPicPr>
          <p:blipFill>
            <a:blip r:embed="rId2" cstate="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29587" y="34941"/>
              <a:ext cx="1343005" cy="575049"/>
            </a:xfrm>
            <a:prstGeom prst="rect">
              <a:avLst/>
            </a:prstGeom>
          </p:spPr>
        </p:pic>
        <p:sp>
          <p:nvSpPr>
            <p:cNvPr id="78" name="TextBox 77">
              <a:extLst>
                <a:ext uri="{FF2B5EF4-FFF2-40B4-BE49-F238E27FC236}">
                  <a16:creationId xmlns:a16="http://schemas.microsoft.com/office/drawing/2014/main" id="{8C098857-E541-4069-B9EA-AF75614C0ABE}"/>
                </a:ext>
              </a:extLst>
            </p:cNvPr>
            <p:cNvSpPr txBox="1"/>
            <p:nvPr/>
          </p:nvSpPr>
          <p:spPr>
            <a:xfrm>
              <a:off x="3258798" y="84039"/>
              <a:ext cx="5674404" cy="548099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>
                <a:lnSpc>
                  <a:spcPct val="115000"/>
                </a:lnSpc>
                <a:spcAft>
                  <a:spcPts val="800"/>
                </a:spcAft>
              </a:pPr>
              <a:endParaRPr lang="en-US" sz="2800" b="1" kern="100" dirty="0"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endParaRPr>
            </a:p>
          </p:txBody>
        </p:sp>
      </p:grpSp>
      <p:sp>
        <p:nvSpPr>
          <p:cNvPr id="80" name="TextBox 79">
            <a:extLst>
              <a:ext uri="{FF2B5EF4-FFF2-40B4-BE49-F238E27FC236}">
                <a16:creationId xmlns:a16="http://schemas.microsoft.com/office/drawing/2014/main" id="{85E38DEB-3B5C-83D4-4A4E-BD1738ADF386}"/>
              </a:ext>
            </a:extLst>
          </p:cNvPr>
          <p:cNvSpPr txBox="1"/>
          <p:nvPr/>
        </p:nvSpPr>
        <p:spPr>
          <a:xfrm>
            <a:off x="1490144" y="30077"/>
            <a:ext cx="10565841" cy="584775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200" b="1"/>
            </a:pPr>
            <a:r>
              <a:rPr lang="en-US" sz="3200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The Core Finding: The “Population Group Deposit Divide”</a:t>
            </a:r>
            <a:endParaRPr sz="3200" dirty="0">
              <a:solidFill>
                <a:srgbClr val="FF0000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81" name="TextBox 80">
            <a:extLst>
              <a:ext uri="{FF2B5EF4-FFF2-40B4-BE49-F238E27FC236}">
                <a16:creationId xmlns:a16="http://schemas.microsoft.com/office/drawing/2014/main" id="{BC359E0F-238F-3F2D-2FD9-C5D84BEBDCBA}"/>
              </a:ext>
            </a:extLst>
          </p:cNvPr>
          <p:cNvSpPr txBox="1"/>
          <p:nvPr/>
        </p:nvSpPr>
        <p:spPr>
          <a:xfrm>
            <a:off x="1084382" y="941663"/>
            <a:ext cx="5011617" cy="369331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endParaRPr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>
              <a:defRPr sz="2200" b="1"/>
            </a:pPr>
            <a:r>
              <a:rPr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📈 </a:t>
            </a:r>
            <a:r>
              <a:rPr lang="en-IN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Urban &amp; Metro Dominance</a:t>
            </a:r>
            <a:endParaRPr lang="en-US" sz="28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>
              <a:defRPr sz="2200" b="1"/>
            </a:pPr>
            <a:endParaRPr sz="28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>
              <a:defRPr sz="6000" b="1">
                <a:solidFill>
                  <a:srgbClr val="228B22"/>
                </a:solidFill>
              </a:defRPr>
            </a:pPr>
            <a:r>
              <a:rPr lang="en-US" sz="6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	 </a:t>
            </a:r>
            <a:r>
              <a:rPr lang="en-IN" sz="6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Increase</a:t>
            </a:r>
            <a:endParaRPr lang="en-US" sz="6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>
              <a:defRPr sz="6000" b="1">
                <a:solidFill>
                  <a:srgbClr val="228B22"/>
                </a:solidFill>
              </a:defRPr>
            </a:pPr>
            <a:endParaRPr sz="6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>
              <a:defRPr sz="2000"/>
            </a:pPr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Deposit contribution heavily concentrated in Urban and Metro population groups.</a:t>
            </a:r>
            <a:endParaRPr sz="2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82" name="TextBox 81">
            <a:extLst>
              <a:ext uri="{FF2B5EF4-FFF2-40B4-BE49-F238E27FC236}">
                <a16:creationId xmlns:a16="http://schemas.microsoft.com/office/drawing/2014/main" id="{DCC4BA80-24DA-2395-75D6-DB96143539EC}"/>
              </a:ext>
            </a:extLst>
          </p:cNvPr>
          <p:cNvSpPr txBox="1"/>
          <p:nvPr/>
        </p:nvSpPr>
        <p:spPr>
          <a:xfrm>
            <a:off x="6618891" y="941662"/>
            <a:ext cx="5240450" cy="369331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endParaRPr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>
              <a:defRPr sz="2200" b="1"/>
            </a:pPr>
            <a:r>
              <a:rPr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📉 </a:t>
            </a:r>
            <a:r>
              <a:rPr lang="en-US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Rural Deposit Density is Low</a:t>
            </a:r>
          </a:p>
          <a:p>
            <a:pPr>
              <a:defRPr sz="2200" b="1"/>
            </a:pPr>
            <a:endParaRPr sz="28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>
              <a:defRPr sz="6000" b="1">
                <a:solidFill>
                  <a:srgbClr val="DC143C"/>
                </a:solidFill>
              </a:defRPr>
            </a:pPr>
            <a:r>
              <a:rPr lang="en-US" sz="6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	 </a:t>
            </a:r>
            <a:r>
              <a:rPr sz="6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Dec</a:t>
            </a:r>
            <a:r>
              <a:rPr lang="en-IN" sz="60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reas</a:t>
            </a:r>
            <a:r>
              <a:rPr sz="6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e</a:t>
            </a:r>
            <a:endParaRPr lang="en-US" sz="6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>
              <a:defRPr sz="6000" b="1">
                <a:solidFill>
                  <a:srgbClr val="DC143C"/>
                </a:solidFill>
              </a:defRPr>
            </a:pPr>
            <a:endParaRPr sz="6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>
              <a:defRPr sz="2000"/>
            </a:pPr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Despite high number of accounts, deposit volume per account is significantly lower.</a:t>
            </a:r>
            <a:endParaRPr sz="2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83" name="Rectangle 82">
            <a:extLst>
              <a:ext uri="{FF2B5EF4-FFF2-40B4-BE49-F238E27FC236}">
                <a16:creationId xmlns:a16="http://schemas.microsoft.com/office/drawing/2014/main" id="{7D5E8C2E-8FA3-F3BA-A684-DC8982A1CE52}"/>
              </a:ext>
            </a:extLst>
          </p:cNvPr>
          <p:cNvSpPr/>
          <p:nvPr/>
        </p:nvSpPr>
        <p:spPr>
          <a:xfrm>
            <a:off x="1225" y="5065105"/>
            <a:ext cx="12190774" cy="914400"/>
          </a:xfrm>
          <a:prstGeom prst="rect">
            <a:avLst/>
          </a:prstGeom>
          <a:solidFill>
            <a:schemeClr val="accent1">
              <a:lumMod val="60000"/>
              <a:lumOff val="40000"/>
            </a:scheme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800"/>
            </a:pPr>
            <a:r>
              <a:rPr sz="2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Key Insight:</a:t>
            </a:r>
            <a:r>
              <a:rPr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Urban + Metro regions account for the majority of deposits, while rural regions hold more accounts but lower value.</a:t>
            </a:r>
            <a:endParaRPr sz="2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r>
              <a:rPr sz="2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Takeaway:</a:t>
            </a:r>
            <a:r>
              <a:rPr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India’s banking system demonstrates broad access but uneven financial depth across population groups.</a:t>
            </a:r>
            <a:endParaRPr sz="2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079908101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79" name="Group 78">
            <a:extLst>
              <a:ext uri="{FF2B5EF4-FFF2-40B4-BE49-F238E27FC236}">
                <a16:creationId xmlns:a16="http://schemas.microsoft.com/office/drawing/2014/main" id="{8AB83803-82FF-4FDF-A9E4-FA57E548D4DF}"/>
              </a:ext>
            </a:extLst>
          </p:cNvPr>
          <p:cNvGrpSpPr/>
          <p:nvPr/>
        </p:nvGrpSpPr>
        <p:grpSpPr>
          <a:xfrm>
            <a:off x="0" y="-699"/>
            <a:ext cx="12196232" cy="6859933"/>
            <a:chOff x="0" y="-699"/>
            <a:chExt cx="12196232" cy="6859933"/>
          </a:xfrm>
        </p:grpSpPr>
        <p:grpSp>
          <p:nvGrpSpPr>
            <p:cNvPr id="2" name="Group 1">
              <a:extLst>
                <a:ext uri="{FF2B5EF4-FFF2-40B4-BE49-F238E27FC236}">
                  <a16:creationId xmlns:a16="http://schemas.microsoft.com/office/drawing/2014/main" id="{4F7233E0-8B4C-403F-B4DC-1EAABD525929}"/>
                </a:ext>
              </a:extLst>
            </p:cNvPr>
            <p:cNvGrpSpPr/>
            <p:nvPr/>
          </p:nvGrpSpPr>
          <p:grpSpPr>
            <a:xfrm>
              <a:off x="4232" y="6382984"/>
              <a:ext cx="12192000" cy="476250"/>
              <a:chOff x="0" y="6381750"/>
              <a:chExt cx="12192000" cy="476250"/>
            </a:xfrm>
            <a:solidFill>
              <a:srgbClr val="C00000"/>
            </a:solidFill>
          </p:grpSpPr>
          <p:sp>
            <p:nvSpPr>
              <p:cNvPr id="3" name="Rectangle 2">
                <a:extLst>
                  <a:ext uri="{FF2B5EF4-FFF2-40B4-BE49-F238E27FC236}">
                    <a16:creationId xmlns:a16="http://schemas.microsoft.com/office/drawing/2014/main" id="{C3EDFE22-777C-4E40-82E4-FD5DB11D8B63}"/>
                  </a:ext>
                </a:extLst>
              </p:cNvPr>
              <p:cNvSpPr/>
              <p:nvPr/>
            </p:nvSpPr>
            <p:spPr>
              <a:xfrm>
                <a:off x="0" y="6381750"/>
                <a:ext cx="12192000" cy="476250"/>
              </a:xfrm>
              <a:prstGeom prst="rect">
                <a:avLst/>
              </a:prstGeom>
              <a:grpFill/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 dirty="0">
                  <a:solidFill>
                    <a:srgbClr val="C00000"/>
                  </a:solidFill>
                  <a:latin typeface="Times New Roman" panose="02020603050405020304" pitchFamily="18" charset="0"/>
                  <a:cs typeface="Times New Roman" pitchFamily="18" charset="0"/>
                </a:endParaRPr>
              </a:p>
            </p:txBody>
          </p:sp>
          <p:grpSp>
            <p:nvGrpSpPr>
              <p:cNvPr id="4" name="Group 3">
                <a:extLst>
                  <a:ext uri="{FF2B5EF4-FFF2-40B4-BE49-F238E27FC236}">
                    <a16:creationId xmlns:a16="http://schemas.microsoft.com/office/drawing/2014/main" id="{314080B3-0E2C-457A-A722-47CA48E69C19}"/>
                  </a:ext>
                </a:extLst>
              </p:cNvPr>
              <p:cNvGrpSpPr/>
              <p:nvPr/>
            </p:nvGrpSpPr>
            <p:grpSpPr>
              <a:xfrm>
                <a:off x="160089" y="6467143"/>
                <a:ext cx="4087748" cy="273466"/>
                <a:chOff x="4366684" y="2926127"/>
                <a:chExt cx="3278335" cy="2571063"/>
              </a:xfrm>
              <a:grpFill/>
            </p:grpSpPr>
            <p:sp>
              <p:nvSpPr>
                <p:cNvPr id="5" name="Freeform: Shape 4">
                  <a:extLst>
                    <a:ext uri="{FF2B5EF4-FFF2-40B4-BE49-F238E27FC236}">
                      <a16:creationId xmlns:a16="http://schemas.microsoft.com/office/drawing/2014/main" id="{375F0EE2-DB06-4E1C-9F66-EAACEFA99A97}"/>
                    </a:ext>
                  </a:extLst>
                </p:cNvPr>
                <p:cNvSpPr/>
                <p:nvPr/>
              </p:nvSpPr>
              <p:spPr>
                <a:xfrm>
                  <a:off x="4744501" y="2926994"/>
                  <a:ext cx="72212" cy="2394576"/>
                </a:xfrm>
                <a:custGeom>
                  <a:avLst/>
                  <a:gdLst>
                    <a:gd name="connsiteX0" fmla="*/ 0 w 192640"/>
                    <a:gd name="connsiteY0" fmla="*/ 6393351 h 6387957"/>
                    <a:gd name="connsiteX1" fmla="*/ 0 w 192640"/>
                    <a:gd name="connsiteY1" fmla="*/ 0 h 6387957"/>
                    <a:gd name="connsiteX2" fmla="*/ 198034 w 192640"/>
                    <a:gd name="connsiteY2" fmla="*/ 0 h 6387957"/>
                    <a:gd name="connsiteX3" fmla="*/ 198034 w 192640"/>
                    <a:gd name="connsiteY3" fmla="*/ 6393351 h 6387957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</a:cxnLst>
                  <a:rect l="l" t="t" r="r" b="b"/>
                  <a:pathLst>
                    <a:path w="192640" h="6387957">
                      <a:moveTo>
                        <a:pt x="0" y="6393351"/>
                      </a:moveTo>
                      <a:cubicBezTo>
                        <a:pt x="0" y="4261207"/>
                        <a:pt x="0" y="2132145"/>
                        <a:pt x="0" y="0"/>
                      </a:cubicBezTo>
                      <a:cubicBezTo>
                        <a:pt x="67039" y="0"/>
                        <a:pt x="131766" y="0"/>
                        <a:pt x="198034" y="0"/>
                      </a:cubicBezTo>
                      <a:cubicBezTo>
                        <a:pt x="198034" y="2132145"/>
                        <a:pt x="198034" y="4261207"/>
                        <a:pt x="198034" y="6393351"/>
                      </a:cubicBezTo>
                    </a:path>
                  </a:pathLst>
                </a:custGeom>
                <a:grpFill/>
                <a:ln w="7704" cap="flat">
                  <a:noFill/>
                  <a:prstDash val="solid"/>
                  <a:miter/>
                </a:ln>
              </p:spPr>
              <p:txBody>
                <a:bodyPr rtlCol="0" anchor="ctr"/>
                <a:lstStyle/>
                <a:p>
                  <a:endParaRPr lang="en-US" dirty="0">
                    <a:solidFill>
                      <a:srgbClr val="C00000"/>
                    </a:solidFill>
                    <a:latin typeface="Times New Roman" panose="02020603050405020304" pitchFamily="18" charset="0"/>
                    <a:cs typeface="Times New Roman" pitchFamily="18" charset="0"/>
                  </a:endParaRPr>
                </a:p>
              </p:txBody>
            </p:sp>
            <p:sp>
              <p:nvSpPr>
                <p:cNvPr id="6" name="Freeform: Shape 5">
                  <a:extLst>
                    <a:ext uri="{FF2B5EF4-FFF2-40B4-BE49-F238E27FC236}">
                      <a16:creationId xmlns:a16="http://schemas.microsoft.com/office/drawing/2014/main" id="{175E547C-4DF2-4010-A85D-7C2F6E73C80D}"/>
                    </a:ext>
                  </a:extLst>
                </p:cNvPr>
                <p:cNvSpPr/>
                <p:nvPr/>
              </p:nvSpPr>
              <p:spPr>
                <a:xfrm>
                  <a:off x="4676621" y="2926994"/>
                  <a:ext cx="37550" cy="2394576"/>
                </a:xfrm>
                <a:custGeom>
                  <a:avLst/>
                  <a:gdLst>
                    <a:gd name="connsiteX0" fmla="*/ 0 w 100173"/>
                    <a:gd name="connsiteY0" fmla="*/ 6392581 h 6387957"/>
                    <a:gd name="connsiteX1" fmla="*/ 0 w 100173"/>
                    <a:gd name="connsiteY1" fmla="*/ 0 h 6387957"/>
                    <a:gd name="connsiteX2" fmla="*/ 103255 w 100173"/>
                    <a:gd name="connsiteY2" fmla="*/ 0 h 6387957"/>
                    <a:gd name="connsiteX3" fmla="*/ 103255 w 100173"/>
                    <a:gd name="connsiteY3" fmla="*/ 6392581 h 6387957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</a:cxnLst>
                  <a:rect l="l" t="t" r="r" b="b"/>
                  <a:pathLst>
                    <a:path w="100173" h="6387957">
                      <a:moveTo>
                        <a:pt x="0" y="6392581"/>
                      </a:moveTo>
                      <a:cubicBezTo>
                        <a:pt x="0" y="4261207"/>
                        <a:pt x="0" y="2131374"/>
                        <a:pt x="0" y="0"/>
                      </a:cubicBezTo>
                      <a:cubicBezTo>
                        <a:pt x="34675" y="0"/>
                        <a:pt x="67809" y="0"/>
                        <a:pt x="103255" y="0"/>
                      </a:cubicBezTo>
                      <a:cubicBezTo>
                        <a:pt x="103255" y="2130603"/>
                        <a:pt x="103255" y="4260437"/>
                        <a:pt x="103255" y="6392581"/>
                      </a:cubicBezTo>
                    </a:path>
                  </a:pathLst>
                </a:custGeom>
                <a:grpFill/>
                <a:ln w="7704" cap="flat">
                  <a:noFill/>
                  <a:prstDash val="solid"/>
                  <a:miter/>
                </a:ln>
              </p:spPr>
              <p:txBody>
                <a:bodyPr rtlCol="0" anchor="ctr"/>
                <a:lstStyle/>
                <a:p>
                  <a:endParaRPr lang="en-US" dirty="0">
                    <a:solidFill>
                      <a:srgbClr val="C00000"/>
                    </a:solidFill>
                    <a:latin typeface="Times New Roman" panose="02020603050405020304" pitchFamily="18" charset="0"/>
                    <a:cs typeface="Times New Roman" pitchFamily="18" charset="0"/>
                  </a:endParaRPr>
                </a:p>
              </p:txBody>
            </p:sp>
            <p:sp>
              <p:nvSpPr>
                <p:cNvPr id="7" name="Freeform: Shape 6">
                  <a:extLst>
                    <a:ext uri="{FF2B5EF4-FFF2-40B4-BE49-F238E27FC236}">
                      <a16:creationId xmlns:a16="http://schemas.microsoft.com/office/drawing/2014/main" id="{3F8BF4F1-A2B9-4C23-BC26-20CA699DD57A}"/>
                    </a:ext>
                  </a:extLst>
                </p:cNvPr>
                <p:cNvSpPr/>
                <p:nvPr/>
              </p:nvSpPr>
              <p:spPr>
                <a:xfrm>
                  <a:off x="5706626" y="2927282"/>
                  <a:ext cx="109764" cy="2394576"/>
                </a:xfrm>
                <a:custGeom>
                  <a:avLst/>
                  <a:gdLst>
                    <a:gd name="connsiteX0" fmla="*/ 0 w 292813"/>
                    <a:gd name="connsiteY0" fmla="*/ 6392581 h 6387957"/>
                    <a:gd name="connsiteX1" fmla="*/ 0 w 292813"/>
                    <a:gd name="connsiteY1" fmla="*/ 0 h 6387957"/>
                    <a:gd name="connsiteX2" fmla="*/ 295125 w 292813"/>
                    <a:gd name="connsiteY2" fmla="*/ 0 h 6387957"/>
                    <a:gd name="connsiteX3" fmla="*/ 295125 w 292813"/>
                    <a:gd name="connsiteY3" fmla="*/ 6392581 h 6387957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</a:cxnLst>
                  <a:rect l="l" t="t" r="r" b="b"/>
                  <a:pathLst>
                    <a:path w="292813" h="6387957">
                      <a:moveTo>
                        <a:pt x="0" y="6392581"/>
                      </a:moveTo>
                      <a:cubicBezTo>
                        <a:pt x="0" y="4261978"/>
                        <a:pt x="0" y="2132145"/>
                        <a:pt x="0" y="0"/>
                      </a:cubicBezTo>
                      <a:cubicBezTo>
                        <a:pt x="97091" y="0"/>
                        <a:pt x="194952" y="0"/>
                        <a:pt x="295125" y="0"/>
                      </a:cubicBezTo>
                      <a:cubicBezTo>
                        <a:pt x="295125" y="2130603"/>
                        <a:pt x="295125" y="4259666"/>
                        <a:pt x="295125" y="6392581"/>
                      </a:cubicBezTo>
                    </a:path>
                  </a:pathLst>
                </a:custGeom>
                <a:grpFill/>
                <a:ln w="7704" cap="flat">
                  <a:noFill/>
                  <a:prstDash val="solid"/>
                  <a:miter/>
                </a:ln>
              </p:spPr>
              <p:txBody>
                <a:bodyPr rtlCol="0" anchor="ctr"/>
                <a:lstStyle/>
                <a:p>
                  <a:endParaRPr lang="en-US" dirty="0">
                    <a:solidFill>
                      <a:srgbClr val="C00000"/>
                    </a:solidFill>
                    <a:latin typeface="Times New Roman" panose="02020603050405020304" pitchFamily="18" charset="0"/>
                    <a:cs typeface="Times New Roman" pitchFamily="18" charset="0"/>
                  </a:endParaRPr>
                </a:p>
              </p:txBody>
            </p:sp>
            <p:sp>
              <p:nvSpPr>
                <p:cNvPr id="8" name="Freeform: Shape 7">
                  <a:extLst>
                    <a:ext uri="{FF2B5EF4-FFF2-40B4-BE49-F238E27FC236}">
                      <a16:creationId xmlns:a16="http://schemas.microsoft.com/office/drawing/2014/main" id="{1BB7A337-F067-4346-AD27-97742504B3F6}"/>
                    </a:ext>
                  </a:extLst>
                </p:cNvPr>
                <p:cNvSpPr/>
                <p:nvPr/>
              </p:nvSpPr>
              <p:spPr>
                <a:xfrm>
                  <a:off x="5022376" y="2926994"/>
                  <a:ext cx="75101" cy="2394576"/>
                </a:xfrm>
                <a:custGeom>
                  <a:avLst/>
                  <a:gdLst>
                    <a:gd name="connsiteX0" fmla="*/ 0 w 200346"/>
                    <a:gd name="connsiteY0" fmla="*/ 6392581 h 6387957"/>
                    <a:gd name="connsiteX1" fmla="*/ 0 w 200346"/>
                    <a:gd name="connsiteY1" fmla="*/ 0 h 6387957"/>
                    <a:gd name="connsiteX2" fmla="*/ 201117 w 200346"/>
                    <a:gd name="connsiteY2" fmla="*/ 0 h 6387957"/>
                    <a:gd name="connsiteX3" fmla="*/ 201117 w 200346"/>
                    <a:gd name="connsiteY3" fmla="*/ 6392581 h 6387957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</a:cxnLst>
                  <a:rect l="l" t="t" r="r" b="b"/>
                  <a:pathLst>
                    <a:path w="200346" h="6387957">
                      <a:moveTo>
                        <a:pt x="0" y="6392581"/>
                      </a:moveTo>
                      <a:cubicBezTo>
                        <a:pt x="0" y="4261207"/>
                        <a:pt x="0" y="2132145"/>
                        <a:pt x="0" y="0"/>
                      </a:cubicBezTo>
                      <a:cubicBezTo>
                        <a:pt x="67039" y="0"/>
                        <a:pt x="133307" y="0"/>
                        <a:pt x="201117" y="0"/>
                      </a:cubicBezTo>
                      <a:cubicBezTo>
                        <a:pt x="201117" y="2131374"/>
                        <a:pt x="201117" y="4260437"/>
                        <a:pt x="201117" y="6392581"/>
                      </a:cubicBezTo>
                    </a:path>
                  </a:pathLst>
                </a:custGeom>
                <a:grpFill/>
                <a:ln w="7704" cap="flat">
                  <a:noFill/>
                  <a:prstDash val="solid"/>
                  <a:miter/>
                </a:ln>
              </p:spPr>
              <p:txBody>
                <a:bodyPr rtlCol="0" anchor="ctr"/>
                <a:lstStyle/>
                <a:p>
                  <a:endParaRPr lang="en-US" dirty="0">
                    <a:solidFill>
                      <a:srgbClr val="C00000"/>
                    </a:solidFill>
                    <a:latin typeface="Times New Roman" panose="02020603050405020304" pitchFamily="18" charset="0"/>
                    <a:cs typeface="Times New Roman" pitchFamily="18" charset="0"/>
                  </a:endParaRPr>
                </a:p>
              </p:txBody>
            </p:sp>
            <p:sp>
              <p:nvSpPr>
                <p:cNvPr id="9" name="Freeform: Shape 8">
                  <a:extLst>
                    <a:ext uri="{FF2B5EF4-FFF2-40B4-BE49-F238E27FC236}">
                      <a16:creationId xmlns:a16="http://schemas.microsoft.com/office/drawing/2014/main" id="{8E795506-C19E-4D33-8ECE-0DF520B3AEFE}"/>
                    </a:ext>
                  </a:extLst>
                </p:cNvPr>
                <p:cNvSpPr/>
                <p:nvPr/>
              </p:nvSpPr>
              <p:spPr>
                <a:xfrm>
                  <a:off x="4877829" y="2926994"/>
                  <a:ext cx="72212" cy="2394576"/>
                </a:xfrm>
                <a:custGeom>
                  <a:avLst/>
                  <a:gdLst>
                    <a:gd name="connsiteX0" fmla="*/ 0 w 192640"/>
                    <a:gd name="connsiteY0" fmla="*/ 6392581 h 6387957"/>
                    <a:gd name="connsiteX1" fmla="*/ 0 w 192640"/>
                    <a:gd name="connsiteY1" fmla="*/ 0 h 6387957"/>
                    <a:gd name="connsiteX2" fmla="*/ 198805 w 192640"/>
                    <a:gd name="connsiteY2" fmla="*/ 0 h 6387957"/>
                    <a:gd name="connsiteX3" fmla="*/ 198805 w 192640"/>
                    <a:gd name="connsiteY3" fmla="*/ 6392581 h 6387957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</a:cxnLst>
                  <a:rect l="l" t="t" r="r" b="b"/>
                  <a:pathLst>
                    <a:path w="192640" h="6387957">
                      <a:moveTo>
                        <a:pt x="0" y="6392581"/>
                      </a:moveTo>
                      <a:cubicBezTo>
                        <a:pt x="0" y="4261207"/>
                        <a:pt x="0" y="2131374"/>
                        <a:pt x="0" y="0"/>
                      </a:cubicBezTo>
                      <a:cubicBezTo>
                        <a:pt x="67039" y="0"/>
                        <a:pt x="131766" y="0"/>
                        <a:pt x="198805" y="0"/>
                      </a:cubicBezTo>
                      <a:cubicBezTo>
                        <a:pt x="198805" y="2130603"/>
                        <a:pt x="198805" y="4260437"/>
                        <a:pt x="198805" y="6392581"/>
                      </a:cubicBezTo>
                    </a:path>
                  </a:pathLst>
                </a:custGeom>
                <a:grpFill/>
                <a:ln w="7704" cap="flat">
                  <a:noFill/>
                  <a:prstDash val="solid"/>
                  <a:miter/>
                </a:ln>
              </p:spPr>
              <p:txBody>
                <a:bodyPr rtlCol="0" anchor="ctr"/>
                <a:lstStyle/>
                <a:p>
                  <a:endParaRPr lang="en-US" dirty="0">
                    <a:solidFill>
                      <a:srgbClr val="C00000"/>
                    </a:solidFill>
                    <a:latin typeface="Times New Roman" panose="02020603050405020304" pitchFamily="18" charset="0"/>
                    <a:cs typeface="Times New Roman" pitchFamily="18" charset="0"/>
                  </a:endParaRPr>
                </a:p>
              </p:txBody>
            </p:sp>
            <p:sp>
              <p:nvSpPr>
                <p:cNvPr id="10" name="Freeform: Shape 9">
                  <a:extLst>
                    <a:ext uri="{FF2B5EF4-FFF2-40B4-BE49-F238E27FC236}">
                      <a16:creationId xmlns:a16="http://schemas.microsoft.com/office/drawing/2014/main" id="{3735ADE9-DFBC-40FF-A853-DDEAE403ED0E}"/>
                    </a:ext>
                  </a:extLst>
                </p:cNvPr>
                <p:cNvSpPr/>
                <p:nvPr/>
              </p:nvSpPr>
              <p:spPr>
                <a:xfrm>
                  <a:off x="4559765" y="2926994"/>
                  <a:ext cx="72212" cy="2394576"/>
                </a:xfrm>
                <a:custGeom>
                  <a:avLst/>
                  <a:gdLst>
                    <a:gd name="connsiteX0" fmla="*/ 0 w 192640"/>
                    <a:gd name="connsiteY0" fmla="*/ 6393351 h 6387957"/>
                    <a:gd name="connsiteX1" fmla="*/ 0 w 192640"/>
                    <a:gd name="connsiteY1" fmla="*/ 0 h 6387957"/>
                    <a:gd name="connsiteX2" fmla="*/ 198034 w 192640"/>
                    <a:gd name="connsiteY2" fmla="*/ 0 h 6387957"/>
                    <a:gd name="connsiteX3" fmla="*/ 198034 w 192640"/>
                    <a:gd name="connsiteY3" fmla="*/ 6393351 h 6387957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</a:cxnLst>
                  <a:rect l="l" t="t" r="r" b="b"/>
                  <a:pathLst>
                    <a:path w="192640" h="6387957">
                      <a:moveTo>
                        <a:pt x="0" y="6393351"/>
                      </a:moveTo>
                      <a:cubicBezTo>
                        <a:pt x="0" y="4261207"/>
                        <a:pt x="0" y="2132145"/>
                        <a:pt x="0" y="0"/>
                      </a:cubicBezTo>
                      <a:cubicBezTo>
                        <a:pt x="67039" y="0"/>
                        <a:pt x="131766" y="0"/>
                        <a:pt x="198034" y="0"/>
                      </a:cubicBezTo>
                      <a:cubicBezTo>
                        <a:pt x="198034" y="2132145"/>
                        <a:pt x="198034" y="4261207"/>
                        <a:pt x="198034" y="6393351"/>
                      </a:cubicBezTo>
                    </a:path>
                  </a:pathLst>
                </a:custGeom>
                <a:grpFill/>
                <a:ln w="7704" cap="flat">
                  <a:noFill/>
                  <a:prstDash val="solid"/>
                  <a:miter/>
                </a:ln>
              </p:spPr>
              <p:txBody>
                <a:bodyPr rtlCol="0" anchor="ctr"/>
                <a:lstStyle/>
                <a:p>
                  <a:endParaRPr lang="en-US" dirty="0">
                    <a:solidFill>
                      <a:srgbClr val="C00000"/>
                    </a:solidFill>
                    <a:latin typeface="Times New Roman" panose="02020603050405020304" pitchFamily="18" charset="0"/>
                    <a:cs typeface="Times New Roman" pitchFamily="18" charset="0"/>
                  </a:endParaRPr>
                </a:p>
              </p:txBody>
            </p:sp>
            <p:sp>
              <p:nvSpPr>
                <p:cNvPr id="11" name="Freeform: Shape 10">
                  <a:extLst>
                    <a:ext uri="{FF2B5EF4-FFF2-40B4-BE49-F238E27FC236}">
                      <a16:creationId xmlns:a16="http://schemas.microsoft.com/office/drawing/2014/main" id="{45B816DB-E16D-434D-9DDC-1E4BB22E411A}"/>
                    </a:ext>
                  </a:extLst>
                </p:cNvPr>
                <p:cNvSpPr/>
                <p:nvPr/>
              </p:nvSpPr>
              <p:spPr>
                <a:xfrm>
                  <a:off x="4433987" y="2926705"/>
                  <a:ext cx="37550" cy="2567886"/>
                </a:xfrm>
                <a:custGeom>
                  <a:avLst/>
                  <a:gdLst>
                    <a:gd name="connsiteX0" fmla="*/ 0 w 100173"/>
                    <a:gd name="connsiteY0" fmla="*/ 6854918 h 6850294"/>
                    <a:gd name="connsiteX1" fmla="*/ 0 w 100173"/>
                    <a:gd name="connsiteY1" fmla="*/ 0 h 6850294"/>
                    <a:gd name="connsiteX2" fmla="*/ 103255 w 100173"/>
                    <a:gd name="connsiteY2" fmla="*/ 0 h 6850294"/>
                    <a:gd name="connsiteX3" fmla="*/ 103255 w 100173"/>
                    <a:gd name="connsiteY3" fmla="*/ 6854918 h 6850294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</a:cxnLst>
                  <a:rect l="l" t="t" r="r" b="b"/>
                  <a:pathLst>
                    <a:path w="100173" h="6850294">
                      <a:moveTo>
                        <a:pt x="0" y="6854918"/>
                      </a:moveTo>
                      <a:cubicBezTo>
                        <a:pt x="0" y="4570202"/>
                        <a:pt x="0" y="2286257"/>
                        <a:pt x="0" y="0"/>
                      </a:cubicBezTo>
                      <a:cubicBezTo>
                        <a:pt x="34675" y="0"/>
                        <a:pt x="67809" y="0"/>
                        <a:pt x="103255" y="0"/>
                      </a:cubicBezTo>
                      <a:cubicBezTo>
                        <a:pt x="103255" y="2284716"/>
                        <a:pt x="103255" y="4567891"/>
                        <a:pt x="103255" y="6854918"/>
                      </a:cubicBezTo>
                    </a:path>
                  </a:pathLst>
                </a:custGeom>
                <a:grpFill/>
                <a:ln w="7704" cap="flat">
                  <a:noFill/>
                  <a:prstDash val="solid"/>
                  <a:miter/>
                </a:ln>
              </p:spPr>
              <p:txBody>
                <a:bodyPr rtlCol="0" anchor="ctr"/>
                <a:lstStyle/>
                <a:p>
                  <a:endParaRPr lang="en-US" dirty="0">
                    <a:solidFill>
                      <a:srgbClr val="C00000"/>
                    </a:solidFill>
                    <a:latin typeface="Times New Roman" panose="02020603050405020304" pitchFamily="18" charset="0"/>
                    <a:cs typeface="Times New Roman" pitchFamily="18" charset="0"/>
                  </a:endParaRPr>
                </a:p>
              </p:txBody>
            </p:sp>
            <p:sp>
              <p:nvSpPr>
                <p:cNvPr id="12" name="Freeform: Shape 11">
                  <a:extLst>
                    <a:ext uri="{FF2B5EF4-FFF2-40B4-BE49-F238E27FC236}">
                      <a16:creationId xmlns:a16="http://schemas.microsoft.com/office/drawing/2014/main" id="{D5D6C9B3-F26D-4538-B939-0107B961839D}"/>
                    </a:ext>
                  </a:extLst>
                </p:cNvPr>
                <p:cNvSpPr/>
                <p:nvPr/>
              </p:nvSpPr>
              <p:spPr>
                <a:xfrm>
                  <a:off x="4366684" y="2927282"/>
                  <a:ext cx="37550" cy="2567886"/>
                </a:xfrm>
                <a:custGeom>
                  <a:avLst/>
                  <a:gdLst>
                    <a:gd name="connsiteX0" fmla="*/ 0 w 100173"/>
                    <a:gd name="connsiteY0" fmla="*/ 6854148 h 6850294"/>
                    <a:gd name="connsiteX1" fmla="*/ 0 w 100173"/>
                    <a:gd name="connsiteY1" fmla="*/ 0 h 6850294"/>
                    <a:gd name="connsiteX2" fmla="*/ 103255 w 100173"/>
                    <a:gd name="connsiteY2" fmla="*/ 0 h 6850294"/>
                    <a:gd name="connsiteX3" fmla="*/ 103255 w 100173"/>
                    <a:gd name="connsiteY3" fmla="*/ 6854918 h 6850294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</a:cxnLst>
                  <a:rect l="l" t="t" r="r" b="b"/>
                  <a:pathLst>
                    <a:path w="100173" h="6850294">
                      <a:moveTo>
                        <a:pt x="0" y="6854148"/>
                      </a:moveTo>
                      <a:cubicBezTo>
                        <a:pt x="0" y="4569432"/>
                        <a:pt x="0" y="2286257"/>
                        <a:pt x="0" y="0"/>
                      </a:cubicBezTo>
                      <a:cubicBezTo>
                        <a:pt x="33905" y="0"/>
                        <a:pt x="67809" y="0"/>
                        <a:pt x="103255" y="0"/>
                      </a:cubicBezTo>
                      <a:cubicBezTo>
                        <a:pt x="103255" y="2285486"/>
                        <a:pt x="103255" y="4568661"/>
                        <a:pt x="103255" y="6854918"/>
                      </a:cubicBezTo>
                    </a:path>
                  </a:pathLst>
                </a:custGeom>
                <a:grpFill/>
                <a:ln w="7704" cap="flat">
                  <a:noFill/>
                  <a:prstDash val="solid"/>
                  <a:miter/>
                </a:ln>
              </p:spPr>
              <p:txBody>
                <a:bodyPr rtlCol="0" anchor="ctr"/>
                <a:lstStyle/>
                <a:p>
                  <a:endParaRPr lang="en-US" dirty="0">
                    <a:solidFill>
                      <a:srgbClr val="C00000"/>
                    </a:solidFill>
                    <a:latin typeface="Times New Roman" panose="02020603050405020304" pitchFamily="18" charset="0"/>
                    <a:cs typeface="Times New Roman" pitchFamily="18" charset="0"/>
                  </a:endParaRPr>
                </a:p>
              </p:txBody>
            </p:sp>
            <p:sp>
              <p:nvSpPr>
                <p:cNvPr id="13" name="Freeform: Shape 12">
                  <a:extLst>
                    <a:ext uri="{FF2B5EF4-FFF2-40B4-BE49-F238E27FC236}">
                      <a16:creationId xmlns:a16="http://schemas.microsoft.com/office/drawing/2014/main" id="{EC07D1C9-009A-483F-95D8-AE22DC2CD8D8}"/>
                    </a:ext>
                  </a:extLst>
                </p:cNvPr>
                <p:cNvSpPr/>
                <p:nvPr/>
              </p:nvSpPr>
              <p:spPr>
                <a:xfrm>
                  <a:off x="5957386" y="2926705"/>
                  <a:ext cx="37550" cy="2567886"/>
                </a:xfrm>
                <a:custGeom>
                  <a:avLst/>
                  <a:gdLst>
                    <a:gd name="connsiteX0" fmla="*/ 0 w 100173"/>
                    <a:gd name="connsiteY0" fmla="*/ 6854918 h 6850294"/>
                    <a:gd name="connsiteX1" fmla="*/ 0 w 100173"/>
                    <a:gd name="connsiteY1" fmla="*/ 0 h 6850294"/>
                    <a:gd name="connsiteX2" fmla="*/ 103255 w 100173"/>
                    <a:gd name="connsiteY2" fmla="*/ 0 h 6850294"/>
                    <a:gd name="connsiteX3" fmla="*/ 103255 w 100173"/>
                    <a:gd name="connsiteY3" fmla="*/ 6854918 h 6850294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</a:cxnLst>
                  <a:rect l="l" t="t" r="r" b="b"/>
                  <a:pathLst>
                    <a:path w="100173" h="6850294">
                      <a:moveTo>
                        <a:pt x="0" y="6854918"/>
                      </a:moveTo>
                      <a:cubicBezTo>
                        <a:pt x="0" y="4570202"/>
                        <a:pt x="0" y="2286257"/>
                        <a:pt x="0" y="0"/>
                      </a:cubicBezTo>
                      <a:cubicBezTo>
                        <a:pt x="34675" y="0"/>
                        <a:pt x="67809" y="0"/>
                        <a:pt x="103255" y="0"/>
                      </a:cubicBezTo>
                      <a:cubicBezTo>
                        <a:pt x="103255" y="2283945"/>
                        <a:pt x="103255" y="4567891"/>
                        <a:pt x="103255" y="6854918"/>
                      </a:cubicBezTo>
                    </a:path>
                  </a:pathLst>
                </a:custGeom>
                <a:grpFill/>
                <a:ln w="7704" cap="flat">
                  <a:noFill/>
                  <a:prstDash val="solid"/>
                  <a:miter/>
                </a:ln>
              </p:spPr>
              <p:txBody>
                <a:bodyPr rtlCol="0" anchor="ctr"/>
                <a:lstStyle/>
                <a:p>
                  <a:endParaRPr lang="en-US" dirty="0">
                    <a:solidFill>
                      <a:srgbClr val="C00000"/>
                    </a:solidFill>
                    <a:latin typeface="Times New Roman" panose="02020603050405020304" pitchFamily="18" charset="0"/>
                    <a:cs typeface="Times New Roman" pitchFamily="18" charset="0"/>
                  </a:endParaRPr>
                </a:p>
              </p:txBody>
            </p:sp>
            <p:sp>
              <p:nvSpPr>
                <p:cNvPr id="14" name="Freeform: Shape 13">
                  <a:extLst>
                    <a:ext uri="{FF2B5EF4-FFF2-40B4-BE49-F238E27FC236}">
                      <a16:creationId xmlns:a16="http://schemas.microsoft.com/office/drawing/2014/main" id="{F54B353B-E09D-4957-842E-D8AD4D49A921}"/>
                    </a:ext>
                  </a:extLst>
                </p:cNvPr>
                <p:cNvSpPr/>
                <p:nvPr/>
              </p:nvSpPr>
              <p:spPr>
                <a:xfrm>
                  <a:off x="6024689" y="2926127"/>
                  <a:ext cx="37550" cy="2567886"/>
                </a:xfrm>
                <a:custGeom>
                  <a:avLst/>
                  <a:gdLst>
                    <a:gd name="connsiteX0" fmla="*/ 0 w 100173"/>
                    <a:gd name="connsiteY0" fmla="*/ 6857230 h 6850294"/>
                    <a:gd name="connsiteX1" fmla="*/ 0 w 100173"/>
                    <a:gd name="connsiteY1" fmla="*/ 0 h 6850294"/>
                    <a:gd name="connsiteX2" fmla="*/ 52398 w 100173"/>
                    <a:gd name="connsiteY2" fmla="*/ 0 h 6850294"/>
                    <a:gd name="connsiteX3" fmla="*/ 103255 w 100173"/>
                    <a:gd name="connsiteY3" fmla="*/ 0 h 6850294"/>
                    <a:gd name="connsiteX4" fmla="*/ 103255 w 100173"/>
                    <a:gd name="connsiteY4" fmla="*/ 6857230 h 6850294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  <a:cxn ang="0">
                      <a:pos x="connsiteX4" y="connsiteY4"/>
                    </a:cxn>
                  </a:cxnLst>
                  <a:rect l="l" t="t" r="r" b="b"/>
                  <a:pathLst>
                    <a:path w="100173" h="6850294">
                      <a:moveTo>
                        <a:pt x="0" y="6857230"/>
                      </a:moveTo>
                      <a:cubicBezTo>
                        <a:pt x="0" y="4572514"/>
                        <a:pt x="0" y="2288569"/>
                        <a:pt x="0" y="0"/>
                      </a:cubicBezTo>
                      <a:cubicBezTo>
                        <a:pt x="17723" y="0"/>
                        <a:pt x="34675" y="0"/>
                        <a:pt x="52398" y="0"/>
                      </a:cubicBezTo>
                      <a:cubicBezTo>
                        <a:pt x="68580" y="0"/>
                        <a:pt x="84762" y="0"/>
                        <a:pt x="103255" y="0"/>
                      </a:cubicBezTo>
                      <a:cubicBezTo>
                        <a:pt x="103255" y="2287798"/>
                        <a:pt x="103255" y="4571743"/>
                        <a:pt x="103255" y="6857230"/>
                      </a:cubicBezTo>
                    </a:path>
                  </a:pathLst>
                </a:custGeom>
                <a:grpFill/>
                <a:ln w="7704" cap="flat">
                  <a:noFill/>
                  <a:prstDash val="solid"/>
                  <a:miter/>
                </a:ln>
              </p:spPr>
              <p:txBody>
                <a:bodyPr rtlCol="0" anchor="ctr"/>
                <a:lstStyle/>
                <a:p>
                  <a:endParaRPr lang="en-US" dirty="0">
                    <a:solidFill>
                      <a:srgbClr val="C00000"/>
                    </a:solidFill>
                    <a:latin typeface="Times New Roman" panose="02020603050405020304" pitchFamily="18" charset="0"/>
                    <a:cs typeface="Times New Roman" pitchFamily="18" charset="0"/>
                  </a:endParaRPr>
                </a:p>
              </p:txBody>
            </p:sp>
            <p:sp>
              <p:nvSpPr>
                <p:cNvPr id="15" name="Freeform: Shape 14">
                  <a:extLst>
                    <a:ext uri="{FF2B5EF4-FFF2-40B4-BE49-F238E27FC236}">
                      <a16:creationId xmlns:a16="http://schemas.microsoft.com/office/drawing/2014/main" id="{C60F81BD-F891-48DF-8E0D-BDC05CBC7452}"/>
                    </a:ext>
                  </a:extLst>
                </p:cNvPr>
                <p:cNvSpPr/>
                <p:nvPr/>
              </p:nvSpPr>
              <p:spPr>
                <a:xfrm>
                  <a:off x="5890084" y="2926994"/>
                  <a:ext cx="37550" cy="2394576"/>
                </a:xfrm>
                <a:custGeom>
                  <a:avLst/>
                  <a:gdLst>
                    <a:gd name="connsiteX0" fmla="*/ 0 w 100173"/>
                    <a:gd name="connsiteY0" fmla="*/ 6392581 h 6387957"/>
                    <a:gd name="connsiteX1" fmla="*/ 0 w 100173"/>
                    <a:gd name="connsiteY1" fmla="*/ 0 h 6387957"/>
                    <a:gd name="connsiteX2" fmla="*/ 101714 w 100173"/>
                    <a:gd name="connsiteY2" fmla="*/ 0 h 6387957"/>
                    <a:gd name="connsiteX3" fmla="*/ 101714 w 100173"/>
                    <a:gd name="connsiteY3" fmla="*/ 6392581 h 6387957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</a:cxnLst>
                  <a:rect l="l" t="t" r="r" b="b"/>
                  <a:pathLst>
                    <a:path w="100173" h="6387957">
                      <a:moveTo>
                        <a:pt x="0" y="6392581"/>
                      </a:moveTo>
                      <a:cubicBezTo>
                        <a:pt x="0" y="4262748"/>
                        <a:pt x="0" y="2132145"/>
                        <a:pt x="0" y="0"/>
                      </a:cubicBezTo>
                      <a:cubicBezTo>
                        <a:pt x="33904" y="0"/>
                        <a:pt x="67039" y="0"/>
                        <a:pt x="101714" y="0"/>
                      </a:cubicBezTo>
                      <a:cubicBezTo>
                        <a:pt x="101714" y="2130603"/>
                        <a:pt x="101714" y="4260437"/>
                        <a:pt x="101714" y="6392581"/>
                      </a:cubicBezTo>
                    </a:path>
                  </a:pathLst>
                </a:custGeom>
                <a:grpFill/>
                <a:ln w="7704" cap="flat">
                  <a:noFill/>
                  <a:prstDash val="solid"/>
                  <a:miter/>
                </a:ln>
              </p:spPr>
              <p:txBody>
                <a:bodyPr rtlCol="0" anchor="ctr"/>
                <a:lstStyle/>
                <a:p>
                  <a:endParaRPr lang="en-US" dirty="0">
                    <a:solidFill>
                      <a:srgbClr val="C00000"/>
                    </a:solidFill>
                    <a:latin typeface="Times New Roman" panose="02020603050405020304" pitchFamily="18" charset="0"/>
                    <a:cs typeface="Times New Roman" pitchFamily="18" charset="0"/>
                  </a:endParaRPr>
                </a:p>
              </p:txBody>
            </p:sp>
            <p:sp>
              <p:nvSpPr>
                <p:cNvPr id="16" name="Freeform: Shape 15">
                  <a:extLst>
                    <a:ext uri="{FF2B5EF4-FFF2-40B4-BE49-F238E27FC236}">
                      <a16:creationId xmlns:a16="http://schemas.microsoft.com/office/drawing/2014/main" id="{09F9B5B4-A975-4BC1-A4E4-F4869117A798}"/>
                    </a:ext>
                  </a:extLst>
                </p:cNvPr>
                <p:cNvSpPr/>
                <p:nvPr/>
              </p:nvSpPr>
              <p:spPr>
                <a:xfrm>
                  <a:off x="6091991" y="2926994"/>
                  <a:ext cx="37550" cy="2394576"/>
                </a:xfrm>
                <a:custGeom>
                  <a:avLst/>
                  <a:gdLst>
                    <a:gd name="connsiteX0" fmla="*/ 0 w 100173"/>
                    <a:gd name="connsiteY0" fmla="*/ 6393351 h 6387957"/>
                    <a:gd name="connsiteX1" fmla="*/ 0 w 100173"/>
                    <a:gd name="connsiteY1" fmla="*/ 0 h 6387957"/>
                    <a:gd name="connsiteX2" fmla="*/ 103255 w 100173"/>
                    <a:gd name="connsiteY2" fmla="*/ 0 h 6387957"/>
                    <a:gd name="connsiteX3" fmla="*/ 103255 w 100173"/>
                    <a:gd name="connsiteY3" fmla="*/ 6393351 h 6387957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</a:cxnLst>
                  <a:rect l="l" t="t" r="r" b="b"/>
                  <a:pathLst>
                    <a:path w="100173" h="6387957">
                      <a:moveTo>
                        <a:pt x="0" y="6393351"/>
                      </a:moveTo>
                      <a:cubicBezTo>
                        <a:pt x="0" y="4261978"/>
                        <a:pt x="0" y="2132915"/>
                        <a:pt x="0" y="0"/>
                      </a:cubicBezTo>
                      <a:cubicBezTo>
                        <a:pt x="34675" y="0"/>
                        <a:pt x="67809" y="0"/>
                        <a:pt x="103255" y="0"/>
                      </a:cubicBezTo>
                      <a:cubicBezTo>
                        <a:pt x="103255" y="2131374"/>
                        <a:pt x="103255" y="4261207"/>
                        <a:pt x="103255" y="6393351"/>
                      </a:cubicBezTo>
                    </a:path>
                  </a:pathLst>
                </a:custGeom>
                <a:grpFill/>
                <a:ln w="7704" cap="flat">
                  <a:noFill/>
                  <a:prstDash val="solid"/>
                  <a:miter/>
                </a:ln>
              </p:spPr>
              <p:txBody>
                <a:bodyPr rtlCol="0" anchor="ctr"/>
                <a:lstStyle/>
                <a:p>
                  <a:endParaRPr lang="en-US" dirty="0">
                    <a:solidFill>
                      <a:srgbClr val="C00000"/>
                    </a:solidFill>
                    <a:latin typeface="Times New Roman" panose="02020603050405020304" pitchFamily="18" charset="0"/>
                    <a:cs typeface="Times New Roman" pitchFamily="18" charset="0"/>
                  </a:endParaRPr>
                </a:p>
              </p:txBody>
            </p:sp>
            <p:sp>
              <p:nvSpPr>
                <p:cNvPr id="17" name="Freeform: Shape 16">
                  <a:extLst>
                    <a:ext uri="{FF2B5EF4-FFF2-40B4-BE49-F238E27FC236}">
                      <a16:creationId xmlns:a16="http://schemas.microsoft.com/office/drawing/2014/main" id="{F0F04A50-70C0-4152-B892-712F604BB364}"/>
                    </a:ext>
                  </a:extLst>
                </p:cNvPr>
                <p:cNvSpPr/>
                <p:nvPr/>
              </p:nvSpPr>
              <p:spPr>
                <a:xfrm>
                  <a:off x="7139759" y="2926994"/>
                  <a:ext cx="109764" cy="2394576"/>
                </a:xfrm>
                <a:custGeom>
                  <a:avLst/>
                  <a:gdLst>
                    <a:gd name="connsiteX0" fmla="*/ 0 w 292813"/>
                    <a:gd name="connsiteY0" fmla="*/ 6393351 h 6387957"/>
                    <a:gd name="connsiteX1" fmla="*/ 0 w 292813"/>
                    <a:gd name="connsiteY1" fmla="*/ 0 h 6387957"/>
                    <a:gd name="connsiteX2" fmla="*/ 295125 w 292813"/>
                    <a:gd name="connsiteY2" fmla="*/ 0 h 6387957"/>
                    <a:gd name="connsiteX3" fmla="*/ 295125 w 292813"/>
                    <a:gd name="connsiteY3" fmla="*/ 6393351 h 6387957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</a:cxnLst>
                  <a:rect l="l" t="t" r="r" b="b"/>
                  <a:pathLst>
                    <a:path w="292813" h="6387957">
                      <a:moveTo>
                        <a:pt x="0" y="6393351"/>
                      </a:moveTo>
                      <a:cubicBezTo>
                        <a:pt x="0" y="4261207"/>
                        <a:pt x="0" y="2131374"/>
                        <a:pt x="0" y="0"/>
                      </a:cubicBezTo>
                      <a:cubicBezTo>
                        <a:pt x="99403" y="0"/>
                        <a:pt x="196493" y="0"/>
                        <a:pt x="295125" y="0"/>
                      </a:cubicBezTo>
                      <a:cubicBezTo>
                        <a:pt x="295125" y="2132145"/>
                        <a:pt x="295125" y="4261207"/>
                        <a:pt x="295125" y="6393351"/>
                      </a:cubicBezTo>
                    </a:path>
                  </a:pathLst>
                </a:custGeom>
                <a:grpFill/>
                <a:ln w="7704" cap="flat">
                  <a:noFill/>
                  <a:prstDash val="solid"/>
                  <a:miter/>
                </a:ln>
              </p:spPr>
              <p:txBody>
                <a:bodyPr rtlCol="0" anchor="ctr"/>
                <a:lstStyle/>
                <a:p>
                  <a:endParaRPr lang="en-US" dirty="0">
                    <a:solidFill>
                      <a:srgbClr val="C00000"/>
                    </a:solidFill>
                    <a:latin typeface="Times New Roman" panose="02020603050405020304" pitchFamily="18" charset="0"/>
                    <a:cs typeface="Times New Roman" pitchFamily="18" charset="0"/>
                  </a:endParaRPr>
                </a:p>
              </p:txBody>
            </p:sp>
            <p:sp>
              <p:nvSpPr>
                <p:cNvPr id="18" name="Freeform: Shape 17">
                  <a:extLst>
                    <a:ext uri="{FF2B5EF4-FFF2-40B4-BE49-F238E27FC236}">
                      <a16:creationId xmlns:a16="http://schemas.microsoft.com/office/drawing/2014/main" id="{71D9C88D-AEA2-48F6-AF2B-D383D97E3535}"/>
                    </a:ext>
                  </a:extLst>
                </p:cNvPr>
                <p:cNvSpPr/>
                <p:nvPr/>
              </p:nvSpPr>
              <p:spPr>
                <a:xfrm>
                  <a:off x="7280788" y="2926994"/>
                  <a:ext cx="37550" cy="2394576"/>
                </a:xfrm>
                <a:custGeom>
                  <a:avLst/>
                  <a:gdLst>
                    <a:gd name="connsiteX0" fmla="*/ 0 w 100173"/>
                    <a:gd name="connsiteY0" fmla="*/ 6392581 h 6387957"/>
                    <a:gd name="connsiteX1" fmla="*/ 0 w 100173"/>
                    <a:gd name="connsiteY1" fmla="*/ 0 h 6387957"/>
                    <a:gd name="connsiteX2" fmla="*/ 103255 w 100173"/>
                    <a:gd name="connsiteY2" fmla="*/ 0 h 6387957"/>
                    <a:gd name="connsiteX3" fmla="*/ 103255 w 100173"/>
                    <a:gd name="connsiteY3" fmla="*/ 6392581 h 6387957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</a:cxnLst>
                  <a:rect l="l" t="t" r="r" b="b"/>
                  <a:pathLst>
                    <a:path w="100173" h="6387957">
                      <a:moveTo>
                        <a:pt x="0" y="6392581"/>
                      </a:moveTo>
                      <a:cubicBezTo>
                        <a:pt x="0" y="4261207"/>
                        <a:pt x="0" y="2131374"/>
                        <a:pt x="0" y="0"/>
                      </a:cubicBezTo>
                      <a:cubicBezTo>
                        <a:pt x="34675" y="0"/>
                        <a:pt x="67809" y="0"/>
                        <a:pt x="103255" y="0"/>
                      </a:cubicBezTo>
                      <a:cubicBezTo>
                        <a:pt x="103255" y="2130603"/>
                        <a:pt x="103255" y="4260437"/>
                        <a:pt x="103255" y="6392581"/>
                      </a:cubicBezTo>
                    </a:path>
                  </a:pathLst>
                </a:custGeom>
                <a:grpFill/>
                <a:ln w="7704" cap="flat">
                  <a:noFill/>
                  <a:prstDash val="solid"/>
                  <a:miter/>
                </a:ln>
              </p:spPr>
              <p:txBody>
                <a:bodyPr rtlCol="0" anchor="ctr"/>
                <a:lstStyle/>
                <a:p>
                  <a:endParaRPr lang="en-US" dirty="0">
                    <a:solidFill>
                      <a:srgbClr val="C00000"/>
                    </a:solidFill>
                    <a:latin typeface="Times New Roman" panose="02020603050405020304" pitchFamily="18" charset="0"/>
                    <a:cs typeface="Times New Roman" pitchFamily="18" charset="0"/>
                  </a:endParaRPr>
                </a:p>
              </p:txBody>
            </p:sp>
            <p:sp>
              <p:nvSpPr>
                <p:cNvPr id="19" name="Freeform: Shape 18">
                  <a:extLst>
                    <a:ext uri="{FF2B5EF4-FFF2-40B4-BE49-F238E27FC236}">
                      <a16:creationId xmlns:a16="http://schemas.microsoft.com/office/drawing/2014/main" id="{AB8EEA47-0851-4500-8CE0-169E98978C2E}"/>
                    </a:ext>
                  </a:extLst>
                </p:cNvPr>
                <p:cNvSpPr/>
                <p:nvPr/>
              </p:nvSpPr>
              <p:spPr>
                <a:xfrm>
                  <a:off x="7349773" y="2926994"/>
                  <a:ext cx="109764" cy="2394576"/>
                </a:xfrm>
                <a:custGeom>
                  <a:avLst/>
                  <a:gdLst>
                    <a:gd name="connsiteX0" fmla="*/ 0 w 292813"/>
                    <a:gd name="connsiteY0" fmla="*/ 6393351 h 6387957"/>
                    <a:gd name="connsiteX1" fmla="*/ 0 w 292813"/>
                    <a:gd name="connsiteY1" fmla="*/ 0 h 6387957"/>
                    <a:gd name="connsiteX2" fmla="*/ 295125 w 292813"/>
                    <a:gd name="connsiteY2" fmla="*/ 0 h 6387957"/>
                    <a:gd name="connsiteX3" fmla="*/ 295125 w 292813"/>
                    <a:gd name="connsiteY3" fmla="*/ 6393351 h 6387957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</a:cxnLst>
                  <a:rect l="l" t="t" r="r" b="b"/>
                  <a:pathLst>
                    <a:path w="292813" h="6387957">
                      <a:moveTo>
                        <a:pt x="0" y="6393351"/>
                      </a:moveTo>
                      <a:cubicBezTo>
                        <a:pt x="0" y="4261207"/>
                        <a:pt x="0" y="2132145"/>
                        <a:pt x="0" y="0"/>
                      </a:cubicBezTo>
                      <a:cubicBezTo>
                        <a:pt x="99402" y="0"/>
                        <a:pt x="195722" y="0"/>
                        <a:pt x="295125" y="0"/>
                      </a:cubicBezTo>
                      <a:cubicBezTo>
                        <a:pt x="295125" y="2132145"/>
                        <a:pt x="295125" y="4261207"/>
                        <a:pt x="295125" y="6393351"/>
                      </a:cubicBezTo>
                    </a:path>
                  </a:pathLst>
                </a:custGeom>
                <a:grpFill/>
                <a:ln w="7704" cap="flat">
                  <a:noFill/>
                  <a:prstDash val="solid"/>
                  <a:miter/>
                </a:ln>
              </p:spPr>
              <p:txBody>
                <a:bodyPr rtlCol="0" anchor="ctr"/>
                <a:lstStyle/>
                <a:p>
                  <a:endParaRPr lang="en-US" dirty="0">
                    <a:solidFill>
                      <a:srgbClr val="C00000"/>
                    </a:solidFill>
                    <a:latin typeface="Times New Roman" panose="02020603050405020304" pitchFamily="18" charset="0"/>
                    <a:cs typeface="Times New Roman" pitchFamily="18" charset="0"/>
                  </a:endParaRPr>
                </a:p>
              </p:txBody>
            </p:sp>
            <p:sp>
              <p:nvSpPr>
                <p:cNvPr id="20" name="Freeform: Shape 19">
                  <a:extLst>
                    <a:ext uri="{FF2B5EF4-FFF2-40B4-BE49-F238E27FC236}">
                      <a16:creationId xmlns:a16="http://schemas.microsoft.com/office/drawing/2014/main" id="{99CB024E-C751-4D3B-A1FC-DB08068B1DB8}"/>
                    </a:ext>
                  </a:extLst>
                </p:cNvPr>
                <p:cNvSpPr/>
                <p:nvPr/>
              </p:nvSpPr>
              <p:spPr>
                <a:xfrm>
                  <a:off x="7548511" y="2927282"/>
                  <a:ext cx="41911" cy="2569908"/>
                </a:xfrm>
                <a:custGeom>
                  <a:avLst/>
                  <a:gdLst>
                    <a:gd name="connsiteX0" fmla="*/ 0 w 115584"/>
                    <a:gd name="connsiteY0" fmla="*/ 6753975 h 6850294"/>
                    <a:gd name="connsiteX1" fmla="*/ 13099 w 115584"/>
                    <a:gd name="connsiteY1" fmla="*/ 0 h 6850294"/>
                    <a:gd name="connsiteX2" fmla="*/ 118666 w 115584"/>
                    <a:gd name="connsiteY2" fmla="*/ 0 h 6850294"/>
                    <a:gd name="connsiteX3" fmla="*/ 118666 w 115584"/>
                    <a:gd name="connsiteY3" fmla="*/ 6855688 h 6850294"/>
                    <a:gd name="connsiteX0" fmla="*/ 0 w 111805"/>
                    <a:gd name="connsiteY0" fmla="*/ 6836322 h 6855688"/>
                    <a:gd name="connsiteX1" fmla="*/ 6237 w 111805"/>
                    <a:gd name="connsiteY1" fmla="*/ 0 h 6855688"/>
                    <a:gd name="connsiteX2" fmla="*/ 111804 w 111805"/>
                    <a:gd name="connsiteY2" fmla="*/ 0 h 6855688"/>
                    <a:gd name="connsiteX3" fmla="*/ 111804 w 111805"/>
                    <a:gd name="connsiteY3" fmla="*/ 6855688 h 6855688"/>
                    <a:gd name="connsiteX0" fmla="*/ 0 w 111804"/>
                    <a:gd name="connsiteY0" fmla="*/ 6853478 h 6855688"/>
                    <a:gd name="connsiteX1" fmla="*/ 6237 w 111804"/>
                    <a:gd name="connsiteY1" fmla="*/ 0 h 6855688"/>
                    <a:gd name="connsiteX2" fmla="*/ 111804 w 111804"/>
                    <a:gd name="connsiteY2" fmla="*/ 0 h 6855688"/>
                    <a:gd name="connsiteX3" fmla="*/ 111804 w 111804"/>
                    <a:gd name="connsiteY3" fmla="*/ 6855688 h 6855688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</a:cxnLst>
                  <a:rect l="l" t="t" r="r" b="b"/>
                  <a:pathLst>
                    <a:path w="111804" h="6855688">
                      <a:moveTo>
                        <a:pt x="0" y="6853478"/>
                      </a:moveTo>
                      <a:cubicBezTo>
                        <a:pt x="14640" y="4603437"/>
                        <a:pt x="3155" y="2253123"/>
                        <a:pt x="6237" y="0"/>
                      </a:cubicBezTo>
                      <a:lnTo>
                        <a:pt x="111804" y="0"/>
                      </a:lnTo>
                      <a:lnTo>
                        <a:pt x="111804" y="6855688"/>
                      </a:lnTo>
                    </a:path>
                  </a:pathLst>
                </a:custGeom>
                <a:grpFill/>
                <a:ln w="7704" cap="flat">
                  <a:noFill/>
                  <a:prstDash val="solid"/>
                  <a:miter/>
                </a:ln>
              </p:spPr>
              <p:txBody>
                <a:bodyPr rtlCol="0" anchor="ctr"/>
                <a:lstStyle/>
                <a:p>
                  <a:endParaRPr lang="en-US" dirty="0">
                    <a:solidFill>
                      <a:srgbClr val="C00000"/>
                    </a:solidFill>
                    <a:latin typeface="Times New Roman" panose="02020603050405020304" pitchFamily="18" charset="0"/>
                    <a:cs typeface="Times New Roman" pitchFamily="18" charset="0"/>
                  </a:endParaRPr>
                </a:p>
              </p:txBody>
            </p:sp>
            <p:sp>
              <p:nvSpPr>
                <p:cNvPr id="21" name="Freeform: Shape 20">
                  <a:extLst>
                    <a:ext uri="{FF2B5EF4-FFF2-40B4-BE49-F238E27FC236}">
                      <a16:creationId xmlns:a16="http://schemas.microsoft.com/office/drawing/2014/main" id="{1BDA8D11-4AAC-43CC-B408-A388F56971AF}"/>
                    </a:ext>
                  </a:extLst>
                </p:cNvPr>
                <p:cNvSpPr/>
                <p:nvPr/>
              </p:nvSpPr>
              <p:spPr>
                <a:xfrm>
                  <a:off x="7485249" y="2926994"/>
                  <a:ext cx="37550" cy="2394576"/>
                </a:xfrm>
                <a:custGeom>
                  <a:avLst/>
                  <a:gdLst>
                    <a:gd name="connsiteX0" fmla="*/ 0 w 100173"/>
                    <a:gd name="connsiteY0" fmla="*/ 6392581 h 6387957"/>
                    <a:gd name="connsiteX1" fmla="*/ 0 w 100173"/>
                    <a:gd name="connsiteY1" fmla="*/ 0 h 6387957"/>
                    <a:gd name="connsiteX2" fmla="*/ 103255 w 100173"/>
                    <a:gd name="connsiteY2" fmla="*/ 0 h 6387957"/>
                    <a:gd name="connsiteX3" fmla="*/ 103255 w 100173"/>
                    <a:gd name="connsiteY3" fmla="*/ 6392581 h 6387957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</a:cxnLst>
                  <a:rect l="l" t="t" r="r" b="b"/>
                  <a:pathLst>
                    <a:path w="100173" h="6387957">
                      <a:moveTo>
                        <a:pt x="0" y="6392581"/>
                      </a:moveTo>
                      <a:cubicBezTo>
                        <a:pt x="0" y="4261207"/>
                        <a:pt x="0" y="2131374"/>
                        <a:pt x="0" y="0"/>
                      </a:cubicBezTo>
                      <a:cubicBezTo>
                        <a:pt x="34675" y="0"/>
                        <a:pt x="67809" y="0"/>
                        <a:pt x="103255" y="0"/>
                      </a:cubicBezTo>
                      <a:cubicBezTo>
                        <a:pt x="103255" y="2130603"/>
                        <a:pt x="103255" y="4260437"/>
                        <a:pt x="103255" y="6392581"/>
                      </a:cubicBezTo>
                    </a:path>
                  </a:pathLst>
                </a:custGeom>
                <a:grpFill/>
                <a:ln w="7704" cap="flat">
                  <a:noFill/>
                  <a:prstDash val="solid"/>
                  <a:miter/>
                </a:ln>
              </p:spPr>
              <p:txBody>
                <a:bodyPr rtlCol="0" anchor="ctr"/>
                <a:lstStyle/>
                <a:p>
                  <a:endParaRPr lang="en-US" dirty="0">
                    <a:solidFill>
                      <a:srgbClr val="C00000"/>
                    </a:solidFill>
                    <a:latin typeface="Times New Roman" panose="02020603050405020304" pitchFamily="18" charset="0"/>
                    <a:cs typeface="Times New Roman" pitchFamily="18" charset="0"/>
                  </a:endParaRPr>
                </a:p>
              </p:txBody>
            </p:sp>
            <p:sp>
              <p:nvSpPr>
                <p:cNvPr id="22" name="Freeform: Shape 21">
                  <a:extLst>
                    <a:ext uri="{FF2B5EF4-FFF2-40B4-BE49-F238E27FC236}">
                      <a16:creationId xmlns:a16="http://schemas.microsoft.com/office/drawing/2014/main" id="{3EE00667-7B8F-4892-BF72-8EA3745153E0}"/>
                    </a:ext>
                  </a:extLst>
                </p:cNvPr>
                <p:cNvSpPr/>
                <p:nvPr/>
              </p:nvSpPr>
              <p:spPr>
                <a:xfrm>
                  <a:off x="7616134" y="2926994"/>
                  <a:ext cx="28885" cy="2567886"/>
                </a:xfrm>
                <a:custGeom>
                  <a:avLst/>
                  <a:gdLst>
                    <a:gd name="connsiteX0" fmla="*/ 0 w 77056"/>
                    <a:gd name="connsiteY0" fmla="*/ 6854918 h 6850294"/>
                    <a:gd name="connsiteX1" fmla="*/ 0 w 77056"/>
                    <a:gd name="connsiteY1" fmla="*/ 0 h 6850294"/>
                    <a:gd name="connsiteX2" fmla="*/ 78597 w 77056"/>
                    <a:gd name="connsiteY2" fmla="*/ 0 h 6850294"/>
                    <a:gd name="connsiteX3" fmla="*/ 78597 w 77056"/>
                    <a:gd name="connsiteY3" fmla="*/ 6854918 h 6850294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</a:cxnLst>
                  <a:rect l="l" t="t" r="r" b="b"/>
                  <a:pathLst>
                    <a:path w="77056" h="6850294">
                      <a:moveTo>
                        <a:pt x="0" y="6854918"/>
                      </a:moveTo>
                      <a:cubicBezTo>
                        <a:pt x="0" y="4570202"/>
                        <a:pt x="0" y="2286257"/>
                        <a:pt x="0" y="0"/>
                      </a:cubicBezTo>
                      <a:cubicBezTo>
                        <a:pt x="25428" y="0"/>
                        <a:pt x="50087" y="0"/>
                        <a:pt x="78597" y="0"/>
                      </a:cubicBezTo>
                      <a:cubicBezTo>
                        <a:pt x="78597" y="2283175"/>
                        <a:pt x="78597" y="4566350"/>
                        <a:pt x="78597" y="6854918"/>
                      </a:cubicBezTo>
                    </a:path>
                  </a:pathLst>
                </a:custGeom>
                <a:grpFill/>
                <a:ln w="7704" cap="flat">
                  <a:noFill/>
                  <a:prstDash val="solid"/>
                  <a:miter/>
                </a:ln>
              </p:spPr>
              <p:txBody>
                <a:bodyPr rtlCol="0" anchor="ctr"/>
                <a:lstStyle/>
                <a:p>
                  <a:endParaRPr lang="en-US" dirty="0">
                    <a:solidFill>
                      <a:srgbClr val="C00000"/>
                    </a:solidFill>
                    <a:latin typeface="Times New Roman" panose="02020603050405020304" pitchFamily="18" charset="0"/>
                    <a:cs typeface="Times New Roman" pitchFamily="18" charset="0"/>
                  </a:endParaRPr>
                </a:p>
              </p:txBody>
            </p:sp>
            <p:sp>
              <p:nvSpPr>
                <p:cNvPr id="23" name="Freeform: Shape 22">
                  <a:extLst>
                    <a:ext uri="{FF2B5EF4-FFF2-40B4-BE49-F238E27FC236}">
                      <a16:creationId xmlns:a16="http://schemas.microsoft.com/office/drawing/2014/main" id="{902A81A6-28D8-4522-B490-B37A255B8416}"/>
                    </a:ext>
                  </a:extLst>
                </p:cNvPr>
                <p:cNvSpPr/>
                <p:nvPr/>
              </p:nvSpPr>
              <p:spPr>
                <a:xfrm>
                  <a:off x="6838507" y="2926994"/>
                  <a:ext cx="109764" cy="2394576"/>
                </a:xfrm>
                <a:custGeom>
                  <a:avLst/>
                  <a:gdLst>
                    <a:gd name="connsiteX0" fmla="*/ 0 w 292813"/>
                    <a:gd name="connsiteY0" fmla="*/ 6393351 h 6387957"/>
                    <a:gd name="connsiteX1" fmla="*/ 0 w 292813"/>
                    <a:gd name="connsiteY1" fmla="*/ 0 h 6387957"/>
                    <a:gd name="connsiteX2" fmla="*/ 295125 w 292813"/>
                    <a:gd name="connsiteY2" fmla="*/ 0 h 6387957"/>
                    <a:gd name="connsiteX3" fmla="*/ 295125 w 292813"/>
                    <a:gd name="connsiteY3" fmla="*/ 6393351 h 6387957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</a:cxnLst>
                  <a:rect l="l" t="t" r="r" b="b"/>
                  <a:pathLst>
                    <a:path w="292813" h="6387957">
                      <a:moveTo>
                        <a:pt x="0" y="6393351"/>
                      </a:moveTo>
                      <a:cubicBezTo>
                        <a:pt x="0" y="4261207"/>
                        <a:pt x="0" y="2131374"/>
                        <a:pt x="0" y="0"/>
                      </a:cubicBezTo>
                      <a:cubicBezTo>
                        <a:pt x="99403" y="0"/>
                        <a:pt x="196493" y="0"/>
                        <a:pt x="295125" y="0"/>
                      </a:cubicBezTo>
                      <a:cubicBezTo>
                        <a:pt x="295125" y="2132145"/>
                        <a:pt x="295125" y="4261207"/>
                        <a:pt x="295125" y="6393351"/>
                      </a:cubicBezTo>
                    </a:path>
                  </a:pathLst>
                </a:custGeom>
                <a:grpFill/>
                <a:ln w="7704" cap="flat">
                  <a:noFill/>
                  <a:prstDash val="solid"/>
                  <a:miter/>
                </a:ln>
              </p:spPr>
              <p:txBody>
                <a:bodyPr rtlCol="0" anchor="ctr"/>
                <a:lstStyle/>
                <a:p>
                  <a:endParaRPr lang="en-US" dirty="0">
                    <a:solidFill>
                      <a:srgbClr val="C00000"/>
                    </a:solidFill>
                    <a:latin typeface="Times New Roman" panose="02020603050405020304" pitchFamily="18" charset="0"/>
                    <a:cs typeface="Times New Roman" pitchFamily="18" charset="0"/>
                  </a:endParaRPr>
                </a:p>
              </p:txBody>
            </p:sp>
            <p:sp>
              <p:nvSpPr>
                <p:cNvPr id="24" name="Freeform: Shape 23">
                  <a:extLst>
                    <a:ext uri="{FF2B5EF4-FFF2-40B4-BE49-F238E27FC236}">
                      <a16:creationId xmlns:a16="http://schemas.microsoft.com/office/drawing/2014/main" id="{2A569EB6-2490-40DF-9A4A-639E65D35F5C}"/>
                    </a:ext>
                  </a:extLst>
                </p:cNvPr>
                <p:cNvSpPr/>
                <p:nvPr/>
              </p:nvSpPr>
              <p:spPr>
                <a:xfrm>
                  <a:off x="6980994" y="2927282"/>
                  <a:ext cx="37550" cy="2394576"/>
                </a:xfrm>
                <a:custGeom>
                  <a:avLst/>
                  <a:gdLst>
                    <a:gd name="connsiteX0" fmla="*/ 0 w 100173"/>
                    <a:gd name="connsiteY0" fmla="*/ 6392581 h 6387957"/>
                    <a:gd name="connsiteX1" fmla="*/ 0 w 100173"/>
                    <a:gd name="connsiteY1" fmla="*/ 0 h 6387957"/>
                    <a:gd name="connsiteX2" fmla="*/ 103255 w 100173"/>
                    <a:gd name="connsiteY2" fmla="*/ 0 h 6387957"/>
                    <a:gd name="connsiteX3" fmla="*/ 103255 w 100173"/>
                    <a:gd name="connsiteY3" fmla="*/ 6392581 h 6387957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</a:cxnLst>
                  <a:rect l="l" t="t" r="r" b="b"/>
                  <a:pathLst>
                    <a:path w="100173" h="6387957">
                      <a:moveTo>
                        <a:pt x="0" y="6392581"/>
                      </a:moveTo>
                      <a:cubicBezTo>
                        <a:pt x="0" y="4261978"/>
                        <a:pt x="0" y="2132145"/>
                        <a:pt x="0" y="0"/>
                      </a:cubicBezTo>
                      <a:cubicBezTo>
                        <a:pt x="33904" y="0"/>
                        <a:pt x="67809" y="0"/>
                        <a:pt x="103255" y="0"/>
                      </a:cubicBezTo>
                      <a:cubicBezTo>
                        <a:pt x="103255" y="2130603"/>
                        <a:pt x="103255" y="4258895"/>
                        <a:pt x="103255" y="6392581"/>
                      </a:cubicBezTo>
                    </a:path>
                  </a:pathLst>
                </a:custGeom>
                <a:grpFill/>
                <a:ln w="7704" cap="flat">
                  <a:noFill/>
                  <a:prstDash val="solid"/>
                  <a:miter/>
                </a:ln>
              </p:spPr>
              <p:txBody>
                <a:bodyPr rtlCol="0" anchor="ctr"/>
                <a:lstStyle/>
                <a:p>
                  <a:endParaRPr lang="en-US" dirty="0">
                    <a:solidFill>
                      <a:srgbClr val="C00000"/>
                    </a:solidFill>
                    <a:latin typeface="Times New Roman" panose="02020603050405020304" pitchFamily="18" charset="0"/>
                    <a:cs typeface="Times New Roman" pitchFamily="18" charset="0"/>
                  </a:endParaRPr>
                </a:p>
              </p:txBody>
            </p:sp>
            <p:sp>
              <p:nvSpPr>
                <p:cNvPr id="25" name="Freeform: Shape 24">
                  <a:extLst>
                    <a:ext uri="{FF2B5EF4-FFF2-40B4-BE49-F238E27FC236}">
                      <a16:creationId xmlns:a16="http://schemas.microsoft.com/office/drawing/2014/main" id="{7DC04B7B-FFF7-4CAC-BF2B-7AF98E950FE2}"/>
                    </a:ext>
                  </a:extLst>
                </p:cNvPr>
                <p:cNvSpPr/>
                <p:nvPr/>
              </p:nvSpPr>
              <p:spPr>
                <a:xfrm>
                  <a:off x="7065051" y="2926994"/>
                  <a:ext cx="37550" cy="2394576"/>
                </a:xfrm>
                <a:custGeom>
                  <a:avLst/>
                  <a:gdLst>
                    <a:gd name="connsiteX0" fmla="*/ 0 w 100173"/>
                    <a:gd name="connsiteY0" fmla="*/ 6392581 h 6387957"/>
                    <a:gd name="connsiteX1" fmla="*/ 0 w 100173"/>
                    <a:gd name="connsiteY1" fmla="*/ 0 h 6387957"/>
                    <a:gd name="connsiteX2" fmla="*/ 103255 w 100173"/>
                    <a:gd name="connsiteY2" fmla="*/ 0 h 6387957"/>
                    <a:gd name="connsiteX3" fmla="*/ 103255 w 100173"/>
                    <a:gd name="connsiteY3" fmla="*/ 6392581 h 6387957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</a:cxnLst>
                  <a:rect l="l" t="t" r="r" b="b"/>
                  <a:pathLst>
                    <a:path w="100173" h="6387957">
                      <a:moveTo>
                        <a:pt x="0" y="6392581"/>
                      </a:moveTo>
                      <a:cubicBezTo>
                        <a:pt x="0" y="4261978"/>
                        <a:pt x="0" y="2132145"/>
                        <a:pt x="0" y="0"/>
                      </a:cubicBezTo>
                      <a:cubicBezTo>
                        <a:pt x="33904" y="0"/>
                        <a:pt x="67809" y="0"/>
                        <a:pt x="103255" y="0"/>
                      </a:cubicBezTo>
                      <a:cubicBezTo>
                        <a:pt x="103255" y="2130603"/>
                        <a:pt x="103255" y="4258895"/>
                        <a:pt x="103255" y="6392581"/>
                      </a:cubicBezTo>
                    </a:path>
                  </a:pathLst>
                </a:custGeom>
                <a:grpFill/>
                <a:ln w="7704" cap="flat">
                  <a:noFill/>
                  <a:prstDash val="solid"/>
                  <a:miter/>
                </a:ln>
              </p:spPr>
              <p:txBody>
                <a:bodyPr rtlCol="0" anchor="ctr"/>
                <a:lstStyle/>
                <a:p>
                  <a:endParaRPr lang="en-US" dirty="0">
                    <a:solidFill>
                      <a:srgbClr val="C00000"/>
                    </a:solidFill>
                    <a:latin typeface="Times New Roman" panose="02020603050405020304" pitchFamily="18" charset="0"/>
                    <a:cs typeface="Times New Roman" pitchFamily="18" charset="0"/>
                  </a:endParaRPr>
                </a:p>
              </p:txBody>
            </p:sp>
            <p:sp>
              <p:nvSpPr>
                <p:cNvPr id="26" name="Freeform: Shape 25">
                  <a:extLst>
                    <a:ext uri="{FF2B5EF4-FFF2-40B4-BE49-F238E27FC236}">
                      <a16:creationId xmlns:a16="http://schemas.microsoft.com/office/drawing/2014/main" id="{99FD279C-9B71-46A5-9519-57C2FDE43882}"/>
                    </a:ext>
                  </a:extLst>
                </p:cNvPr>
                <p:cNvSpPr/>
                <p:nvPr/>
              </p:nvSpPr>
              <p:spPr>
                <a:xfrm>
                  <a:off x="6754449" y="2926127"/>
                  <a:ext cx="37550" cy="2394576"/>
                </a:xfrm>
                <a:custGeom>
                  <a:avLst/>
                  <a:gdLst>
                    <a:gd name="connsiteX0" fmla="*/ 0 w 100173"/>
                    <a:gd name="connsiteY0" fmla="*/ 6392581 h 6387957"/>
                    <a:gd name="connsiteX1" fmla="*/ 0 w 100173"/>
                    <a:gd name="connsiteY1" fmla="*/ 0 h 6387957"/>
                    <a:gd name="connsiteX2" fmla="*/ 103255 w 100173"/>
                    <a:gd name="connsiteY2" fmla="*/ 0 h 6387957"/>
                    <a:gd name="connsiteX3" fmla="*/ 103255 w 100173"/>
                    <a:gd name="connsiteY3" fmla="*/ 6392581 h 6387957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</a:cxnLst>
                  <a:rect l="l" t="t" r="r" b="b"/>
                  <a:pathLst>
                    <a:path w="100173" h="6387957">
                      <a:moveTo>
                        <a:pt x="0" y="6392581"/>
                      </a:moveTo>
                      <a:cubicBezTo>
                        <a:pt x="0" y="4261978"/>
                        <a:pt x="0" y="2132145"/>
                        <a:pt x="0" y="0"/>
                      </a:cubicBezTo>
                      <a:cubicBezTo>
                        <a:pt x="33905" y="0"/>
                        <a:pt x="67810" y="0"/>
                        <a:pt x="103255" y="0"/>
                      </a:cubicBezTo>
                      <a:cubicBezTo>
                        <a:pt x="103255" y="2131374"/>
                        <a:pt x="103255" y="4260436"/>
                        <a:pt x="103255" y="6392581"/>
                      </a:cubicBezTo>
                    </a:path>
                  </a:pathLst>
                </a:custGeom>
                <a:grpFill/>
                <a:ln w="7704" cap="flat">
                  <a:noFill/>
                  <a:prstDash val="solid"/>
                  <a:miter/>
                </a:ln>
              </p:spPr>
              <p:txBody>
                <a:bodyPr rtlCol="0" anchor="ctr"/>
                <a:lstStyle/>
                <a:p>
                  <a:endParaRPr lang="en-US" dirty="0">
                    <a:solidFill>
                      <a:srgbClr val="C00000"/>
                    </a:solidFill>
                    <a:latin typeface="Times New Roman" panose="02020603050405020304" pitchFamily="18" charset="0"/>
                    <a:cs typeface="Times New Roman" pitchFamily="18" charset="0"/>
                  </a:endParaRPr>
                </a:p>
              </p:txBody>
            </p:sp>
            <p:sp>
              <p:nvSpPr>
                <p:cNvPr id="27" name="Freeform: Shape 26">
                  <a:extLst>
                    <a:ext uri="{FF2B5EF4-FFF2-40B4-BE49-F238E27FC236}">
                      <a16:creationId xmlns:a16="http://schemas.microsoft.com/office/drawing/2014/main" id="{E77F362F-1E3A-429A-8A7A-092562BB2825}"/>
                    </a:ext>
                  </a:extLst>
                </p:cNvPr>
                <p:cNvSpPr/>
                <p:nvPr/>
              </p:nvSpPr>
              <p:spPr>
                <a:xfrm>
                  <a:off x="6334914" y="2927282"/>
                  <a:ext cx="37550" cy="2394576"/>
                </a:xfrm>
                <a:custGeom>
                  <a:avLst/>
                  <a:gdLst>
                    <a:gd name="connsiteX0" fmla="*/ 0 w 100173"/>
                    <a:gd name="connsiteY0" fmla="*/ 6393351 h 6387957"/>
                    <a:gd name="connsiteX1" fmla="*/ 0 w 100173"/>
                    <a:gd name="connsiteY1" fmla="*/ 0 h 6387957"/>
                    <a:gd name="connsiteX2" fmla="*/ 103255 w 100173"/>
                    <a:gd name="connsiteY2" fmla="*/ 0 h 6387957"/>
                    <a:gd name="connsiteX3" fmla="*/ 103255 w 100173"/>
                    <a:gd name="connsiteY3" fmla="*/ 6393351 h 6387957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</a:cxnLst>
                  <a:rect l="l" t="t" r="r" b="b"/>
                  <a:pathLst>
                    <a:path w="100173" h="6387957">
                      <a:moveTo>
                        <a:pt x="0" y="6393351"/>
                      </a:moveTo>
                      <a:cubicBezTo>
                        <a:pt x="0" y="4262748"/>
                        <a:pt x="0" y="2132915"/>
                        <a:pt x="0" y="0"/>
                      </a:cubicBezTo>
                      <a:cubicBezTo>
                        <a:pt x="33904" y="0"/>
                        <a:pt x="67809" y="0"/>
                        <a:pt x="103255" y="0"/>
                      </a:cubicBezTo>
                      <a:cubicBezTo>
                        <a:pt x="103255" y="2131374"/>
                        <a:pt x="103255" y="4260436"/>
                        <a:pt x="103255" y="6393351"/>
                      </a:cubicBezTo>
                    </a:path>
                  </a:pathLst>
                </a:custGeom>
                <a:grpFill/>
                <a:ln w="7704" cap="flat">
                  <a:noFill/>
                  <a:prstDash val="solid"/>
                  <a:miter/>
                </a:ln>
              </p:spPr>
              <p:txBody>
                <a:bodyPr rtlCol="0" anchor="ctr"/>
                <a:lstStyle/>
                <a:p>
                  <a:endParaRPr lang="en-US" dirty="0">
                    <a:solidFill>
                      <a:srgbClr val="C00000"/>
                    </a:solidFill>
                    <a:latin typeface="Times New Roman" panose="02020603050405020304" pitchFamily="18" charset="0"/>
                    <a:cs typeface="Times New Roman" pitchFamily="18" charset="0"/>
                  </a:endParaRPr>
                </a:p>
              </p:txBody>
            </p:sp>
            <p:sp>
              <p:nvSpPr>
                <p:cNvPr id="28" name="Freeform: Shape 27">
                  <a:extLst>
                    <a:ext uri="{FF2B5EF4-FFF2-40B4-BE49-F238E27FC236}">
                      <a16:creationId xmlns:a16="http://schemas.microsoft.com/office/drawing/2014/main" id="{BA25F615-E11E-4379-BA54-9819ACDC6FD8}"/>
                    </a:ext>
                  </a:extLst>
                </p:cNvPr>
                <p:cNvSpPr/>
                <p:nvPr/>
              </p:nvSpPr>
              <p:spPr>
                <a:xfrm>
                  <a:off x="6159871" y="2926127"/>
                  <a:ext cx="37550" cy="2397464"/>
                </a:xfrm>
                <a:custGeom>
                  <a:avLst/>
                  <a:gdLst>
                    <a:gd name="connsiteX0" fmla="*/ 0 w 100173"/>
                    <a:gd name="connsiteY0" fmla="*/ 6395663 h 6395662"/>
                    <a:gd name="connsiteX1" fmla="*/ 0 w 100173"/>
                    <a:gd name="connsiteY1" fmla="*/ 0 h 6395662"/>
                    <a:gd name="connsiteX2" fmla="*/ 52398 w 100173"/>
                    <a:gd name="connsiteY2" fmla="*/ 0 h 6395662"/>
                    <a:gd name="connsiteX3" fmla="*/ 103255 w 100173"/>
                    <a:gd name="connsiteY3" fmla="*/ 0 h 6395662"/>
                    <a:gd name="connsiteX4" fmla="*/ 103255 w 100173"/>
                    <a:gd name="connsiteY4" fmla="*/ 6395663 h 6395662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  <a:cxn ang="0">
                      <a:pos x="connsiteX4" y="connsiteY4"/>
                    </a:cxn>
                  </a:cxnLst>
                  <a:rect l="l" t="t" r="r" b="b"/>
                  <a:pathLst>
                    <a:path w="100173" h="6395662">
                      <a:moveTo>
                        <a:pt x="0" y="6395663"/>
                      </a:moveTo>
                      <a:cubicBezTo>
                        <a:pt x="0" y="4265060"/>
                        <a:pt x="0" y="2135227"/>
                        <a:pt x="0" y="0"/>
                      </a:cubicBezTo>
                      <a:cubicBezTo>
                        <a:pt x="17723" y="0"/>
                        <a:pt x="34675" y="0"/>
                        <a:pt x="52398" y="0"/>
                      </a:cubicBezTo>
                      <a:cubicBezTo>
                        <a:pt x="68580" y="0"/>
                        <a:pt x="84762" y="0"/>
                        <a:pt x="103255" y="0"/>
                      </a:cubicBezTo>
                      <a:cubicBezTo>
                        <a:pt x="103255" y="2132915"/>
                        <a:pt x="103255" y="4261977"/>
                        <a:pt x="103255" y="6395663"/>
                      </a:cubicBezTo>
                    </a:path>
                  </a:pathLst>
                </a:custGeom>
                <a:grpFill/>
                <a:ln w="7704" cap="flat">
                  <a:noFill/>
                  <a:prstDash val="solid"/>
                  <a:miter/>
                </a:ln>
              </p:spPr>
              <p:txBody>
                <a:bodyPr rtlCol="0" anchor="ctr"/>
                <a:lstStyle/>
                <a:p>
                  <a:endParaRPr lang="en-US" dirty="0">
                    <a:solidFill>
                      <a:srgbClr val="C00000"/>
                    </a:solidFill>
                    <a:latin typeface="Times New Roman" panose="02020603050405020304" pitchFamily="18" charset="0"/>
                    <a:cs typeface="Times New Roman" pitchFamily="18" charset="0"/>
                  </a:endParaRPr>
                </a:p>
              </p:txBody>
            </p:sp>
            <p:sp>
              <p:nvSpPr>
                <p:cNvPr id="29" name="Freeform: Shape 28">
                  <a:extLst>
                    <a:ext uri="{FF2B5EF4-FFF2-40B4-BE49-F238E27FC236}">
                      <a16:creationId xmlns:a16="http://schemas.microsoft.com/office/drawing/2014/main" id="{43767ECE-21FE-4B4C-89B1-0E19BEADDA56}"/>
                    </a:ext>
                  </a:extLst>
                </p:cNvPr>
                <p:cNvSpPr/>
                <p:nvPr/>
              </p:nvSpPr>
              <p:spPr>
                <a:xfrm>
                  <a:off x="6231712" y="2926127"/>
                  <a:ext cx="72212" cy="2394576"/>
                </a:xfrm>
                <a:custGeom>
                  <a:avLst/>
                  <a:gdLst>
                    <a:gd name="connsiteX0" fmla="*/ 0 w 192640"/>
                    <a:gd name="connsiteY0" fmla="*/ 6392581 h 6387957"/>
                    <a:gd name="connsiteX1" fmla="*/ 0 w 192640"/>
                    <a:gd name="connsiteY1" fmla="*/ 0 h 6387957"/>
                    <a:gd name="connsiteX2" fmla="*/ 198805 w 192640"/>
                    <a:gd name="connsiteY2" fmla="*/ 0 h 6387957"/>
                    <a:gd name="connsiteX3" fmla="*/ 198805 w 192640"/>
                    <a:gd name="connsiteY3" fmla="*/ 6392581 h 6387957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</a:cxnLst>
                  <a:rect l="l" t="t" r="r" b="b"/>
                  <a:pathLst>
                    <a:path w="192640" h="6387957">
                      <a:moveTo>
                        <a:pt x="0" y="6392581"/>
                      </a:moveTo>
                      <a:cubicBezTo>
                        <a:pt x="0" y="4261207"/>
                        <a:pt x="0" y="2132145"/>
                        <a:pt x="0" y="0"/>
                      </a:cubicBezTo>
                      <a:cubicBezTo>
                        <a:pt x="66268" y="0"/>
                        <a:pt x="131766" y="0"/>
                        <a:pt x="198805" y="0"/>
                      </a:cubicBezTo>
                      <a:cubicBezTo>
                        <a:pt x="198805" y="2131374"/>
                        <a:pt x="198805" y="4261207"/>
                        <a:pt x="198805" y="6392581"/>
                      </a:cubicBezTo>
                    </a:path>
                  </a:pathLst>
                </a:custGeom>
                <a:grpFill/>
                <a:ln w="7704" cap="flat">
                  <a:noFill/>
                  <a:prstDash val="solid"/>
                  <a:miter/>
                </a:ln>
              </p:spPr>
              <p:txBody>
                <a:bodyPr rtlCol="0" anchor="ctr"/>
                <a:lstStyle/>
                <a:p>
                  <a:endParaRPr lang="en-US" dirty="0">
                    <a:solidFill>
                      <a:srgbClr val="C00000"/>
                    </a:solidFill>
                    <a:latin typeface="Times New Roman" panose="02020603050405020304" pitchFamily="18" charset="0"/>
                    <a:cs typeface="Times New Roman" pitchFamily="18" charset="0"/>
                  </a:endParaRPr>
                </a:p>
              </p:txBody>
            </p:sp>
            <p:sp>
              <p:nvSpPr>
                <p:cNvPr id="30" name="Freeform: Shape 29">
                  <a:extLst>
                    <a:ext uri="{FF2B5EF4-FFF2-40B4-BE49-F238E27FC236}">
                      <a16:creationId xmlns:a16="http://schemas.microsoft.com/office/drawing/2014/main" id="{E117A468-C0B3-46FD-8EC1-6AE134264BA0}"/>
                    </a:ext>
                  </a:extLst>
                </p:cNvPr>
                <p:cNvSpPr/>
                <p:nvPr/>
              </p:nvSpPr>
              <p:spPr>
                <a:xfrm>
                  <a:off x="6598401" y="2927282"/>
                  <a:ext cx="37550" cy="2394576"/>
                </a:xfrm>
                <a:custGeom>
                  <a:avLst/>
                  <a:gdLst>
                    <a:gd name="connsiteX0" fmla="*/ 0 w 100173"/>
                    <a:gd name="connsiteY0" fmla="*/ 6392581 h 6387957"/>
                    <a:gd name="connsiteX1" fmla="*/ 0 w 100173"/>
                    <a:gd name="connsiteY1" fmla="*/ 0 h 6387957"/>
                    <a:gd name="connsiteX2" fmla="*/ 103255 w 100173"/>
                    <a:gd name="connsiteY2" fmla="*/ 0 h 6387957"/>
                    <a:gd name="connsiteX3" fmla="*/ 103255 w 100173"/>
                    <a:gd name="connsiteY3" fmla="*/ 6392581 h 6387957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</a:cxnLst>
                  <a:rect l="l" t="t" r="r" b="b"/>
                  <a:pathLst>
                    <a:path w="100173" h="6387957">
                      <a:moveTo>
                        <a:pt x="0" y="6392581"/>
                      </a:moveTo>
                      <a:cubicBezTo>
                        <a:pt x="0" y="4261207"/>
                        <a:pt x="0" y="2131374"/>
                        <a:pt x="0" y="0"/>
                      </a:cubicBezTo>
                      <a:cubicBezTo>
                        <a:pt x="34675" y="0"/>
                        <a:pt x="67809" y="0"/>
                        <a:pt x="103255" y="0"/>
                      </a:cubicBezTo>
                      <a:cubicBezTo>
                        <a:pt x="103255" y="2130603"/>
                        <a:pt x="103255" y="4260437"/>
                        <a:pt x="103255" y="6392581"/>
                      </a:cubicBezTo>
                    </a:path>
                  </a:pathLst>
                </a:custGeom>
                <a:grpFill/>
                <a:ln w="7704" cap="flat">
                  <a:noFill/>
                  <a:prstDash val="solid"/>
                  <a:miter/>
                </a:ln>
              </p:spPr>
              <p:txBody>
                <a:bodyPr rtlCol="0" anchor="ctr"/>
                <a:lstStyle/>
                <a:p>
                  <a:endParaRPr lang="en-US" dirty="0">
                    <a:solidFill>
                      <a:srgbClr val="C00000"/>
                    </a:solidFill>
                    <a:latin typeface="Times New Roman" panose="02020603050405020304" pitchFamily="18" charset="0"/>
                    <a:cs typeface="Times New Roman" pitchFamily="18" charset="0"/>
                  </a:endParaRPr>
                </a:p>
              </p:txBody>
            </p:sp>
            <p:sp>
              <p:nvSpPr>
                <p:cNvPr id="31" name="Freeform: Shape 30">
                  <a:extLst>
                    <a:ext uri="{FF2B5EF4-FFF2-40B4-BE49-F238E27FC236}">
                      <a16:creationId xmlns:a16="http://schemas.microsoft.com/office/drawing/2014/main" id="{939B7FCC-CDDF-4A11-A2F1-C8F70FF2EEB4}"/>
                    </a:ext>
                  </a:extLst>
                </p:cNvPr>
                <p:cNvSpPr/>
                <p:nvPr/>
              </p:nvSpPr>
              <p:spPr>
                <a:xfrm>
                  <a:off x="6680669" y="2927282"/>
                  <a:ext cx="37550" cy="2394576"/>
                </a:xfrm>
                <a:custGeom>
                  <a:avLst/>
                  <a:gdLst>
                    <a:gd name="connsiteX0" fmla="*/ 0 w 100173"/>
                    <a:gd name="connsiteY0" fmla="*/ 6392581 h 6387957"/>
                    <a:gd name="connsiteX1" fmla="*/ 0 w 100173"/>
                    <a:gd name="connsiteY1" fmla="*/ 0 h 6387957"/>
                    <a:gd name="connsiteX2" fmla="*/ 103255 w 100173"/>
                    <a:gd name="connsiteY2" fmla="*/ 0 h 6387957"/>
                    <a:gd name="connsiteX3" fmla="*/ 103255 w 100173"/>
                    <a:gd name="connsiteY3" fmla="*/ 6392581 h 6387957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</a:cxnLst>
                  <a:rect l="l" t="t" r="r" b="b"/>
                  <a:pathLst>
                    <a:path w="100173" h="6387957">
                      <a:moveTo>
                        <a:pt x="0" y="6392581"/>
                      </a:moveTo>
                      <a:cubicBezTo>
                        <a:pt x="0" y="4261978"/>
                        <a:pt x="0" y="2132145"/>
                        <a:pt x="0" y="0"/>
                      </a:cubicBezTo>
                      <a:cubicBezTo>
                        <a:pt x="33905" y="0"/>
                        <a:pt x="67810" y="0"/>
                        <a:pt x="103255" y="0"/>
                      </a:cubicBezTo>
                      <a:cubicBezTo>
                        <a:pt x="103255" y="2131374"/>
                        <a:pt x="103255" y="4260436"/>
                        <a:pt x="103255" y="6392581"/>
                      </a:cubicBezTo>
                    </a:path>
                  </a:pathLst>
                </a:custGeom>
                <a:grpFill/>
                <a:ln w="7704" cap="flat">
                  <a:noFill/>
                  <a:prstDash val="solid"/>
                  <a:miter/>
                </a:ln>
              </p:spPr>
              <p:txBody>
                <a:bodyPr rtlCol="0" anchor="ctr"/>
                <a:lstStyle/>
                <a:p>
                  <a:endParaRPr lang="en-US" dirty="0">
                    <a:solidFill>
                      <a:srgbClr val="C00000"/>
                    </a:solidFill>
                    <a:latin typeface="Times New Roman" panose="02020603050405020304" pitchFamily="18" charset="0"/>
                    <a:cs typeface="Times New Roman" pitchFamily="18" charset="0"/>
                  </a:endParaRPr>
                </a:p>
              </p:txBody>
            </p:sp>
            <p:sp>
              <p:nvSpPr>
                <p:cNvPr id="32" name="Freeform: Shape 31">
                  <a:extLst>
                    <a:ext uri="{FF2B5EF4-FFF2-40B4-BE49-F238E27FC236}">
                      <a16:creationId xmlns:a16="http://schemas.microsoft.com/office/drawing/2014/main" id="{79A45683-A3FC-4243-9523-B723BBD003A1}"/>
                    </a:ext>
                  </a:extLst>
                </p:cNvPr>
                <p:cNvSpPr/>
                <p:nvPr/>
              </p:nvSpPr>
              <p:spPr>
                <a:xfrm>
                  <a:off x="6516134" y="2927282"/>
                  <a:ext cx="37550" cy="2394576"/>
                </a:xfrm>
                <a:custGeom>
                  <a:avLst/>
                  <a:gdLst>
                    <a:gd name="connsiteX0" fmla="*/ 0 w 100173"/>
                    <a:gd name="connsiteY0" fmla="*/ 6391811 h 6387957"/>
                    <a:gd name="connsiteX1" fmla="*/ 0 w 100173"/>
                    <a:gd name="connsiteY1" fmla="*/ 0 h 6387957"/>
                    <a:gd name="connsiteX2" fmla="*/ 103255 w 100173"/>
                    <a:gd name="connsiteY2" fmla="*/ 0 h 6387957"/>
                    <a:gd name="connsiteX3" fmla="*/ 103255 w 100173"/>
                    <a:gd name="connsiteY3" fmla="*/ 6391811 h 6387957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</a:cxnLst>
                  <a:rect l="l" t="t" r="r" b="b"/>
                  <a:pathLst>
                    <a:path w="100173" h="6387957">
                      <a:moveTo>
                        <a:pt x="0" y="6391811"/>
                      </a:moveTo>
                      <a:cubicBezTo>
                        <a:pt x="0" y="4261978"/>
                        <a:pt x="0" y="2132145"/>
                        <a:pt x="0" y="0"/>
                      </a:cubicBezTo>
                      <a:cubicBezTo>
                        <a:pt x="33134" y="0"/>
                        <a:pt x="67039" y="0"/>
                        <a:pt x="103255" y="0"/>
                      </a:cubicBezTo>
                      <a:cubicBezTo>
                        <a:pt x="103255" y="2130603"/>
                        <a:pt x="103255" y="4260436"/>
                        <a:pt x="103255" y="6391811"/>
                      </a:cubicBezTo>
                    </a:path>
                  </a:pathLst>
                </a:custGeom>
                <a:grpFill/>
                <a:ln w="7704" cap="flat">
                  <a:noFill/>
                  <a:prstDash val="solid"/>
                  <a:miter/>
                </a:ln>
              </p:spPr>
              <p:txBody>
                <a:bodyPr rtlCol="0" anchor="ctr"/>
                <a:lstStyle/>
                <a:p>
                  <a:endParaRPr lang="en-US" dirty="0">
                    <a:solidFill>
                      <a:srgbClr val="C00000"/>
                    </a:solidFill>
                    <a:latin typeface="Times New Roman" panose="02020603050405020304" pitchFamily="18" charset="0"/>
                    <a:cs typeface="Times New Roman" pitchFamily="18" charset="0"/>
                  </a:endParaRPr>
                </a:p>
              </p:txBody>
            </p:sp>
            <p:sp>
              <p:nvSpPr>
                <p:cNvPr id="33" name="Freeform: Shape 32">
                  <a:extLst>
                    <a:ext uri="{FF2B5EF4-FFF2-40B4-BE49-F238E27FC236}">
                      <a16:creationId xmlns:a16="http://schemas.microsoft.com/office/drawing/2014/main" id="{B40B3F0D-8DF8-4702-99BD-23B1475CD452}"/>
                    </a:ext>
                  </a:extLst>
                </p:cNvPr>
                <p:cNvSpPr/>
                <p:nvPr/>
              </p:nvSpPr>
              <p:spPr>
                <a:xfrm>
                  <a:off x="6399205" y="2927282"/>
                  <a:ext cx="72212" cy="2394576"/>
                </a:xfrm>
                <a:custGeom>
                  <a:avLst/>
                  <a:gdLst>
                    <a:gd name="connsiteX0" fmla="*/ 0 w 192640"/>
                    <a:gd name="connsiteY0" fmla="*/ 6392581 h 6387957"/>
                    <a:gd name="connsiteX1" fmla="*/ 0 w 192640"/>
                    <a:gd name="connsiteY1" fmla="*/ 0 h 6387957"/>
                    <a:gd name="connsiteX2" fmla="*/ 198805 w 192640"/>
                    <a:gd name="connsiteY2" fmla="*/ 0 h 6387957"/>
                    <a:gd name="connsiteX3" fmla="*/ 198805 w 192640"/>
                    <a:gd name="connsiteY3" fmla="*/ 6392581 h 6387957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</a:cxnLst>
                  <a:rect l="l" t="t" r="r" b="b"/>
                  <a:pathLst>
                    <a:path w="192640" h="6387957">
                      <a:moveTo>
                        <a:pt x="0" y="6392581"/>
                      </a:moveTo>
                      <a:cubicBezTo>
                        <a:pt x="0" y="4261207"/>
                        <a:pt x="0" y="2132145"/>
                        <a:pt x="0" y="0"/>
                      </a:cubicBezTo>
                      <a:cubicBezTo>
                        <a:pt x="66268" y="0"/>
                        <a:pt x="131766" y="0"/>
                        <a:pt x="198805" y="0"/>
                      </a:cubicBezTo>
                      <a:cubicBezTo>
                        <a:pt x="198805" y="2131374"/>
                        <a:pt x="198805" y="4261207"/>
                        <a:pt x="198805" y="6392581"/>
                      </a:cubicBezTo>
                    </a:path>
                  </a:pathLst>
                </a:custGeom>
                <a:grpFill/>
                <a:ln w="7704" cap="flat">
                  <a:noFill/>
                  <a:prstDash val="solid"/>
                  <a:miter/>
                </a:ln>
              </p:spPr>
              <p:txBody>
                <a:bodyPr rtlCol="0" anchor="ctr"/>
                <a:lstStyle/>
                <a:p>
                  <a:endParaRPr lang="en-US" dirty="0">
                    <a:solidFill>
                      <a:srgbClr val="C00000"/>
                    </a:solidFill>
                    <a:latin typeface="Times New Roman" panose="02020603050405020304" pitchFamily="18" charset="0"/>
                    <a:cs typeface="Times New Roman" pitchFamily="18" charset="0"/>
                  </a:endParaRPr>
                </a:p>
              </p:txBody>
            </p:sp>
            <p:sp>
              <p:nvSpPr>
                <p:cNvPr id="34" name="Freeform: Shape 33">
                  <a:extLst>
                    <a:ext uri="{FF2B5EF4-FFF2-40B4-BE49-F238E27FC236}">
                      <a16:creationId xmlns:a16="http://schemas.microsoft.com/office/drawing/2014/main" id="{0B972A39-D5F1-4DBE-B2F6-AA9010526F16}"/>
                    </a:ext>
                  </a:extLst>
                </p:cNvPr>
                <p:cNvSpPr/>
                <p:nvPr/>
              </p:nvSpPr>
              <p:spPr>
                <a:xfrm>
                  <a:off x="5237391" y="2926127"/>
                  <a:ext cx="144425" cy="2394576"/>
                </a:xfrm>
                <a:custGeom>
                  <a:avLst/>
                  <a:gdLst>
                    <a:gd name="connsiteX0" fmla="*/ 0 w 385280"/>
                    <a:gd name="connsiteY0" fmla="*/ 6393351 h 6387957"/>
                    <a:gd name="connsiteX1" fmla="*/ 0 w 385280"/>
                    <a:gd name="connsiteY1" fmla="*/ 0 h 6387957"/>
                    <a:gd name="connsiteX2" fmla="*/ 387593 w 385280"/>
                    <a:gd name="connsiteY2" fmla="*/ 0 h 6387957"/>
                    <a:gd name="connsiteX3" fmla="*/ 387593 w 385280"/>
                    <a:gd name="connsiteY3" fmla="*/ 6393351 h 6387957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</a:cxnLst>
                  <a:rect l="l" t="t" r="r" b="b"/>
                  <a:pathLst>
                    <a:path w="385280" h="6387957">
                      <a:moveTo>
                        <a:pt x="0" y="6393351"/>
                      </a:moveTo>
                      <a:cubicBezTo>
                        <a:pt x="0" y="4262748"/>
                        <a:pt x="0" y="2132145"/>
                        <a:pt x="0" y="0"/>
                      </a:cubicBezTo>
                      <a:cubicBezTo>
                        <a:pt x="128684" y="0"/>
                        <a:pt x="256597" y="0"/>
                        <a:pt x="387593" y="0"/>
                      </a:cubicBezTo>
                      <a:cubicBezTo>
                        <a:pt x="387593" y="2130603"/>
                        <a:pt x="387593" y="4261207"/>
                        <a:pt x="387593" y="6393351"/>
                      </a:cubicBezTo>
                    </a:path>
                  </a:pathLst>
                </a:custGeom>
                <a:grpFill/>
                <a:ln w="7704" cap="flat">
                  <a:noFill/>
                  <a:prstDash val="solid"/>
                  <a:miter/>
                </a:ln>
              </p:spPr>
              <p:txBody>
                <a:bodyPr rtlCol="0" anchor="ctr"/>
                <a:lstStyle/>
                <a:p>
                  <a:endParaRPr lang="en-US" dirty="0">
                    <a:solidFill>
                      <a:srgbClr val="C00000"/>
                    </a:solidFill>
                    <a:latin typeface="Times New Roman" panose="02020603050405020304" pitchFamily="18" charset="0"/>
                    <a:cs typeface="Times New Roman" pitchFamily="18" charset="0"/>
                  </a:endParaRPr>
                </a:p>
              </p:txBody>
            </p:sp>
            <p:sp>
              <p:nvSpPr>
                <p:cNvPr id="35" name="Freeform: Shape 34">
                  <a:extLst>
                    <a:ext uri="{FF2B5EF4-FFF2-40B4-BE49-F238E27FC236}">
                      <a16:creationId xmlns:a16="http://schemas.microsoft.com/office/drawing/2014/main" id="{C6F21A28-C5C3-423E-816C-EFF154B420AF}"/>
                    </a:ext>
                  </a:extLst>
                </p:cNvPr>
                <p:cNvSpPr/>
                <p:nvPr/>
              </p:nvSpPr>
              <p:spPr>
                <a:xfrm>
                  <a:off x="5123269" y="2926994"/>
                  <a:ext cx="72212" cy="2394576"/>
                </a:xfrm>
                <a:custGeom>
                  <a:avLst/>
                  <a:gdLst>
                    <a:gd name="connsiteX0" fmla="*/ 0 w 192640"/>
                    <a:gd name="connsiteY0" fmla="*/ 6392581 h 6387957"/>
                    <a:gd name="connsiteX1" fmla="*/ 0 w 192640"/>
                    <a:gd name="connsiteY1" fmla="*/ 0 h 6387957"/>
                    <a:gd name="connsiteX2" fmla="*/ 198805 w 192640"/>
                    <a:gd name="connsiteY2" fmla="*/ 0 h 6387957"/>
                    <a:gd name="connsiteX3" fmla="*/ 198805 w 192640"/>
                    <a:gd name="connsiteY3" fmla="*/ 6392581 h 6387957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</a:cxnLst>
                  <a:rect l="l" t="t" r="r" b="b"/>
                  <a:pathLst>
                    <a:path w="192640" h="6387957">
                      <a:moveTo>
                        <a:pt x="0" y="6392581"/>
                      </a:moveTo>
                      <a:cubicBezTo>
                        <a:pt x="0" y="4261207"/>
                        <a:pt x="0" y="2132145"/>
                        <a:pt x="0" y="0"/>
                      </a:cubicBezTo>
                      <a:cubicBezTo>
                        <a:pt x="67039" y="0"/>
                        <a:pt x="131766" y="0"/>
                        <a:pt x="198805" y="0"/>
                      </a:cubicBezTo>
                      <a:cubicBezTo>
                        <a:pt x="198805" y="2130603"/>
                        <a:pt x="198805" y="4259666"/>
                        <a:pt x="198805" y="6392581"/>
                      </a:cubicBezTo>
                    </a:path>
                  </a:pathLst>
                </a:custGeom>
                <a:grpFill/>
                <a:ln w="7704" cap="flat">
                  <a:noFill/>
                  <a:prstDash val="solid"/>
                  <a:miter/>
                </a:ln>
              </p:spPr>
              <p:txBody>
                <a:bodyPr rtlCol="0" anchor="ctr"/>
                <a:lstStyle/>
                <a:p>
                  <a:endParaRPr lang="en-US" dirty="0">
                    <a:solidFill>
                      <a:srgbClr val="C00000"/>
                    </a:solidFill>
                    <a:latin typeface="Times New Roman" panose="02020603050405020304" pitchFamily="18" charset="0"/>
                    <a:cs typeface="Times New Roman" pitchFamily="18" charset="0"/>
                  </a:endParaRPr>
                </a:p>
              </p:txBody>
            </p:sp>
            <p:sp>
              <p:nvSpPr>
                <p:cNvPr id="36" name="Freeform: Shape 35">
                  <a:extLst>
                    <a:ext uri="{FF2B5EF4-FFF2-40B4-BE49-F238E27FC236}">
                      <a16:creationId xmlns:a16="http://schemas.microsoft.com/office/drawing/2014/main" id="{CD2D5180-3504-4AF5-A04B-07F487071B22}"/>
                    </a:ext>
                  </a:extLst>
                </p:cNvPr>
                <p:cNvSpPr/>
                <p:nvPr/>
              </p:nvSpPr>
              <p:spPr>
                <a:xfrm>
                  <a:off x="5611343" y="2927282"/>
                  <a:ext cx="72212" cy="2394576"/>
                </a:xfrm>
                <a:custGeom>
                  <a:avLst/>
                  <a:gdLst>
                    <a:gd name="connsiteX0" fmla="*/ 0 w 192640"/>
                    <a:gd name="connsiteY0" fmla="*/ 6392581 h 6387957"/>
                    <a:gd name="connsiteX1" fmla="*/ 0 w 192640"/>
                    <a:gd name="connsiteY1" fmla="*/ 0 h 6387957"/>
                    <a:gd name="connsiteX2" fmla="*/ 198805 w 192640"/>
                    <a:gd name="connsiteY2" fmla="*/ 0 h 6387957"/>
                    <a:gd name="connsiteX3" fmla="*/ 198805 w 192640"/>
                    <a:gd name="connsiteY3" fmla="*/ 6392581 h 6387957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</a:cxnLst>
                  <a:rect l="l" t="t" r="r" b="b"/>
                  <a:pathLst>
                    <a:path w="192640" h="6387957">
                      <a:moveTo>
                        <a:pt x="0" y="6392581"/>
                      </a:moveTo>
                      <a:cubicBezTo>
                        <a:pt x="0" y="4261207"/>
                        <a:pt x="0" y="2132145"/>
                        <a:pt x="0" y="0"/>
                      </a:cubicBezTo>
                      <a:cubicBezTo>
                        <a:pt x="66268" y="0"/>
                        <a:pt x="131766" y="0"/>
                        <a:pt x="198805" y="0"/>
                      </a:cubicBezTo>
                      <a:cubicBezTo>
                        <a:pt x="198805" y="2131374"/>
                        <a:pt x="198805" y="4261207"/>
                        <a:pt x="198805" y="6392581"/>
                      </a:cubicBezTo>
                    </a:path>
                  </a:pathLst>
                </a:custGeom>
                <a:grpFill/>
                <a:ln w="7704" cap="flat">
                  <a:noFill/>
                  <a:prstDash val="solid"/>
                  <a:miter/>
                </a:ln>
              </p:spPr>
              <p:txBody>
                <a:bodyPr rtlCol="0" anchor="ctr"/>
                <a:lstStyle/>
                <a:p>
                  <a:endParaRPr lang="en-US" dirty="0">
                    <a:solidFill>
                      <a:srgbClr val="C00000"/>
                    </a:solidFill>
                    <a:latin typeface="Times New Roman" panose="02020603050405020304" pitchFamily="18" charset="0"/>
                    <a:cs typeface="Times New Roman" pitchFamily="18" charset="0"/>
                  </a:endParaRPr>
                </a:p>
              </p:txBody>
            </p:sp>
            <p:sp>
              <p:nvSpPr>
                <p:cNvPr id="37" name="Freeform: Shape 36">
                  <a:extLst>
                    <a:ext uri="{FF2B5EF4-FFF2-40B4-BE49-F238E27FC236}">
                      <a16:creationId xmlns:a16="http://schemas.microsoft.com/office/drawing/2014/main" id="{6078D920-7771-4459-9280-C4992F522CBA}"/>
                    </a:ext>
                  </a:extLst>
                </p:cNvPr>
                <p:cNvSpPr/>
                <p:nvPr/>
              </p:nvSpPr>
              <p:spPr>
                <a:xfrm>
                  <a:off x="5407259" y="2926994"/>
                  <a:ext cx="37550" cy="2394576"/>
                </a:xfrm>
                <a:custGeom>
                  <a:avLst/>
                  <a:gdLst>
                    <a:gd name="connsiteX0" fmla="*/ 0 w 100173"/>
                    <a:gd name="connsiteY0" fmla="*/ 6392581 h 6387957"/>
                    <a:gd name="connsiteX1" fmla="*/ 0 w 100173"/>
                    <a:gd name="connsiteY1" fmla="*/ 0 h 6387957"/>
                    <a:gd name="connsiteX2" fmla="*/ 103255 w 100173"/>
                    <a:gd name="connsiteY2" fmla="*/ 0 h 6387957"/>
                    <a:gd name="connsiteX3" fmla="*/ 103255 w 100173"/>
                    <a:gd name="connsiteY3" fmla="*/ 6392581 h 6387957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</a:cxnLst>
                  <a:rect l="l" t="t" r="r" b="b"/>
                  <a:pathLst>
                    <a:path w="100173" h="6387957">
                      <a:moveTo>
                        <a:pt x="0" y="6392581"/>
                      </a:moveTo>
                      <a:cubicBezTo>
                        <a:pt x="0" y="4261978"/>
                        <a:pt x="0" y="2132145"/>
                        <a:pt x="0" y="0"/>
                      </a:cubicBezTo>
                      <a:cubicBezTo>
                        <a:pt x="34675" y="0"/>
                        <a:pt x="67810" y="0"/>
                        <a:pt x="103255" y="0"/>
                      </a:cubicBezTo>
                      <a:cubicBezTo>
                        <a:pt x="103255" y="2130603"/>
                        <a:pt x="103255" y="4259666"/>
                        <a:pt x="103255" y="6392581"/>
                      </a:cubicBezTo>
                    </a:path>
                  </a:pathLst>
                </a:custGeom>
                <a:grpFill/>
                <a:ln w="7704" cap="flat">
                  <a:noFill/>
                  <a:prstDash val="solid"/>
                  <a:miter/>
                </a:ln>
              </p:spPr>
              <p:txBody>
                <a:bodyPr rtlCol="0" anchor="ctr"/>
                <a:lstStyle/>
                <a:p>
                  <a:endParaRPr lang="en-US" dirty="0">
                    <a:solidFill>
                      <a:srgbClr val="C00000"/>
                    </a:solidFill>
                    <a:latin typeface="Times New Roman" panose="02020603050405020304" pitchFamily="18" charset="0"/>
                    <a:cs typeface="Times New Roman" pitchFamily="18" charset="0"/>
                  </a:endParaRPr>
                </a:p>
              </p:txBody>
            </p:sp>
            <p:sp>
              <p:nvSpPr>
                <p:cNvPr id="38" name="Freeform: Shape 37">
                  <a:extLst>
                    <a:ext uri="{FF2B5EF4-FFF2-40B4-BE49-F238E27FC236}">
                      <a16:creationId xmlns:a16="http://schemas.microsoft.com/office/drawing/2014/main" id="{C3F5AF82-D5F9-4252-B824-36671DB16639}"/>
                    </a:ext>
                  </a:extLst>
                </p:cNvPr>
                <p:cNvSpPr/>
                <p:nvPr/>
              </p:nvSpPr>
              <p:spPr>
                <a:xfrm>
                  <a:off x="5470252" y="2926994"/>
                  <a:ext cx="37550" cy="2394576"/>
                </a:xfrm>
                <a:custGeom>
                  <a:avLst/>
                  <a:gdLst>
                    <a:gd name="connsiteX0" fmla="*/ 0 w 100173"/>
                    <a:gd name="connsiteY0" fmla="*/ 6392581 h 6387957"/>
                    <a:gd name="connsiteX1" fmla="*/ 0 w 100173"/>
                    <a:gd name="connsiteY1" fmla="*/ 0 h 6387957"/>
                    <a:gd name="connsiteX2" fmla="*/ 103255 w 100173"/>
                    <a:gd name="connsiteY2" fmla="*/ 0 h 6387957"/>
                    <a:gd name="connsiteX3" fmla="*/ 103255 w 100173"/>
                    <a:gd name="connsiteY3" fmla="*/ 6392581 h 6387957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</a:cxnLst>
                  <a:rect l="l" t="t" r="r" b="b"/>
                  <a:pathLst>
                    <a:path w="100173" h="6387957">
                      <a:moveTo>
                        <a:pt x="0" y="6392581"/>
                      </a:moveTo>
                      <a:cubicBezTo>
                        <a:pt x="0" y="4261978"/>
                        <a:pt x="0" y="2132145"/>
                        <a:pt x="0" y="0"/>
                      </a:cubicBezTo>
                      <a:cubicBezTo>
                        <a:pt x="34675" y="0"/>
                        <a:pt x="67809" y="0"/>
                        <a:pt x="103255" y="0"/>
                      </a:cubicBezTo>
                      <a:cubicBezTo>
                        <a:pt x="103255" y="2130603"/>
                        <a:pt x="103255" y="4259666"/>
                        <a:pt x="103255" y="6392581"/>
                      </a:cubicBezTo>
                    </a:path>
                  </a:pathLst>
                </a:custGeom>
                <a:grpFill/>
                <a:ln w="7704" cap="flat">
                  <a:noFill/>
                  <a:prstDash val="solid"/>
                  <a:miter/>
                </a:ln>
              </p:spPr>
              <p:txBody>
                <a:bodyPr rtlCol="0" anchor="ctr"/>
                <a:lstStyle/>
                <a:p>
                  <a:endParaRPr lang="en-US" dirty="0">
                    <a:solidFill>
                      <a:srgbClr val="C00000"/>
                    </a:solidFill>
                    <a:latin typeface="Times New Roman" panose="02020603050405020304" pitchFamily="18" charset="0"/>
                    <a:cs typeface="Times New Roman" pitchFamily="18" charset="0"/>
                  </a:endParaRPr>
                </a:p>
              </p:txBody>
            </p:sp>
            <p:sp>
              <p:nvSpPr>
                <p:cNvPr id="39" name="Freeform: Shape 38">
                  <a:extLst>
                    <a:ext uri="{FF2B5EF4-FFF2-40B4-BE49-F238E27FC236}">
                      <a16:creationId xmlns:a16="http://schemas.microsoft.com/office/drawing/2014/main" id="{608790BC-CF74-4127-A790-27CC4E8D7766}"/>
                    </a:ext>
                  </a:extLst>
                </p:cNvPr>
                <p:cNvSpPr/>
                <p:nvPr/>
              </p:nvSpPr>
              <p:spPr>
                <a:xfrm>
                  <a:off x="5533244" y="2926127"/>
                  <a:ext cx="37550" cy="2394576"/>
                </a:xfrm>
                <a:custGeom>
                  <a:avLst/>
                  <a:gdLst>
                    <a:gd name="connsiteX0" fmla="*/ 0 w 100173"/>
                    <a:gd name="connsiteY0" fmla="*/ 6392581 h 6387957"/>
                    <a:gd name="connsiteX1" fmla="*/ 0 w 100173"/>
                    <a:gd name="connsiteY1" fmla="*/ 0 h 6387957"/>
                    <a:gd name="connsiteX2" fmla="*/ 103255 w 100173"/>
                    <a:gd name="connsiteY2" fmla="*/ 0 h 6387957"/>
                    <a:gd name="connsiteX3" fmla="*/ 103255 w 100173"/>
                    <a:gd name="connsiteY3" fmla="*/ 6392581 h 6387957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</a:cxnLst>
                  <a:rect l="l" t="t" r="r" b="b"/>
                  <a:pathLst>
                    <a:path w="100173" h="6387957">
                      <a:moveTo>
                        <a:pt x="0" y="6392581"/>
                      </a:moveTo>
                      <a:cubicBezTo>
                        <a:pt x="0" y="4261978"/>
                        <a:pt x="0" y="2132145"/>
                        <a:pt x="0" y="0"/>
                      </a:cubicBezTo>
                      <a:cubicBezTo>
                        <a:pt x="34675" y="0"/>
                        <a:pt x="67809" y="0"/>
                        <a:pt x="103255" y="0"/>
                      </a:cubicBezTo>
                      <a:cubicBezTo>
                        <a:pt x="103255" y="2130603"/>
                        <a:pt x="103255" y="4259666"/>
                        <a:pt x="103255" y="6392581"/>
                      </a:cubicBezTo>
                    </a:path>
                  </a:pathLst>
                </a:custGeom>
                <a:grpFill/>
                <a:ln w="7704" cap="flat">
                  <a:noFill/>
                  <a:prstDash val="solid"/>
                  <a:miter/>
                </a:ln>
              </p:spPr>
              <p:txBody>
                <a:bodyPr rtlCol="0" anchor="ctr"/>
                <a:lstStyle/>
                <a:p>
                  <a:endParaRPr lang="en-US" dirty="0">
                    <a:solidFill>
                      <a:srgbClr val="C00000"/>
                    </a:solidFill>
                    <a:latin typeface="Times New Roman" panose="02020603050405020304" pitchFamily="18" charset="0"/>
                    <a:cs typeface="Times New Roman" pitchFamily="18" charset="0"/>
                  </a:endParaRPr>
                </a:p>
              </p:txBody>
            </p:sp>
          </p:grpSp>
        </p:grpSp>
        <p:grpSp>
          <p:nvGrpSpPr>
            <p:cNvPr id="40" name="Group 39">
              <a:extLst>
                <a:ext uri="{FF2B5EF4-FFF2-40B4-BE49-F238E27FC236}">
                  <a16:creationId xmlns:a16="http://schemas.microsoft.com/office/drawing/2014/main" id="{79445F8C-1794-4081-97F9-DDCDE8889481}"/>
                </a:ext>
              </a:extLst>
            </p:cNvPr>
            <p:cNvGrpSpPr/>
            <p:nvPr/>
          </p:nvGrpSpPr>
          <p:grpSpPr>
            <a:xfrm>
              <a:off x="166248" y="6490548"/>
              <a:ext cx="4247655" cy="273466"/>
              <a:chOff x="4366684" y="2926127"/>
              <a:chExt cx="3278335" cy="2571063"/>
            </a:xfrm>
          </p:grpSpPr>
          <p:sp>
            <p:nvSpPr>
              <p:cNvPr id="41" name="Freeform: Shape 4">
                <a:extLst>
                  <a:ext uri="{FF2B5EF4-FFF2-40B4-BE49-F238E27FC236}">
                    <a16:creationId xmlns:a16="http://schemas.microsoft.com/office/drawing/2014/main" id="{74D575C7-16A7-4D8B-BCCC-3A2CC2EAF554}"/>
                  </a:ext>
                </a:extLst>
              </p:cNvPr>
              <p:cNvSpPr/>
              <p:nvPr/>
            </p:nvSpPr>
            <p:spPr>
              <a:xfrm>
                <a:off x="4744501" y="2926994"/>
                <a:ext cx="72212" cy="2394576"/>
              </a:xfrm>
              <a:custGeom>
                <a:avLst/>
                <a:gdLst>
                  <a:gd name="connsiteX0" fmla="*/ 0 w 192640"/>
                  <a:gd name="connsiteY0" fmla="*/ 6393351 h 6387957"/>
                  <a:gd name="connsiteX1" fmla="*/ 0 w 192640"/>
                  <a:gd name="connsiteY1" fmla="*/ 0 h 6387957"/>
                  <a:gd name="connsiteX2" fmla="*/ 198034 w 192640"/>
                  <a:gd name="connsiteY2" fmla="*/ 0 h 6387957"/>
                  <a:gd name="connsiteX3" fmla="*/ 198034 w 192640"/>
                  <a:gd name="connsiteY3" fmla="*/ 6393351 h 6387957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</a:cxnLst>
                <a:rect l="l" t="t" r="r" b="b"/>
                <a:pathLst>
                  <a:path w="192640" h="6387957">
                    <a:moveTo>
                      <a:pt x="0" y="6393351"/>
                    </a:moveTo>
                    <a:cubicBezTo>
                      <a:pt x="0" y="4261207"/>
                      <a:pt x="0" y="2132145"/>
                      <a:pt x="0" y="0"/>
                    </a:cubicBezTo>
                    <a:cubicBezTo>
                      <a:pt x="67039" y="0"/>
                      <a:pt x="131766" y="0"/>
                      <a:pt x="198034" y="0"/>
                    </a:cubicBezTo>
                    <a:cubicBezTo>
                      <a:pt x="198034" y="2132145"/>
                      <a:pt x="198034" y="4261207"/>
                      <a:pt x="198034" y="6393351"/>
                    </a:cubicBezTo>
                  </a:path>
                </a:pathLst>
              </a:custGeom>
              <a:solidFill>
                <a:schemeClr val="accent5"/>
              </a:solidFill>
              <a:ln w="7704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US" dirty="0">
                  <a:latin typeface="Times New Roman" panose="02020603050405020304" pitchFamily="18" charset="0"/>
                  <a:cs typeface="Times New Roman" pitchFamily="18" charset="0"/>
                </a:endParaRPr>
              </a:p>
            </p:txBody>
          </p:sp>
          <p:sp>
            <p:nvSpPr>
              <p:cNvPr id="42" name="Freeform: Shape 5">
                <a:extLst>
                  <a:ext uri="{FF2B5EF4-FFF2-40B4-BE49-F238E27FC236}">
                    <a16:creationId xmlns:a16="http://schemas.microsoft.com/office/drawing/2014/main" id="{F6284352-7A7E-48DA-8B26-7B51CCB5A721}"/>
                  </a:ext>
                </a:extLst>
              </p:cNvPr>
              <p:cNvSpPr/>
              <p:nvPr/>
            </p:nvSpPr>
            <p:spPr>
              <a:xfrm>
                <a:off x="4676621" y="2926994"/>
                <a:ext cx="37550" cy="2394576"/>
              </a:xfrm>
              <a:custGeom>
                <a:avLst/>
                <a:gdLst>
                  <a:gd name="connsiteX0" fmla="*/ 0 w 100173"/>
                  <a:gd name="connsiteY0" fmla="*/ 6392581 h 6387957"/>
                  <a:gd name="connsiteX1" fmla="*/ 0 w 100173"/>
                  <a:gd name="connsiteY1" fmla="*/ 0 h 6387957"/>
                  <a:gd name="connsiteX2" fmla="*/ 103255 w 100173"/>
                  <a:gd name="connsiteY2" fmla="*/ 0 h 6387957"/>
                  <a:gd name="connsiteX3" fmla="*/ 103255 w 100173"/>
                  <a:gd name="connsiteY3" fmla="*/ 6392581 h 6387957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</a:cxnLst>
                <a:rect l="l" t="t" r="r" b="b"/>
                <a:pathLst>
                  <a:path w="100173" h="6387957">
                    <a:moveTo>
                      <a:pt x="0" y="6392581"/>
                    </a:moveTo>
                    <a:cubicBezTo>
                      <a:pt x="0" y="4261207"/>
                      <a:pt x="0" y="2131374"/>
                      <a:pt x="0" y="0"/>
                    </a:cubicBezTo>
                    <a:cubicBezTo>
                      <a:pt x="34675" y="0"/>
                      <a:pt x="67809" y="0"/>
                      <a:pt x="103255" y="0"/>
                    </a:cubicBezTo>
                    <a:cubicBezTo>
                      <a:pt x="103255" y="2130603"/>
                      <a:pt x="103255" y="4260437"/>
                      <a:pt x="103255" y="6392581"/>
                    </a:cubicBezTo>
                  </a:path>
                </a:pathLst>
              </a:custGeom>
              <a:solidFill>
                <a:schemeClr val="accent5"/>
              </a:solidFill>
              <a:ln w="7704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US" dirty="0">
                  <a:latin typeface="Times New Roman" panose="02020603050405020304" pitchFamily="18" charset="0"/>
                  <a:cs typeface="Times New Roman" pitchFamily="18" charset="0"/>
                </a:endParaRPr>
              </a:p>
            </p:txBody>
          </p:sp>
          <p:sp>
            <p:nvSpPr>
              <p:cNvPr id="43" name="Freeform: Shape 6">
                <a:extLst>
                  <a:ext uri="{FF2B5EF4-FFF2-40B4-BE49-F238E27FC236}">
                    <a16:creationId xmlns:a16="http://schemas.microsoft.com/office/drawing/2014/main" id="{8AB1A5A0-486E-4510-BCA8-845A3DA94D58}"/>
                  </a:ext>
                </a:extLst>
              </p:cNvPr>
              <p:cNvSpPr/>
              <p:nvPr/>
            </p:nvSpPr>
            <p:spPr>
              <a:xfrm>
                <a:off x="5706626" y="2927282"/>
                <a:ext cx="109764" cy="2394576"/>
              </a:xfrm>
              <a:custGeom>
                <a:avLst/>
                <a:gdLst>
                  <a:gd name="connsiteX0" fmla="*/ 0 w 292813"/>
                  <a:gd name="connsiteY0" fmla="*/ 6392581 h 6387957"/>
                  <a:gd name="connsiteX1" fmla="*/ 0 w 292813"/>
                  <a:gd name="connsiteY1" fmla="*/ 0 h 6387957"/>
                  <a:gd name="connsiteX2" fmla="*/ 295125 w 292813"/>
                  <a:gd name="connsiteY2" fmla="*/ 0 h 6387957"/>
                  <a:gd name="connsiteX3" fmla="*/ 295125 w 292813"/>
                  <a:gd name="connsiteY3" fmla="*/ 6392581 h 6387957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</a:cxnLst>
                <a:rect l="l" t="t" r="r" b="b"/>
                <a:pathLst>
                  <a:path w="292813" h="6387957">
                    <a:moveTo>
                      <a:pt x="0" y="6392581"/>
                    </a:moveTo>
                    <a:cubicBezTo>
                      <a:pt x="0" y="4261978"/>
                      <a:pt x="0" y="2132145"/>
                      <a:pt x="0" y="0"/>
                    </a:cubicBezTo>
                    <a:cubicBezTo>
                      <a:pt x="97091" y="0"/>
                      <a:pt x="194952" y="0"/>
                      <a:pt x="295125" y="0"/>
                    </a:cubicBezTo>
                    <a:cubicBezTo>
                      <a:pt x="295125" y="2130603"/>
                      <a:pt x="295125" y="4259666"/>
                      <a:pt x="295125" y="6392581"/>
                    </a:cubicBezTo>
                  </a:path>
                </a:pathLst>
              </a:custGeom>
              <a:solidFill>
                <a:schemeClr val="accent2"/>
              </a:solidFill>
              <a:ln w="7704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US" dirty="0">
                  <a:latin typeface="Times New Roman" panose="02020603050405020304" pitchFamily="18" charset="0"/>
                  <a:cs typeface="Times New Roman" pitchFamily="18" charset="0"/>
                </a:endParaRPr>
              </a:p>
            </p:txBody>
          </p:sp>
          <p:sp>
            <p:nvSpPr>
              <p:cNvPr id="44" name="Freeform: Shape 7">
                <a:extLst>
                  <a:ext uri="{FF2B5EF4-FFF2-40B4-BE49-F238E27FC236}">
                    <a16:creationId xmlns:a16="http://schemas.microsoft.com/office/drawing/2014/main" id="{D81590AB-AD28-44BD-8461-22FE3E26E6E0}"/>
                  </a:ext>
                </a:extLst>
              </p:cNvPr>
              <p:cNvSpPr/>
              <p:nvPr/>
            </p:nvSpPr>
            <p:spPr>
              <a:xfrm>
                <a:off x="5022376" y="2926994"/>
                <a:ext cx="75101" cy="2394576"/>
              </a:xfrm>
              <a:custGeom>
                <a:avLst/>
                <a:gdLst>
                  <a:gd name="connsiteX0" fmla="*/ 0 w 200346"/>
                  <a:gd name="connsiteY0" fmla="*/ 6392581 h 6387957"/>
                  <a:gd name="connsiteX1" fmla="*/ 0 w 200346"/>
                  <a:gd name="connsiteY1" fmla="*/ 0 h 6387957"/>
                  <a:gd name="connsiteX2" fmla="*/ 201117 w 200346"/>
                  <a:gd name="connsiteY2" fmla="*/ 0 h 6387957"/>
                  <a:gd name="connsiteX3" fmla="*/ 201117 w 200346"/>
                  <a:gd name="connsiteY3" fmla="*/ 6392581 h 6387957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</a:cxnLst>
                <a:rect l="l" t="t" r="r" b="b"/>
                <a:pathLst>
                  <a:path w="200346" h="6387957">
                    <a:moveTo>
                      <a:pt x="0" y="6392581"/>
                    </a:moveTo>
                    <a:cubicBezTo>
                      <a:pt x="0" y="4261207"/>
                      <a:pt x="0" y="2132145"/>
                      <a:pt x="0" y="0"/>
                    </a:cubicBezTo>
                    <a:cubicBezTo>
                      <a:pt x="67039" y="0"/>
                      <a:pt x="133307" y="0"/>
                      <a:pt x="201117" y="0"/>
                    </a:cubicBezTo>
                    <a:cubicBezTo>
                      <a:pt x="201117" y="2131374"/>
                      <a:pt x="201117" y="4260437"/>
                      <a:pt x="201117" y="6392581"/>
                    </a:cubicBezTo>
                  </a:path>
                </a:pathLst>
              </a:custGeom>
              <a:solidFill>
                <a:schemeClr val="accent4"/>
              </a:solidFill>
              <a:ln w="7704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US" dirty="0">
                  <a:latin typeface="Times New Roman" panose="02020603050405020304" pitchFamily="18" charset="0"/>
                  <a:cs typeface="Times New Roman" pitchFamily="18" charset="0"/>
                </a:endParaRPr>
              </a:p>
            </p:txBody>
          </p:sp>
          <p:sp>
            <p:nvSpPr>
              <p:cNvPr id="45" name="Freeform: Shape 8">
                <a:extLst>
                  <a:ext uri="{FF2B5EF4-FFF2-40B4-BE49-F238E27FC236}">
                    <a16:creationId xmlns:a16="http://schemas.microsoft.com/office/drawing/2014/main" id="{C3640730-A67E-4C43-A7C2-B4C32BF965C4}"/>
                  </a:ext>
                </a:extLst>
              </p:cNvPr>
              <p:cNvSpPr/>
              <p:nvPr/>
            </p:nvSpPr>
            <p:spPr>
              <a:xfrm>
                <a:off x="4877829" y="2926994"/>
                <a:ext cx="72212" cy="2394576"/>
              </a:xfrm>
              <a:custGeom>
                <a:avLst/>
                <a:gdLst>
                  <a:gd name="connsiteX0" fmla="*/ 0 w 192640"/>
                  <a:gd name="connsiteY0" fmla="*/ 6392581 h 6387957"/>
                  <a:gd name="connsiteX1" fmla="*/ 0 w 192640"/>
                  <a:gd name="connsiteY1" fmla="*/ 0 h 6387957"/>
                  <a:gd name="connsiteX2" fmla="*/ 198805 w 192640"/>
                  <a:gd name="connsiteY2" fmla="*/ 0 h 6387957"/>
                  <a:gd name="connsiteX3" fmla="*/ 198805 w 192640"/>
                  <a:gd name="connsiteY3" fmla="*/ 6392581 h 6387957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</a:cxnLst>
                <a:rect l="l" t="t" r="r" b="b"/>
                <a:pathLst>
                  <a:path w="192640" h="6387957">
                    <a:moveTo>
                      <a:pt x="0" y="6392581"/>
                    </a:moveTo>
                    <a:cubicBezTo>
                      <a:pt x="0" y="4261207"/>
                      <a:pt x="0" y="2131374"/>
                      <a:pt x="0" y="0"/>
                    </a:cubicBezTo>
                    <a:cubicBezTo>
                      <a:pt x="67039" y="0"/>
                      <a:pt x="131766" y="0"/>
                      <a:pt x="198805" y="0"/>
                    </a:cubicBezTo>
                    <a:cubicBezTo>
                      <a:pt x="198805" y="2130603"/>
                      <a:pt x="198805" y="4260437"/>
                      <a:pt x="198805" y="6392581"/>
                    </a:cubicBezTo>
                  </a:path>
                </a:pathLst>
              </a:custGeom>
              <a:solidFill>
                <a:schemeClr val="accent4"/>
              </a:solidFill>
              <a:ln w="7704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US" dirty="0">
                  <a:latin typeface="Times New Roman" panose="02020603050405020304" pitchFamily="18" charset="0"/>
                  <a:cs typeface="Times New Roman" pitchFamily="18" charset="0"/>
                </a:endParaRPr>
              </a:p>
            </p:txBody>
          </p:sp>
          <p:sp>
            <p:nvSpPr>
              <p:cNvPr id="46" name="Freeform: Shape 9">
                <a:extLst>
                  <a:ext uri="{FF2B5EF4-FFF2-40B4-BE49-F238E27FC236}">
                    <a16:creationId xmlns:a16="http://schemas.microsoft.com/office/drawing/2014/main" id="{8F91D3B5-0631-4E10-8E8F-A90BDB6CEF8C}"/>
                  </a:ext>
                </a:extLst>
              </p:cNvPr>
              <p:cNvSpPr/>
              <p:nvPr/>
            </p:nvSpPr>
            <p:spPr>
              <a:xfrm>
                <a:off x="4559765" y="2926994"/>
                <a:ext cx="72212" cy="2394576"/>
              </a:xfrm>
              <a:custGeom>
                <a:avLst/>
                <a:gdLst>
                  <a:gd name="connsiteX0" fmla="*/ 0 w 192640"/>
                  <a:gd name="connsiteY0" fmla="*/ 6393351 h 6387957"/>
                  <a:gd name="connsiteX1" fmla="*/ 0 w 192640"/>
                  <a:gd name="connsiteY1" fmla="*/ 0 h 6387957"/>
                  <a:gd name="connsiteX2" fmla="*/ 198034 w 192640"/>
                  <a:gd name="connsiteY2" fmla="*/ 0 h 6387957"/>
                  <a:gd name="connsiteX3" fmla="*/ 198034 w 192640"/>
                  <a:gd name="connsiteY3" fmla="*/ 6393351 h 6387957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</a:cxnLst>
                <a:rect l="l" t="t" r="r" b="b"/>
                <a:pathLst>
                  <a:path w="192640" h="6387957">
                    <a:moveTo>
                      <a:pt x="0" y="6393351"/>
                    </a:moveTo>
                    <a:cubicBezTo>
                      <a:pt x="0" y="4261207"/>
                      <a:pt x="0" y="2132145"/>
                      <a:pt x="0" y="0"/>
                    </a:cubicBezTo>
                    <a:cubicBezTo>
                      <a:pt x="67039" y="0"/>
                      <a:pt x="131766" y="0"/>
                      <a:pt x="198034" y="0"/>
                    </a:cubicBezTo>
                    <a:cubicBezTo>
                      <a:pt x="198034" y="2132145"/>
                      <a:pt x="198034" y="4261207"/>
                      <a:pt x="198034" y="6393351"/>
                    </a:cubicBezTo>
                  </a:path>
                </a:pathLst>
              </a:custGeom>
              <a:solidFill>
                <a:schemeClr val="accent6"/>
              </a:solidFill>
              <a:ln w="7704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US" dirty="0">
                  <a:latin typeface="Times New Roman" panose="02020603050405020304" pitchFamily="18" charset="0"/>
                  <a:cs typeface="Times New Roman" pitchFamily="18" charset="0"/>
                </a:endParaRPr>
              </a:p>
            </p:txBody>
          </p:sp>
          <p:sp>
            <p:nvSpPr>
              <p:cNvPr id="47" name="Freeform: Shape 10">
                <a:extLst>
                  <a:ext uri="{FF2B5EF4-FFF2-40B4-BE49-F238E27FC236}">
                    <a16:creationId xmlns:a16="http://schemas.microsoft.com/office/drawing/2014/main" id="{9833ED5E-247A-4AFE-956E-D90EE783EDB3}"/>
                  </a:ext>
                </a:extLst>
              </p:cNvPr>
              <p:cNvSpPr/>
              <p:nvPr/>
            </p:nvSpPr>
            <p:spPr>
              <a:xfrm>
                <a:off x="4433987" y="2926705"/>
                <a:ext cx="37550" cy="2567886"/>
              </a:xfrm>
              <a:custGeom>
                <a:avLst/>
                <a:gdLst>
                  <a:gd name="connsiteX0" fmla="*/ 0 w 100173"/>
                  <a:gd name="connsiteY0" fmla="*/ 6854918 h 6850294"/>
                  <a:gd name="connsiteX1" fmla="*/ 0 w 100173"/>
                  <a:gd name="connsiteY1" fmla="*/ 0 h 6850294"/>
                  <a:gd name="connsiteX2" fmla="*/ 103255 w 100173"/>
                  <a:gd name="connsiteY2" fmla="*/ 0 h 6850294"/>
                  <a:gd name="connsiteX3" fmla="*/ 103255 w 100173"/>
                  <a:gd name="connsiteY3" fmla="*/ 6854918 h 6850294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</a:cxnLst>
                <a:rect l="l" t="t" r="r" b="b"/>
                <a:pathLst>
                  <a:path w="100173" h="6850294">
                    <a:moveTo>
                      <a:pt x="0" y="6854918"/>
                    </a:moveTo>
                    <a:cubicBezTo>
                      <a:pt x="0" y="4570202"/>
                      <a:pt x="0" y="2286257"/>
                      <a:pt x="0" y="0"/>
                    </a:cubicBezTo>
                    <a:cubicBezTo>
                      <a:pt x="34675" y="0"/>
                      <a:pt x="67809" y="0"/>
                      <a:pt x="103255" y="0"/>
                    </a:cubicBezTo>
                    <a:cubicBezTo>
                      <a:pt x="103255" y="2284716"/>
                      <a:pt x="103255" y="4567891"/>
                      <a:pt x="103255" y="6854918"/>
                    </a:cubicBezTo>
                  </a:path>
                </a:pathLst>
              </a:custGeom>
              <a:solidFill>
                <a:schemeClr val="accent6"/>
              </a:solidFill>
              <a:ln w="7704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US" dirty="0">
                  <a:latin typeface="Times New Roman" panose="02020603050405020304" pitchFamily="18" charset="0"/>
                  <a:cs typeface="Times New Roman" pitchFamily="18" charset="0"/>
                </a:endParaRPr>
              </a:p>
            </p:txBody>
          </p:sp>
          <p:sp>
            <p:nvSpPr>
              <p:cNvPr id="48" name="Freeform: Shape 11">
                <a:extLst>
                  <a:ext uri="{FF2B5EF4-FFF2-40B4-BE49-F238E27FC236}">
                    <a16:creationId xmlns:a16="http://schemas.microsoft.com/office/drawing/2014/main" id="{E5EC525C-3908-4545-B9F0-C982F2420877}"/>
                  </a:ext>
                </a:extLst>
              </p:cNvPr>
              <p:cNvSpPr/>
              <p:nvPr/>
            </p:nvSpPr>
            <p:spPr>
              <a:xfrm>
                <a:off x="4366684" y="2927282"/>
                <a:ext cx="37550" cy="2567886"/>
              </a:xfrm>
              <a:custGeom>
                <a:avLst/>
                <a:gdLst>
                  <a:gd name="connsiteX0" fmla="*/ 0 w 100173"/>
                  <a:gd name="connsiteY0" fmla="*/ 6854148 h 6850294"/>
                  <a:gd name="connsiteX1" fmla="*/ 0 w 100173"/>
                  <a:gd name="connsiteY1" fmla="*/ 0 h 6850294"/>
                  <a:gd name="connsiteX2" fmla="*/ 103255 w 100173"/>
                  <a:gd name="connsiteY2" fmla="*/ 0 h 6850294"/>
                  <a:gd name="connsiteX3" fmla="*/ 103255 w 100173"/>
                  <a:gd name="connsiteY3" fmla="*/ 6854918 h 6850294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</a:cxnLst>
                <a:rect l="l" t="t" r="r" b="b"/>
                <a:pathLst>
                  <a:path w="100173" h="6850294">
                    <a:moveTo>
                      <a:pt x="0" y="6854148"/>
                    </a:moveTo>
                    <a:cubicBezTo>
                      <a:pt x="0" y="4569432"/>
                      <a:pt x="0" y="2286257"/>
                      <a:pt x="0" y="0"/>
                    </a:cubicBezTo>
                    <a:cubicBezTo>
                      <a:pt x="33905" y="0"/>
                      <a:pt x="67809" y="0"/>
                      <a:pt x="103255" y="0"/>
                    </a:cubicBezTo>
                    <a:cubicBezTo>
                      <a:pt x="103255" y="2285486"/>
                      <a:pt x="103255" y="4568661"/>
                      <a:pt x="103255" y="6854918"/>
                    </a:cubicBezTo>
                  </a:path>
                </a:pathLst>
              </a:custGeom>
              <a:solidFill>
                <a:schemeClr val="accent6"/>
              </a:solidFill>
              <a:ln w="7704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US" dirty="0">
                  <a:latin typeface="Times New Roman" panose="02020603050405020304" pitchFamily="18" charset="0"/>
                  <a:cs typeface="Times New Roman" pitchFamily="18" charset="0"/>
                </a:endParaRPr>
              </a:p>
            </p:txBody>
          </p:sp>
          <p:sp>
            <p:nvSpPr>
              <p:cNvPr id="49" name="Freeform: Shape 12">
                <a:extLst>
                  <a:ext uri="{FF2B5EF4-FFF2-40B4-BE49-F238E27FC236}">
                    <a16:creationId xmlns:a16="http://schemas.microsoft.com/office/drawing/2014/main" id="{09C432BF-83BF-44C7-8A68-9B35111165C4}"/>
                  </a:ext>
                </a:extLst>
              </p:cNvPr>
              <p:cNvSpPr/>
              <p:nvPr/>
            </p:nvSpPr>
            <p:spPr>
              <a:xfrm>
                <a:off x="5957386" y="2926705"/>
                <a:ext cx="37550" cy="2567886"/>
              </a:xfrm>
              <a:custGeom>
                <a:avLst/>
                <a:gdLst>
                  <a:gd name="connsiteX0" fmla="*/ 0 w 100173"/>
                  <a:gd name="connsiteY0" fmla="*/ 6854918 h 6850294"/>
                  <a:gd name="connsiteX1" fmla="*/ 0 w 100173"/>
                  <a:gd name="connsiteY1" fmla="*/ 0 h 6850294"/>
                  <a:gd name="connsiteX2" fmla="*/ 103255 w 100173"/>
                  <a:gd name="connsiteY2" fmla="*/ 0 h 6850294"/>
                  <a:gd name="connsiteX3" fmla="*/ 103255 w 100173"/>
                  <a:gd name="connsiteY3" fmla="*/ 6854918 h 6850294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</a:cxnLst>
                <a:rect l="l" t="t" r="r" b="b"/>
                <a:pathLst>
                  <a:path w="100173" h="6850294">
                    <a:moveTo>
                      <a:pt x="0" y="6854918"/>
                    </a:moveTo>
                    <a:cubicBezTo>
                      <a:pt x="0" y="4570202"/>
                      <a:pt x="0" y="2286257"/>
                      <a:pt x="0" y="0"/>
                    </a:cubicBezTo>
                    <a:cubicBezTo>
                      <a:pt x="34675" y="0"/>
                      <a:pt x="67809" y="0"/>
                      <a:pt x="103255" y="0"/>
                    </a:cubicBezTo>
                    <a:cubicBezTo>
                      <a:pt x="103255" y="2283945"/>
                      <a:pt x="103255" y="4567891"/>
                      <a:pt x="103255" y="6854918"/>
                    </a:cubicBezTo>
                  </a:path>
                </a:pathLst>
              </a:custGeom>
              <a:solidFill>
                <a:schemeClr val="accent6"/>
              </a:solidFill>
              <a:ln w="7704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US" dirty="0">
                  <a:latin typeface="Times New Roman" panose="02020603050405020304" pitchFamily="18" charset="0"/>
                  <a:cs typeface="Times New Roman" pitchFamily="18" charset="0"/>
                </a:endParaRPr>
              </a:p>
            </p:txBody>
          </p:sp>
          <p:sp>
            <p:nvSpPr>
              <p:cNvPr id="50" name="Freeform: Shape 13">
                <a:extLst>
                  <a:ext uri="{FF2B5EF4-FFF2-40B4-BE49-F238E27FC236}">
                    <a16:creationId xmlns:a16="http://schemas.microsoft.com/office/drawing/2014/main" id="{4D5F14F6-BD9C-4471-B822-35693E0ECCEE}"/>
                  </a:ext>
                </a:extLst>
              </p:cNvPr>
              <p:cNvSpPr/>
              <p:nvPr/>
            </p:nvSpPr>
            <p:spPr>
              <a:xfrm>
                <a:off x="6024689" y="2926127"/>
                <a:ext cx="37550" cy="2567886"/>
              </a:xfrm>
              <a:custGeom>
                <a:avLst/>
                <a:gdLst>
                  <a:gd name="connsiteX0" fmla="*/ 0 w 100173"/>
                  <a:gd name="connsiteY0" fmla="*/ 6857230 h 6850294"/>
                  <a:gd name="connsiteX1" fmla="*/ 0 w 100173"/>
                  <a:gd name="connsiteY1" fmla="*/ 0 h 6850294"/>
                  <a:gd name="connsiteX2" fmla="*/ 52398 w 100173"/>
                  <a:gd name="connsiteY2" fmla="*/ 0 h 6850294"/>
                  <a:gd name="connsiteX3" fmla="*/ 103255 w 100173"/>
                  <a:gd name="connsiteY3" fmla="*/ 0 h 6850294"/>
                  <a:gd name="connsiteX4" fmla="*/ 103255 w 100173"/>
                  <a:gd name="connsiteY4" fmla="*/ 6857230 h 6850294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</a:cxnLst>
                <a:rect l="l" t="t" r="r" b="b"/>
                <a:pathLst>
                  <a:path w="100173" h="6850294">
                    <a:moveTo>
                      <a:pt x="0" y="6857230"/>
                    </a:moveTo>
                    <a:cubicBezTo>
                      <a:pt x="0" y="4572514"/>
                      <a:pt x="0" y="2288569"/>
                      <a:pt x="0" y="0"/>
                    </a:cubicBezTo>
                    <a:cubicBezTo>
                      <a:pt x="17723" y="0"/>
                      <a:pt x="34675" y="0"/>
                      <a:pt x="52398" y="0"/>
                    </a:cubicBezTo>
                    <a:cubicBezTo>
                      <a:pt x="68580" y="0"/>
                      <a:pt x="84762" y="0"/>
                      <a:pt x="103255" y="0"/>
                    </a:cubicBezTo>
                    <a:cubicBezTo>
                      <a:pt x="103255" y="2287798"/>
                      <a:pt x="103255" y="4571743"/>
                      <a:pt x="103255" y="6857230"/>
                    </a:cubicBezTo>
                  </a:path>
                </a:pathLst>
              </a:custGeom>
              <a:solidFill>
                <a:schemeClr val="accent6"/>
              </a:solidFill>
              <a:ln w="7704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US" dirty="0">
                  <a:latin typeface="Times New Roman" panose="02020603050405020304" pitchFamily="18" charset="0"/>
                  <a:cs typeface="Times New Roman" pitchFamily="18" charset="0"/>
                </a:endParaRPr>
              </a:p>
            </p:txBody>
          </p:sp>
          <p:sp>
            <p:nvSpPr>
              <p:cNvPr id="51" name="Freeform: Shape 14">
                <a:extLst>
                  <a:ext uri="{FF2B5EF4-FFF2-40B4-BE49-F238E27FC236}">
                    <a16:creationId xmlns:a16="http://schemas.microsoft.com/office/drawing/2014/main" id="{35B6ED53-E8E4-4DE2-BE76-D07542427D91}"/>
                  </a:ext>
                </a:extLst>
              </p:cNvPr>
              <p:cNvSpPr/>
              <p:nvPr/>
            </p:nvSpPr>
            <p:spPr>
              <a:xfrm>
                <a:off x="5890084" y="2926994"/>
                <a:ext cx="37550" cy="2394576"/>
              </a:xfrm>
              <a:custGeom>
                <a:avLst/>
                <a:gdLst>
                  <a:gd name="connsiteX0" fmla="*/ 0 w 100173"/>
                  <a:gd name="connsiteY0" fmla="*/ 6392581 h 6387957"/>
                  <a:gd name="connsiteX1" fmla="*/ 0 w 100173"/>
                  <a:gd name="connsiteY1" fmla="*/ 0 h 6387957"/>
                  <a:gd name="connsiteX2" fmla="*/ 101714 w 100173"/>
                  <a:gd name="connsiteY2" fmla="*/ 0 h 6387957"/>
                  <a:gd name="connsiteX3" fmla="*/ 101714 w 100173"/>
                  <a:gd name="connsiteY3" fmla="*/ 6392581 h 6387957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</a:cxnLst>
                <a:rect l="l" t="t" r="r" b="b"/>
                <a:pathLst>
                  <a:path w="100173" h="6387957">
                    <a:moveTo>
                      <a:pt x="0" y="6392581"/>
                    </a:moveTo>
                    <a:cubicBezTo>
                      <a:pt x="0" y="4262748"/>
                      <a:pt x="0" y="2132145"/>
                      <a:pt x="0" y="0"/>
                    </a:cubicBezTo>
                    <a:cubicBezTo>
                      <a:pt x="33904" y="0"/>
                      <a:pt x="67039" y="0"/>
                      <a:pt x="101714" y="0"/>
                    </a:cubicBezTo>
                    <a:cubicBezTo>
                      <a:pt x="101714" y="2130603"/>
                      <a:pt x="101714" y="4260437"/>
                      <a:pt x="101714" y="6392581"/>
                    </a:cubicBezTo>
                  </a:path>
                </a:pathLst>
              </a:custGeom>
              <a:solidFill>
                <a:schemeClr val="accent6"/>
              </a:solidFill>
              <a:ln w="7704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US" dirty="0">
                  <a:latin typeface="Times New Roman" panose="02020603050405020304" pitchFamily="18" charset="0"/>
                  <a:cs typeface="Times New Roman" pitchFamily="18" charset="0"/>
                </a:endParaRPr>
              </a:p>
            </p:txBody>
          </p:sp>
          <p:sp>
            <p:nvSpPr>
              <p:cNvPr id="52" name="Freeform: Shape 15">
                <a:extLst>
                  <a:ext uri="{FF2B5EF4-FFF2-40B4-BE49-F238E27FC236}">
                    <a16:creationId xmlns:a16="http://schemas.microsoft.com/office/drawing/2014/main" id="{A8A97A24-DC2C-49EC-B707-A0A7A527B0A9}"/>
                  </a:ext>
                </a:extLst>
              </p:cNvPr>
              <p:cNvSpPr/>
              <p:nvPr/>
            </p:nvSpPr>
            <p:spPr>
              <a:xfrm>
                <a:off x="6091991" y="2926994"/>
                <a:ext cx="37550" cy="2394576"/>
              </a:xfrm>
              <a:custGeom>
                <a:avLst/>
                <a:gdLst>
                  <a:gd name="connsiteX0" fmla="*/ 0 w 100173"/>
                  <a:gd name="connsiteY0" fmla="*/ 6393351 h 6387957"/>
                  <a:gd name="connsiteX1" fmla="*/ 0 w 100173"/>
                  <a:gd name="connsiteY1" fmla="*/ 0 h 6387957"/>
                  <a:gd name="connsiteX2" fmla="*/ 103255 w 100173"/>
                  <a:gd name="connsiteY2" fmla="*/ 0 h 6387957"/>
                  <a:gd name="connsiteX3" fmla="*/ 103255 w 100173"/>
                  <a:gd name="connsiteY3" fmla="*/ 6393351 h 6387957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</a:cxnLst>
                <a:rect l="l" t="t" r="r" b="b"/>
                <a:pathLst>
                  <a:path w="100173" h="6387957">
                    <a:moveTo>
                      <a:pt x="0" y="6393351"/>
                    </a:moveTo>
                    <a:cubicBezTo>
                      <a:pt x="0" y="4261978"/>
                      <a:pt x="0" y="2132915"/>
                      <a:pt x="0" y="0"/>
                    </a:cubicBezTo>
                    <a:cubicBezTo>
                      <a:pt x="34675" y="0"/>
                      <a:pt x="67809" y="0"/>
                      <a:pt x="103255" y="0"/>
                    </a:cubicBezTo>
                    <a:cubicBezTo>
                      <a:pt x="103255" y="2131374"/>
                      <a:pt x="103255" y="4261207"/>
                      <a:pt x="103255" y="6393351"/>
                    </a:cubicBezTo>
                  </a:path>
                </a:pathLst>
              </a:custGeom>
              <a:solidFill>
                <a:schemeClr val="accent6"/>
              </a:solidFill>
              <a:ln w="7704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US" dirty="0">
                  <a:latin typeface="Times New Roman" panose="02020603050405020304" pitchFamily="18" charset="0"/>
                  <a:cs typeface="Times New Roman" pitchFamily="18" charset="0"/>
                </a:endParaRPr>
              </a:p>
            </p:txBody>
          </p:sp>
          <p:sp>
            <p:nvSpPr>
              <p:cNvPr id="53" name="Freeform: Shape 16">
                <a:extLst>
                  <a:ext uri="{FF2B5EF4-FFF2-40B4-BE49-F238E27FC236}">
                    <a16:creationId xmlns:a16="http://schemas.microsoft.com/office/drawing/2014/main" id="{4ED0FC69-47AA-4FC9-8D08-3147EA5A1734}"/>
                  </a:ext>
                </a:extLst>
              </p:cNvPr>
              <p:cNvSpPr/>
              <p:nvPr/>
            </p:nvSpPr>
            <p:spPr>
              <a:xfrm>
                <a:off x="7139759" y="2926994"/>
                <a:ext cx="109764" cy="2394576"/>
              </a:xfrm>
              <a:custGeom>
                <a:avLst/>
                <a:gdLst>
                  <a:gd name="connsiteX0" fmla="*/ 0 w 292813"/>
                  <a:gd name="connsiteY0" fmla="*/ 6393351 h 6387957"/>
                  <a:gd name="connsiteX1" fmla="*/ 0 w 292813"/>
                  <a:gd name="connsiteY1" fmla="*/ 0 h 6387957"/>
                  <a:gd name="connsiteX2" fmla="*/ 295125 w 292813"/>
                  <a:gd name="connsiteY2" fmla="*/ 0 h 6387957"/>
                  <a:gd name="connsiteX3" fmla="*/ 295125 w 292813"/>
                  <a:gd name="connsiteY3" fmla="*/ 6393351 h 6387957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</a:cxnLst>
                <a:rect l="l" t="t" r="r" b="b"/>
                <a:pathLst>
                  <a:path w="292813" h="6387957">
                    <a:moveTo>
                      <a:pt x="0" y="6393351"/>
                    </a:moveTo>
                    <a:cubicBezTo>
                      <a:pt x="0" y="4261207"/>
                      <a:pt x="0" y="2131374"/>
                      <a:pt x="0" y="0"/>
                    </a:cubicBezTo>
                    <a:cubicBezTo>
                      <a:pt x="99403" y="0"/>
                      <a:pt x="196493" y="0"/>
                      <a:pt x="295125" y="0"/>
                    </a:cubicBezTo>
                    <a:cubicBezTo>
                      <a:pt x="295125" y="2132145"/>
                      <a:pt x="295125" y="4261207"/>
                      <a:pt x="295125" y="6393351"/>
                    </a:cubicBezTo>
                  </a:path>
                </a:pathLst>
              </a:custGeom>
              <a:solidFill>
                <a:schemeClr val="accent2"/>
              </a:solidFill>
              <a:ln w="7704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US" dirty="0">
                  <a:latin typeface="Times New Roman" panose="02020603050405020304" pitchFamily="18" charset="0"/>
                  <a:cs typeface="Times New Roman" pitchFamily="18" charset="0"/>
                </a:endParaRPr>
              </a:p>
            </p:txBody>
          </p:sp>
          <p:sp>
            <p:nvSpPr>
              <p:cNvPr id="54" name="Freeform: Shape 17">
                <a:extLst>
                  <a:ext uri="{FF2B5EF4-FFF2-40B4-BE49-F238E27FC236}">
                    <a16:creationId xmlns:a16="http://schemas.microsoft.com/office/drawing/2014/main" id="{2757EAE5-8C6A-452C-9A4B-7A71BBF68BB8}"/>
                  </a:ext>
                </a:extLst>
              </p:cNvPr>
              <p:cNvSpPr/>
              <p:nvPr/>
            </p:nvSpPr>
            <p:spPr>
              <a:xfrm>
                <a:off x="7280788" y="2926994"/>
                <a:ext cx="37550" cy="2394576"/>
              </a:xfrm>
              <a:custGeom>
                <a:avLst/>
                <a:gdLst>
                  <a:gd name="connsiteX0" fmla="*/ 0 w 100173"/>
                  <a:gd name="connsiteY0" fmla="*/ 6392581 h 6387957"/>
                  <a:gd name="connsiteX1" fmla="*/ 0 w 100173"/>
                  <a:gd name="connsiteY1" fmla="*/ 0 h 6387957"/>
                  <a:gd name="connsiteX2" fmla="*/ 103255 w 100173"/>
                  <a:gd name="connsiteY2" fmla="*/ 0 h 6387957"/>
                  <a:gd name="connsiteX3" fmla="*/ 103255 w 100173"/>
                  <a:gd name="connsiteY3" fmla="*/ 6392581 h 6387957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</a:cxnLst>
                <a:rect l="l" t="t" r="r" b="b"/>
                <a:pathLst>
                  <a:path w="100173" h="6387957">
                    <a:moveTo>
                      <a:pt x="0" y="6392581"/>
                    </a:moveTo>
                    <a:cubicBezTo>
                      <a:pt x="0" y="4261207"/>
                      <a:pt x="0" y="2131374"/>
                      <a:pt x="0" y="0"/>
                    </a:cubicBezTo>
                    <a:cubicBezTo>
                      <a:pt x="34675" y="0"/>
                      <a:pt x="67809" y="0"/>
                      <a:pt x="103255" y="0"/>
                    </a:cubicBezTo>
                    <a:cubicBezTo>
                      <a:pt x="103255" y="2130603"/>
                      <a:pt x="103255" y="4260437"/>
                      <a:pt x="103255" y="6392581"/>
                    </a:cubicBezTo>
                  </a:path>
                </a:pathLst>
              </a:custGeom>
              <a:solidFill>
                <a:schemeClr val="accent2"/>
              </a:solidFill>
              <a:ln w="7704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US" dirty="0">
                  <a:latin typeface="Times New Roman" panose="02020603050405020304" pitchFamily="18" charset="0"/>
                  <a:cs typeface="Times New Roman" pitchFamily="18" charset="0"/>
                </a:endParaRPr>
              </a:p>
            </p:txBody>
          </p:sp>
          <p:sp>
            <p:nvSpPr>
              <p:cNvPr id="55" name="Freeform: Shape 18">
                <a:extLst>
                  <a:ext uri="{FF2B5EF4-FFF2-40B4-BE49-F238E27FC236}">
                    <a16:creationId xmlns:a16="http://schemas.microsoft.com/office/drawing/2014/main" id="{9A398514-6CBA-493F-8416-AE84CB3E34D9}"/>
                  </a:ext>
                </a:extLst>
              </p:cNvPr>
              <p:cNvSpPr/>
              <p:nvPr/>
            </p:nvSpPr>
            <p:spPr>
              <a:xfrm>
                <a:off x="7349773" y="2926994"/>
                <a:ext cx="109764" cy="2394576"/>
              </a:xfrm>
              <a:custGeom>
                <a:avLst/>
                <a:gdLst>
                  <a:gd name="connsiteX0" fmla="*/ 0 w 292813"/>
                  <a:gd name="connsiteY0" fmla="*/ 6393351 h 6387957"/>
                  <a:gd name="connsiteX1" fmla="*/ 0 w 292813"/>
                  <a:gd name="connsiteY1" fmla="*/ 0 h 6387957"/>
                  <a:gd name="connsiteX2" fmla="*/ 295125 w 292813"/>
                  <a:gd name="connsiteY2" fmla="*/ 0 h 6387957"/>
                  <a:gd name="connsiteX3" fmla="*/ 295125 w 292813"/>
                  <a:gd name="connsiteY3" fmla="*/ 6393351 h 6387957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</a:cxnLst>
                <a:rect l="l" t="t" r="r" b="b"/>
                <a:pathLst>
                  <a:path w="292813" h="6387957">
                    <a:moveTo>
                      <a:pt x="0" y="6393351"/>
                    </a:moveTo>
                    <a:cubicBezTo>
                      <a:pt x="0" y="4261207"/>
                      <a:pt x="0" y="2132145"/>
                      <a:pt x="0" y="0"/>
                    </a:cubicBezTo>
                    <a:cubicBezTo>
                      <a:pt x="99402" y="0"/>
                      <a:pt x="195722" y="0"/>
                      <a:pt x="295125" y="0"/>
                    </a:cubicBezTo>
                    <a:cubicBezTo>
                      <a:pt x="295125" y="2132145"/>
                      <a:pt x="295125" y="4261207"/>
                      <a:pt x="295125" y="6393351"/>
                    </a:cubicBezTo>
                  </a:path>
                </a:pathLst>
              </a:custGeom>
              <a:solidFill>
                <a:schemeClr val="accent1"/>
              </a:solidFill>
              <a:ln w="7704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US" dirty="0">
                  <a:latin typeface="Times New Roman" panose="02020603050405020304" pitchFamily="18" charset="0"/>
                  <a:cs typeface="Times New Roman" pitchFamily="18" charset="0"/>
                </a:endParaRPr>
              </a:p>
            </p:txBody>
          </p:sp>
          <p:sp>
            <p:nvSpPr>
              <p:cNvPr id="56" name="Freeform: Shape 19">
                <a:extLst>
                  <a:ext uri="{FF2B5EF4-FFF2-40B4-BE49-F238E27FC236}">
                    <a16:creationId xmlns:a16="http://schemas.microsoft.com/office/drawing/2014/main" id="{248BDF24-2CD8-4F98-A671-38A09AFC3B84}"/>
                  </a:ext>
                </a:extLst>
              </p:cNvPr>
              <p:cNvSpPr/>
              <p:nvPr/>
            </p:nvSpPr>
            <p:spPr>
              <a:xfrm>
                <a:off x="7548511" y="2927282"/>
                <a:ext cx="41911" cy="2569908"/>
              </a:xfrm>
              <a:custGeom>
                <a:avLst/>
                <a:gdLst>
                  <a:gd name="connsiteX0" fmla="*/ 0 w 115584"/>
                  <a:gd name="connsiteY0" fmla="*/ 6753975 h 6850294"/>
                  <a:gd name="connsiteX1" fmla="*/ 13099 w 115584"/>
                  <a:gd name="connsiteY1" fmla="*/ 0 h 6850294"/>
                  <a:gd name="connsiteX2" fmla="*/ 118666 w 115584"/>
                  <a:gd name="connsiteY2" fmla="*/ 0 h 6850294"/>
                  <a:gd name="connsiteX3" fmla="*/ 118666 w 115584"/>
                  <a:gd name="connsiteY3" fmla="*/ 6855688 h 6850294"/>
                  <a:gd name="connsiteX0" fmla="*/ 0 w 111805"/>
                  <a:gd name="connsiteY0" fmla="*/ 6836322 h 6855688"/>
                  <a:gd name="connsiteX1" fmla="*/ 6237 w 111805"/>
                  <a:gd name="connsiteY1" fmla="*/ 0 h 6855688"/>
                  <a:gd name="connsiteX2" fmla="*/ 111804 w 111805"/>
                  <a:gd name="connsiteY2" fmla="*/ 0 h 6855688"/>
                  <a:gd name="connsiteX3" fmla="*/ 111804 w 111805"/>
                  <a:gd name="connsiteY3" fmla="*/ 6855688 h 6855688"/>
                  <a:gd name="connsiteX0" fmla="*/ 0 w 111804"/>
                  <a:gd name="connsiteY0" fmla="*/ 6853478 h 6855688"/>
                  <a:gd name="connsiteX1" fmla="*/ 6237 w 111804"/>
                  <a:gd name="connsiteY1" fmla="*/ 0 h 6855688"/>
                  <a:gd name="connsiteX2" fmla="*/ 111804 w 111804"/>
                  <a:gd name="connsiteY2" fmla="*/ 0 h 6855688"/>
                  <a:gd name="connsiteX3" fmla="*/ 111804 w 111804"/>
                  <a:gd name="connsiteY3" fmla="*/ 6855688 h 6855688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</a:cxnLst>
                <a:rect l="l" t="t" r="r" b="b"/>
                <a:pathLst>
                  <a:path w="111804" h="6855688">
                    <a:moveTo>
                      <a:pt x="0" y="6853478"/>
                    </a:moveTo>
                    <a:cubicBezTo>
                      <a:pt x="14640" y="4603437"/>
                      <a:pt x="3155" y="2253123"/>
                      <a:pt x="6237" y="0"/>
                    </a:cubicBezTo>
                    <a:lnTo>
                      <a:pt x="111804" y="0"/>
                    </a:lnTo>
                    <a:lnTo>
                      <a:pt x="111804" y="6855688"/>
                    </a:lnTo>
                  </a:path>
                </a:pathLst>
              </a:custGeom>
              <a:solidFill>
                <a:schemeClr val="accent1"/>
              </a:solidFill>
              <a:ln w="7704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US" dirty="0">
                  <a:latin typeface="Times New Roman" panose="02020603050405020304" pitchFamily="18" charset="0"/>
                  <a:cs typeface="Times New Roman" pitchFamily="18" charset="0"/>
                </a:endParaRPr>
              </a:p>
            </p:txBody>
          </p:sp>
          <p:sp>
            <p:nvSpPr>
              <p:cNvPr id="57" name="Freeform: Shape 20">
                <a:extLst>
                  <a:ext uri="{FF2B5EF4-FFF2-40B4-BE49-F238E27FC236}">
                    <a16:creationId xmlns:a16="http://schemas.microsoft.com/office/drawing/2014/main" id="{7984C3E4-7628-40C8-85CA-E19FCBCEF3F1}"/>
                  </a:ext>
                </a:extLst>
              </p:cNvPr>
              <p:cNvSpPr/>
              <p:nvPr/>
            </p:nvSpPr>
            <p:spPr>
              <a:xfrm>
                <a:off x="7485249" y="2926994"/>
                <a:ext cx="37550" cy="2394576"/>
              </a:xfrm>
              <a:custGeom>
                <a:avLst/>
                <a:gdLst>
                  <a:gd name="connsiteX0" fmla="*/ 0 w 100173"/>
                  <a:gd name="connsiteY0" fmla="*/ 6392581 h 6387957"/>
                  <a:gd name="connsiteX1" fmla="*/ 0 w 100173"/>
                  <a:gd name="connsiteY1" fmla="*/ 0 h 6387957"/>
                  <a:gd name="connsiteX2" fmla="*/ 103255 w 100173"/>
                  <a:gd name="connsiteY2" fmla="*/ 0 h 6387957"/>
                  <a:gd name="connsiteX3" fmla="*/ 103255 w 100173"/>
                  <a:gd name="connsiteY3" fmla="*/ 6392581 h 6387957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</a:cxnLst>
                <a:rect l="l" t="t" r="r" b="b"/>
                <a:pathLst>
                  <a:path w="100173" h="6387957">
                    <a:moveTo>
                      <a:pt x="0" y="6392581"/>
                    </a:moveTo>
                    <a:cubicBezTo>
                      <a:pt x="0" y="4261207"/>
                      <a:pt x="0" y="2131374"/>
                      <a:pt x="0" y="0"/>
                    </a:cubicBezTo>
                    <a:cubicBezTo>
                      <a:pt x="34675" y="0"/>
                      <a:pt x="67809" y="0"/>
                      <a:pt x="103255" y="0"/>
                    </a:cubicBezTo>
                    <a:cubicBezTo>
                      <a:pt x="103255" y="2130603"/>
                      <a:pt x="103255" y="4260437"/>
                      <a:pt x="103255" y="6392581"/>
                    </a:cubicBezTo>
                  </a:path>
                </a:pathLst>
              </a:custGeom>
              <a:solidFill>
                <a:schemeClr val="accent1"/>
              </a:solidFill>
              <a:ln w="7704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US" dirty="0">
                  <a:latin typeface="Times New Roman" panose="02020603050405020304" pitchFamily="18" charset="0"/>
                  <a:cs typeface="Times New Roman" pitchFamily="18" charset="0"/>
                </a:endParaRPr>
              </a:p>
            </p:txBody>
          </p:sp>
          <p:sp>
            <p:nvSpPr>
              <p:cNvPr id="58" name="Freeform: Shape 21">
                <a:extLst>
                  <a:ext uri="{FF2B5EF4-FFF2-40B4-BE49-F238E27FC236}">
                    <a16:creationId xmlns:a16="http://schemas.microsoft.com/office/drawing/2014/main" id="{8C53762C-C9DB-488B-A6C3-D2EF997D4824}"/>
                  </a:ext>
                </a:extLst>
              </p:cNvPr>
              <p:cNvSpPr/>
              <p:nvPr/>
            </p:nvSpPr>
            <p:spPr>
              <a:xfrm>
                <a:off x="7616134" y="2926994"/>
                <a:ext cx="28885" cy="2567886"/>
              </a:xfrm>
              <a:custGeom>
                <a:avLst/>
                <a:gdLst>
                  <a:gd name="connsiteX0" fmla="*/ 0 w 77056"/>
                  <a:gd name="connsiteY0" fmla="*/ 6854918 h 6850294"/>
                  <a:gd name="connsiteX1" fmla="*/ 0 w 77056"/>
                  <a:gd name="connsiteY1" fmla="*/ 0 h 6850294"/>
                  <a:gd name="connsiteX2" fmla="*/ 78597 w 77056"/>
                  <a:gd name="connsiteY2" fmla="*/ 0 h 6850294"/>
                  <a:gd name="connsiteX3" fmla="*/ 78597 w 77056"/>
                  <a:gd name="connsiteY3" fmla="*/ 6854918 h 6850294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</a:cxnLst>
                <a:rect l="l" t="t" r="r" b="b"/>
                <a:pathLst>
                  <a:path w="77056" h="6850294">
                    <a:moveTo>
                      <a:pt x="0" y="6854918"/>
                    </a:moveTo>
                    <a:cubicBezTo>
                      <a:pt x="0" y="4570202"/>
                      <a:pt x="0" y="2286257"/>
                      <a:pt x="0" y="0"/>
                    </a:cubicBezTo>
                    <a:cubicBezTo>
                      <a:pt x="25428" y="0"/>
                      <a:pt x="50087" y="0"/>
                      <a:pt x="78597" y="0"/>
                    </a:cubicBezTo>
                    <a:cubicBezTo>
                      <a:pt x="78597" y="2283175"/>
                      <a:pt x="78597" y="4566350"/>
                      <a:pt x="78597" y="6854918"/>
                    </a:cubicBezTo>
                  </a:path>
                </a:pathLst>
              </a:custGeom>
              <a:solidFill>
                <a:schemeClr val="accent1"/>
              </a:solidFill>
              <a:ln w="7704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US" dirty="0">
                  <a:latin typeface="Times New Roman" panose="02020603050405020304" pitchFamily="18" charset="0"/>
                  <a:cs typeface="Times New Roman" pitchFamily="18" charset="0"/>
                </a:endParaRPr>
              </a:p>
            </p:txBody>
          </p:sp>
          <p:sp>
            <p:nvSpPr>
              <p:cNvPr id="59" name="Freeform: Shape 22">
                <a:extLst>
                  <a:ext uri="{FF2B5EF4-FFF2-40B4-BE49-F238E27FC236}">
                    <a16:creationId xmlns:a16="http://schemas.microsoft.com/office/drawing/2014/main" id="{1A8ED041-2586-48E4-ACBE-6C2ED338E966}"/>
                  </a:ext>
                </a:extLst>
              </p:cNvPr>
              <p:cNvSpPr/>
              <p:nvPr/>
            </p:nvSpPr>
            <p:spPr>
              <a:xfrm>
                <a:off x="6838507" y="2926994"/>
                <a:ext cx="109764" cy="2394576"/>
              </a:xfrm>
              <a:custGeom>
                <a:avLst/>
                <a:gdLst>
                  <a:gd name="connsiteX0" fmla="*/ 0 w 292813"/>
                  <a:gd name="connsiteY0" fmla="*/ 6393351 h 6387957"/>
                  <a:gd name="connsiteX1" fmla="*/ 0 w 292813"/>
                  <a:gd name="connsiteY1" fmla="*/ 0 h 6387957"/>
                  <a:gd name="connsiteX2" fmla="*/ 295125 w 292813"/>
                  <a:gd name="connsiteY2" fmla="*/ 0 h 6387957"/>
                  <a:gd name="connsiteX3" fmla="*/ 295125 w 292813"/>
                  <a:gd name="connsiteY3" fmla="*/ 6393351 h 6387957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</a:cxnLst>
                <a:rect l="l" t="t" r="r" b="b"/>
                <a:pathLst>
                  <a:path w="292813" h="6387957">
                    <a:moveTo>
                      <a:pt x="0" y="6393351"/>
                    </a:moveTo>
                    <a:cubicBezTo>
                      <a:pt x="0" y="4261207"/>
                      <a:pt x="0" y="2131374"/>
                      <a:pt x="0" y="0"/>
                    </a:cubicBezTo>
                    <a:cubicBezTo>
                      <a:pt x="99403" y="0"/>
                      <a:pt x="196493" y="0"/>
                      <a:pt x="295125" y="0"/>
                    </a:cubicBezTo>
                    <a:cubicBezTo>
                      <a:pt x="295125" y="2132145"/>
                      <a:pt x="295125" y="4261207"/>
                      <a:pt x="295125" y="6393351"/>
                    </a:cubicBezTo>
                  </a:path>
                </a:pathLst>
              </a:custGeom>
              <a:solidFill>
                <a:schemeClr val="accent3"/>
              </a:solidFill>
              <a:ln w="7704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US" dirty="0">
                  <a:latin typeface="Times New Roman" panose="02020603050405020304" pitchFamily="18" charset="0"/>
                  <a:cs typeface="Times New Roman" pitchFamily="18" charset="0"/>
                </a:endParaRPr>
              </a:p>
            </p:txBody>
          </p:sp>
          <p:sp>
            <p:nvSpPr>
              <p:cNvPr id="60" name="Freeform: Shape 23">
                <a:extLst>
                  <a:ext uri="{FF2B5EF4-FFF2-40B4-BE49-F238E27FC236}">
                    <a16:creationId xmlns:a16="http://schemas.microsoft.com/office/drawing/2014/main" id="{E2E2C08D-AFC1-4D38-B19D-ECAA791E7E03}"/>
                  </a:ext>
                </a:extLst>
              </p:cNvPr>
              <p:cNvSpPr/>
              <p:nvPr/>
            </p:nvSpPr>
            <p:spPr>
              <a:xfrm>
                <a:off x="6980994" y="2927282"/>
                <a:ext cx="37550" cy="2394576"/>
              </a:xfrm>
              <a:custGeom>
                <a:avLst/>
                <a:gdLst>
                  <a:gd name="connsiteX0" fmla="*/ 0 w 100173"/>
                  <a:gd name="connsiteY0" fmla="*/ 6392581 h 6387957"/>
                  <a:gd name="connsiteX1" fmla="*/ 0 w 100173"/>
                  <a:gd name="connsiteY1" fmla="*/ 0 h 6387957"/>
                  <a:gd name="connsiteX2" fmla="*/ 103255 w 100173"/>
                  <a:gd name="connsiteY2" fmla="*/ 0 h 6387957"/>
                  <a:gd name="connsiteX3" fmla="*/ 103255 w 100173"/>
                  <a:gd name="connsiteY3" fmla="*/ 6392581 h 6387957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</a:cxnLst>
                <a:rect l="l" t="t" r="r" b="b"/>
                <a:pathLst>
                  <a:path w="100173" h="6387957">
                    <a:moveTo>
                      <a:pt x="0" y="6392581"/>
                    </a:moveTo>
                    <a:cubicBezTo>
                      <a:pt x="0" y="4261978"/>
                      <a:pt x="0" y="2132145"/>
                      <a:pt x="0" y="0"/>
                    </a:cubicBezTo>
                    <a:cubicBezTo>
                      <a:pt x="33904" y="0"/>
                      <a:pt x="67809" y="0"/>
                      <a:pt x="103255" y="0"/>
                    </a:cubicBezTo>
                    <a:cubicBezTo>
                      <a:pt x="103255" y="2130603"/>
                      <a:pt x="103255" y="4258895"/>
                      <a:pt x="103255" y="6392581"/>
                    </a:cubicBezTo>
                  </a:path>
                </a:pathLst>
              </a:custGeom>
              <a:solidFill>
                <a:schemeClr val="accent3"/>
              </a:solidFill>
              <a:ln w="7704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US" dirty="0">
                  <a:latin typeface="Times New Roman" panose="02020603050405020304" pitchFamily="18" charset="0"/>
                  <a:cs typeface="Times New Roman" pitchFamily="18" charset="0"/>
                </a:endParaRPr>
              </a:p>
            </p:txBody>
          </p:sp>
          <p:sp>
            <p:nvSpPr>
              <p:cNvPr id="61" name="Freeform: Shape 24">
                <a:extLst>
                  <a:ext uri="{FF2B5EF4-FFF2-40B4-BE49-F238E27FC236}">
                    <a16:creationId xmlns:a16="http://schemas.microsoft.com/office/drawing/2014/main" id="{53B015E2-EB41-454F-B249-A3924B2C56A7}"/>
                  </a:ext>
                </a:extLst>
              </p:cNvPr>
              <p:cNvSpPr/>
              <p:nvPr/>
            </p:nvSpPr>
            <p:spPr>
              <a:xfrm>
                <a:off x="7065051" y="2926994"/>
                <a:ext cx="37550" cy="2394576"/>
              </a:xfrm>
              <a:custGeom>
                <a:avLst/>
                <a:gdLst>
                  <a:gd name="connsiteX0" fmla="*/ 0 w 100173"/>
                  <a:gd name="connsiteY0" fmla="*/ 6392581 h 6387957"/>
                  <a:gd name="connsiteX1" fmla="*/ 0 w 100173"/>
                  <a:gd name="connsiteY1" fmla="*/ 0 h 6387957"/>
                  <a:gd name="connsiteX2" fmla="*/ 103255 w 100173"/>
                  <a:gd name="connsiteY2" fmla="*/ 0 h 6387957"/>
                  <a:gd name="connsiteX3" fmla="*/ 103255 w 100173"/>
                  <a:gd name="connsiteY3" fmla="*/ 6392581 h 6387957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</a:cxnLst>
                <a:rect l="l" t="t" r="r" b="b"/>
                <a:pathLst>
                  <a:path w="100173" h="6387957">
                    <a:moveTo>
                      <a:pt x="0" y="6392581"/>
                    </a:moveTo>
                    <a:cubicBezTo>
                      <a:pt x="0" y="4261978"/>
                      <a:pt x="0" y="2132145"/>
                      <a:pt x="0" y="0"/>
                    </a:cubicBezTo>
                    <a:cubicBezTo>
                      <a:pt x="33904" y="0"/>
                      <a:pt x="67809" y="0"/>
                      <a:pt x="103255" y="0"/>
                    </a:cubicBezTo>
                    <a:cubicBezTo>
                      <a:pt x="103255" y="2130603"/>
                      <a:pt x="103255" y="4258895"/>
                      <a:pt x="103255" y="6392581"/>
                    </a:cubicBezTo>
                  </a:path>
                </a:pathLst>
              </a:custGeom>
              <a:solidFill>
                <a:schemeClr val="accent3"/>
              </a:solidFill>
              <a:ln w="7704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US" dirty="0">
                  <a:latin typeface="Times New Roman" panose="02020603050405020304" pitchFamily="18" charset="0"/>
                  <a:cs typeface="Times New Roman" pitchFamily="18" charset="0"/>
                </a:endParaRPr>
              </a:p>
            </p:txBody>
          </p:sp>
          <p:sp>
            <p:nvSpPr>
              <p:cNvPr id="62" name="Freeform: Shape 25">
                <a:extLst>
                  <a:ext uri="{FF2B5EF4-FFF2-40B4-BE49-F238E27FC236}">
                    <a16:creationId xmlns:a16="http://schemas.microsoft.com/office/drawing/2014/main" id="{018D5BE2-ED44-4289-8EFA-42F5721FBB85}"/>
                  </a:ext>
                </a:extLst>
              </p:cNvPr>
              <p:cNvSpPr/>
              <p:nvPr/>
            </p:nvSpPr>
            <p:spPr>
              <a:xfrm>
                <a:off x="6754449" y="2926127"/>
                <a:ext cx="37550" cy="2394576"/>
              </a:xfrm>
              <a:custGeom>
                <a:avLst/>
                <a:gdLst>
                  <a:gd name="connsiteX0" fmla="*/ 0 w 100173"/>
                  <a:gd name="connsiteY0" fmla="*/ 6392581 h 6387957"/>
                  <a:gd name="connsiteX1" fmla="*/ 0 w 100173"/>
                  <a:gd name="connsiteY1" fmla="*/ 0 h 6387957"/>
                  <a:gd name="connsiteX2" fmla="*/ 103255 w 100173"/>
                  <a:gd name="connsiteY2" fmla="*/ 0 h 6387957"/>
                  <a:gd name="connsiteX3" fmla="*/ 103255 w 100173"/>
                  <a:gd name="connsiteY3" fmla="*/ 6392581 h 6387957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</a:cxnLst>
                <a:rect l="l" t="t" r="r" b="b"/>
                <a:pathLst>
                  <a:path w="100173" h="6387957">
                    <a:moveTo>
                      <a:pt x="0" y="6392581"/>
                    </a:moveTo>
                    <a:cubicBezTo>
                      <a:pt x="0" y="4261978"/>
                      <a:pt x="0" y="2132145"/>
                      <a:pt x="0" y="0"/>
                    </a:cubicBezTo>
                    <a:cubicBezTo>
                      <a:pt x="33905" y="0"/>
                      <a:pt x="67810" y="0"/>
                      <a:pt x="103255" y="0"/>
                    </a:cubicBezTo>
                    <a:cubicBezTo>
                      <a:pt x="103255" y="2131374"/>
                      <a:pt x="103255" y="4260436"/>
                      <a:pt x="103255" y="6392581"/>
                    </a:cubicBezTo>
                  </a:path>
                </a:pathLst>
              </a:custGeom>
              <a:solidFill>
                <a:schemeClr val="accent3"/>
              </a:solidFill>
              <a:ln w="7704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US" dirty="0">
                  <a:latin typeface="Times New Roman" panose="02020603050405020304" pitchFamily="18" charset="0"/>
                  <a:cs typeface="Times New Roman" pitchFamily="18" charset="0"/>
                </a:endParaRPr>
              </a:p>
            </p:txBody>
          </p:sp>
          <p:sp>
            <p:nvSpPr>
              <p:cNvPr id="63" name="Freeform: Shape 26">
                <a:extLst>
                  <a:ext uri="{FF2B5EF4-FFF2-40B4-BE49-F238E27FC236}">
                    <a16:creationId xmlns:a16="http://schemas.microsoft.com/office/drawing/2014/main" id="{FEBA9FA3-A7E2-4C7A-A66C-36068833FD70}"/>
                  </a:ext>
                </a:extLst>
              </p:cNvPr>
              <p:cNvSpPr/>
              <p:nvPr/>
            </p:nvSpPr>
            <p:spPr>
              <a:xfrm>
                <a:off x="6334914" y="2927282"/>
                <a:ext cx="37550" cy="2394576"/>
              </a:xfrm>
              <a:custGeom>
                <a:avLst/>
                <a:gdLst>
                  <a:gd name="connsiteX0" fmla="*/ 0 w 100173"/>
                  <a:gd name="connsiteY0" fmla="*/ 6393351 h 6387957"/>
                  <a:gd name="connsiteX1" fmla="*/ 0 w 100173"/>
                  <a:gd name="connsiteY1" fmla="*/ 0 h 6387957"/>
                  <a:gd name="connsiteX2" fmla="*/ 103255 w 100173"/>
                  <a:gd name="connsiteY2" fmla="*/ 0 h 6387957"/>
                  <a:gd name="connsiteX3" fmla="*/ 103255 w 100173"/>
                  <a:gd name="connsiteY3" fmla="*/ 6393351 h 6387957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</a:cxnLst>
                <a:rect l="l" t="t" r="r" b="b"/>
                <a:pathLst>
                  <a:path w="100173" h="6387957">
                    <a:moveTo>
                      <a:pt x="0" y="6393351"/>
                    </a:moveTo>
                    <a:cubicBezTo>
                      <a:pt x="0" y="4262748"/>
                      <a:pt x="0" y="2132915"/>
                      <a:pt x="0" y="0"/>
                    </a:cubicBezTo>
                    <a:cubicBezTo>
                      <a:pt x="33904" y="0"/>
                      <a:pt x="67809" y="0"/>
                      <a:pt x="103255" y="0"/>
                    </a:cubicBezTo>
                    <a:cubicBezTo>
                      <a:pt x="103255" y="2131374"/>
                      <a:pt x="103255" y="4260436"/>
                      <a:pt x="103255" y="6393351"/>
                    </a:cubicBezTo>
                  </a:path>
                </a:pathLst>
              </a:custGeom>
              <a:solidFill>
                <a:schemeClr val="accent5"/>
              </a:solidFill>
              <a:ln w="7704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US" dirty="0">
                  <a:latin typeface="Times New Roman" panose="02020603050405020304" pitchFamily="18" charset="0"/>
                  <a:cs typeface="Times New Roman" pitchFamily="18" charset="0"/>
                </a:endParaRPr>
              </a:p>
            </p:txBody>
          </p:sp>
          <p:sp>
            <p:nvSpPr>
              <p:cNvPr id="64" name="Freeform: Shape 27">
                <a:extLst>
                  <a:ext uri="{FF2B5EF4-FFF2-40B4-BE49-F238E27FC236}">
                    <a16:creationId xmlns:a16="http://schemas.microsoft.com/office/drawing/2014/main" id="{DCE49181-A192-4FDD-8E4A-6CE1DB81A373}"/>
                  </a:ext>
                </a:extLst>
              </p:cNvPr>
              <p:cNvSpPr/>
              <p:nvPr/>
            </p:nvSpPr>
            <p:spPr>
              <a:xfrm>
                <a:off x="6159871" y="2926127"/>
                <a:ext cx="37550" cy="2397464"/>
              </a:xfrm>
              <a:custGeom>
                <a:avLst/>
                <a:gdLst>
                  <a:gd name="connsiteX0" fmla="*/ 0 w 100173"/>
                  <a:gd name="connsiteY0" fmla="*/ 6395663 h 6395662"/>
                  <a:gd name="connsiteX1" fmla="*/ 0 w 100173"/>
                  <a:gd name="connsiteY1" fmla="*/ 0 h 6395662"/>
                  <a:gd name="connsiteX2" fmla="*/ 52398 w 100173"/>
                  <a:gd name="connsiteY2" fmla="*/ 0 h 6395662"/>
                  <a:gd name="connsiteX3" fmla="*/ 103255 w 100173"/>
                  <a:gd name="connsiteY3" fmla="*/ 0 h 6395662"/>
                  <a:gd name="connsiteX4" fmla="*/ 103255 w 100173"/>
                  <a:gd name="connsiteY4" fmla="*/ 6395663 h 6395662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</a:cxnLst>
                <a:rect l="l" t="t" r="r" b="b"/>
                <a:pathLst>
                  <a:path w="100173" h="6395662">
                    <a:moveTo>
                      <a:pt x="0" y="6395663"/>
                    </a:moveTo>
                    <a:cubicBezTo>
                      <a:pt x="0" y="4265060"/>
                      <a:pt x="0" y="2135227"/>
                      <a:pt x="0" y="0"/>
                    </a:cubicBezTo>
                    <a:cubicBezTo>
                      <a:pt x="17723" y="0"/>
                      <a:pt x="34675" y="0"/>
                      <a:pt x="52398" y="0"/>
                    </a:cubicBezTo>
                    <a:cubicBezTo>
                      <a:pt x="68580" y="0"/>
                      <a:pt x="84762" y="0"/>
                      <a:pt x="103255" y="0"/>
                    </a:cubicBezTo>
                    <a:cubicBezTo>
                      <a:pt x="103255" y="2132915"/>
                      <a:pt x="103255" y="4261977"/>
                      <a:pt x="103255" y="6395663"/>
                    </a:cubicBezTo>
                  </a:path>
                </a:pathLst>
              </a:custGeom>
              <a:solidFill>
                <a:schemeClr val="accent5"/>
              </a:solidFill>
              <a:ln w="7704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US" dirty="0">
                  <a:latin typeface="Times New Roman" panose="02020603050405020304" pitchFamily="18" charset="0"/>
                  <a:cs typeface="Times New Roman" pitchFamily="18" charset="0"/>
                </a:endParaRPr>
              </a:p>
            </p:txBody>
          </p:sp>
          <p:sp>
            <p:nvSpPr>
              <p:cNvPr id="65" name="Freeform: Shape 28">
                <a:extLst>
                  <a:ext uri="{FF2B5EF4-FFF2-40B4-BE49-F238E27FC236}">
                    <a16:creationId xmlns:a16="http://schemas.microsoft.com/office/drawing/2014/main" id="{08B99DFA-675D-47CD-AAA5-48F4B7263F7F}"/>
                  </a:ext>
                </a:extLst>
              </p:cNvPr>
              <p:cNvSpPr/>
              <p:nvPr/>
            </p:nvSpPr>
            <p:spPr>
              <a:xfrm>
                <a:off x="6231712" y="2926127"/>
                <a:ext cx="72212" cy="2394576"/>
              </a:xfrm>
              <a:custGeom>
                <a:avLst/>
                <a:gdLst>
                  <a:gd name="connsiteX0" fmla="*/ 0 w 192640"/>
                  <a:gd name="connsiteY0" fmla="*/ 6392581 h 6387957"/>
                  <a:gd name="connsiteX1" fmla="*/ 0 w 192640"/>
                  <a:gd name="connsiteY1" fmla="*/ 0 h 6387957"/>
                  <a:gd name="connsiteX2" fmla="*/ 198805 w 192640"/>
                  <a:gd name="connsiteY2" fmla="*/ 0 h 6387957"/>
                  <a:gd name="connsiteX3" fmla="*/ 198805 w 192640"/>
                  <a:gd name="connsiteY3" fmla="*/ 6392581 h 6387957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</a:cxnLst>
                <a:rect l="l" t="t" r="r" b="b"/>
                <a:pathLst>
                  <a:path w="192640" h="6387957">
                    <a:moveTo>
                      <a:pt x="0" y="6392581"/>
                    </a:moveTo>
                    <a:cubicBezTo>
                      <a:pt x="0" y="4261207"/>
                      <a:pt x="0" y="2132145"/>
                      <a:pt x="0" y="0"/>
                    </a:cubicBezTo>
                    <a:cubicBezTo>
                      <a:pt x="66268" y="0"/>
                      <a:pt x="131766" y="0"/>
                      <a:pt x="198805" y="0"/>
                    </a:cubicBezTo>
                    <a:cubicBezTo>
                      <a:pt x="198805" y="2131374"/>
                      <a:pt x="198805" y="4261207"/>
                      <a:pt x="198805" y="6392581"/>
                    </a:cubicBezTo>
                  </a:path>
                </a:pathLst>
              </a:custGeom>
              <a:solidFill>
                <a:schemeClr val="accent5"/>
              </a:solidFill>
              <a:ln w="7704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US" dirty="0">
                  <a:latin typeface="Times New Roman" panose="02020603050405020304" pitchFamily="18" charset="0"/>
                  <a:cs typeface="Times New Roman" pitchFamily="18" charset="0"/>
                </a:endParaRPr>
              </a:p>
            </p:txBody>
          </p:sp>
          <p:sp>
            <p:nvSpPr>
              <p:cNvPr id="66" name="Freeform: Shape 29">
                <a:extLst>
                  <a:ext uri="{FF2B5EF4-FFF2-40B4-BE49-F238E27FC236}">
                    <a16:creationId xmlns:a16="http://schemas.microsoft.com/office/drawing/2014/main" id="{A3A52561-2F81-45D4-BB63-98DD6D95E5E9}"/>
                  </a:ext>
                </a:extLst>
              </p:cNvPr>
              <p:cNvSpPr/>
              <p:nvPr/>
            </p:nvSpPr>
            <p:spPr>
              <a:xfrm>
                <a:off x="6598401" y="2927282"/>
                <a:ext cx="37550" cy="2394576"/>
              </a:xfrm>
              <a:custGeom>
                <a:avLst/>
                <a:gdLst>
                  <a:gd name="connsiteX0" fmla="*/ 0 w 100173"/>
                  <a:gd name="connsiteY0" fmla="*/ 6392581 h 6387957"/>
                  <a:gd name="connsiteX1" fmla="*/ 0 w 100173"/>
                  <a:gd name="connsiteY1" fmla="*/ 0 h 6387957"/>
                  <a:gd name="connsiteX2" fmla="*/ 103255 w 100173"/>
                  <a:gd name="connsiteY2" fmla="*/ 0 h 6387957"/>
                  <a:gd name="connsiteX3" fmla="*/ 103255 w 100173"/>
                  <a:gd name="connsiteY3" fmla="*/ 6392581 h 6387957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</a:cxnLst>
                <a:rect l="l" t="t" r="r" b="b"/>
                <a:pathLst>
                  <a:path w="100173" h="6387957">
                    <a:moveTo>
                      <a:pt x="0" y="6392581"/>
                    </a:moveTo>
                    <a:cubicBezTo>
                      <a:pt x="0" y="4261207"/>
                      <a:pt x="0" y="2131374"/>
                      <a:pt x="0" y="0"/>
                    </a:cubicBezTo>
                    <a:cubicBezTo>
                      <a:pt x="34675" y="0"/>
                      <a:pt x="67809" y="0"/>
                      <a:pt x="103255" y="0"/>
                    </a:cubicBezTo>
                    <a:cubicBezTo>
                      <a:pt x="103255" y="2130603"/>
                      <a:pt x="103255" y="4260437"/>
                      <a:pt x="103255" y="6392581"/>
                    </a:cubicBezTo>
                  </a:path>
                </a:pathLst>
              </a:custGeom>
              <a:solidFill>
                <a:schemeClr val="accent4"/>
              </a:solidFill>
              <a:ln w="7704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US" dirty="0">
                  <a:latin typeface="Times New Roman" panose="02020603050405020304" pitchFamily="18" charset="0"/>
                  <a:cs typeface="Times New Roman" pitchFamily="18" charset="0"/>
                </a:endParaRPr>
              </a:p>
            </p:txBody>
          </p:sp>
          <p:sp>
            <p:nvSpPr>
              <p:cNvPr id="67" name="Freeform: Shape 30">
                <a:extLst>
                  <a:ext uri="{FF2B5EF4-FFF2-40B4-BE49-F238E27FC236}">
                    <a16:creationId xmlns:a16="http://schemas.microsoft.com/office/drawing/2014/main" id="{53780AFD-C7BF-438C-8ACF-ADB70736488F}"/>
                  </a:ext>
                </a:extLst>
              </p:cNvPr>
              <p:cNvSpPr/>
              <p:nvPr/>
            </p:nvSpPr>
            <p:spPr>
              <a:xfrm>
                <a:off x="6680669" y="2927282"/>
                <a:ext cx="37550" cy="2394576"/>
              </a:xfrm>
              <a:custGeom>
                <a:avLst/>
                <a:gdLst>
                  <a:gd name="connsiteX0" fmla="*/ 0 w 100173"/>
                  <a:gd name="connsiteY0" fmla="*/ 6392581 h 6387957"/>
                  <a:gd name="connsiteX1" fmla="*/ 0 w 100173"/>
                  <a:gd name="connsiteY1" fmla="*/ 0 h 6387957"/>
                  <a:gd name="connsiteX2" fmla="*/ 103255 w 100173"/>
                  <a:gd name="connsiteY2" fmla="*/ 0 h 6387957"/>
                  <a:gd name="connsiteX3" fmla="*/ 103255 w 100173"/>
                  <a:gd name="connsiteY3" fmla="*/ 6392581 h 6387957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</a:cxnLst>
                <a:rect l="l" t="t" r="r" b="b"/>
                <a:pathLst>
                  <a:path w="100173" h="6387957">
                    <a:moveTo>
                      <a:pt x="0" y="6392581"/>
                    </a:moveTo>
                    <a:cubicBezTo>
                      <a:pt x="0" y="4261978"/>
                      <a:pt x="0" y="2132145"/>
                      <a:pt x="0" y="0"/>
                    </a:cubicBezTo>
                    <a:cubicBezTo>
                      <a:pt x="33905" y="0"/>
                      <a:pt x="67810" y="0"/>
                      <a:pt x="103255" y="0"/>
                    </a:cubicBezTo>
                    <a:cubicBezTo>
                      <a:pt x="103255" y="2131374"/>
                      <a:pt x="103255" y="4260436"/>
                      <a:pt x="103255" y="6392581"/>
                    </a:cubicBezTo>
                  </a:path>
                </a:pathLst>
              </a:custGeom>
              <a:solidFill>
                <a:schemeClr val="accent4"/>
              </a:solidFill>
              <a:ln w="7704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US" dirty="0">
                  <a:latin typeface="Times New Roman" panose="02020603050405020304" pitchFamily="18" charset="0"/>
                  <a:cs typeface="Times New Roman" pitchFamily="18" charset="0"/>
                </a:endParaRPr>
              </a:p>
            </p:txBody>
          </p:sp>
          <p:sp>
            <p:nvSpPr>
              <p:cNvPr id="68" name="Freeform: Shape 31">
                <a:extLst>
                  <a:ext uri="{FF2B5EF4-FFF2-40B4-BE49-F238E27FC236}">
                    <a16:creationId xmlns:a16="http://schemas.microsoft.com/office/drawing/2014/main" id="{D1DA5EF5-6153-4FA1-B3B6-C7EA4D7C45C7}"/>
                  </a:ext>
                </a:extLst>
              </p:cNvPr>
              <p:cNvSpPr/>
              <p:nvPr/>
            </p:nvSpPr>
            <p:spPr>
              <a:xfrm>
                <a:off x="6516134" y="2927282"/>
                <a:ext cx="37550" cy="2394576"/>
              </a:xfrm>
              <a:custGeom>
                <a:avLst/>
                <a:gdLst>
                  <a:gd name="connsiteX0" fmla="*/ 0 w 100173"/>
                  <a:gd name="connsiteY0" fmla="*/ 6391811 h 6387957"/>
                  <a:gd name="connsiteX1" fmla="*/ 0 w 100173"/>
                  <a:gd name="connsiteY1" fmla="*/ 0 h 6387957"/>
                  <a:gd name="connsiteX2" fmla="*/ 103255 w 100173"/>
                  <a:gd name="connsiteY2" fmla="*/ 0 h 6387957"/>
                  <a:gd name="connsiteX3" fmla="*/ 103255 w 100173"/>
                  <a:gd name="connsiteY3" fmla="*/ 6391811 h 6387957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</a:cxnLst>
                <a:rect l="l" t="t" r="r" b="b"/>
                <a:pathLst>
                  <a:path w="100173" h="6387957">
                    <a:moveTo>
                      <a:pt x="0" y="6391811"/>
                    </a:moveTo>
                    <a:cubicBezTo>
                      <a:pt x="0" y="4261978"/>
                      <a:pt x="0" y="2132145"/>
                      <a:pt x="0" y="0"/>
                    </a:cubicBezTo>
                    <a:cubicBezTo>
                      <a:pt x="33134" y="0"/>
                      <a:pt x="67039" y="0"/>
                      <a:pt x="103255" y="0"/>
                    </a:cubicBezTo>
                    <a:cubicBezTo>
                      <a:pt x="103255" y="2130603"/>
                      <a:pt x="103255" y="4260436"/>
                      <a:pt x="103255" y="6391811"/>
                    </a:cubicBezTo>
                  </a:path>
                </a:pathLst>
              </a:custGeom>
              <a:solidFill>
                <a:schemeClr val="accent4"/>
              </a:solidFill>
              <a:ln w="7704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US" dirty="0">
                  <a:latin typeface="Times New Roman" panose="02020603050405020304" pitchFamily="18" charset="0"/>
                  <a:cs typeface="Times New Roman" pitchFamily="18" charset="0"/>
                </a:endParaRPr>
              </a:p>
            </p:txBody>
          </p:sp>
          <p:sp>
            <p:nvSpPr>
              <p:cNvPr id="69" name="Freeform: Shape 32">
                <a:extLst>
                  <a:ext uri="{FF2B5EF4-FFF2-40B4-BE49-F238E27FC236}">
                    <a16:creationId xmlns:a16="http://schemas.microsoft.com/office/drawing/2014/main" id="{F80C8E45-AA03-497B-9ABE-2E9B8BC26557}"/>
                  </a:ext>
                </a:extLst>
              </p:cNvPr>
              <p:cNvSpPr/>
              <p:nvPr/>
            </p:nvSpPr>
            <p:spPr>
              <a:xfrm>
                <a:off x="6399205" y="2927282"/>
                <a:ext cx="72212" cy="2394576"/>
              </a:xfrm>
              <a:custGeom>
                <a:avLst/>
                <a:gdLst>
                  <a:gd name="connsiteX0" fmla="*/ 0 w 192640"/>
                  <a:gd name="connsiteY0" fmla="*/ 6392581 h 6387957"/>
                  <a:gd name="connsiteX1" fmla="*/ 0 w 192640"/>
                  <a:gd name="connsiteY1" fmla="*/ 0 h 6387957"/>
                  <a:gd name="connsiteX2" fmla="*/ 198805 w 192640"/>
                  <a:gd name="connsiteY2" fmla="*/ 0 h 6387957"/>
                  <a:gd name="connsiteX3" fmla="*/ 198805 w 192640"/>
                  <a:gd name="connsiteY3" fmla="*/ 6392581 h 6387957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</a:cxnLst>
                <a:rect l="l" t="t" r="r" b="b"/>
                <a:pathLst>
                  <a:path w="192640" h="6387957">
                    <a:moveTo>
                      <a:pt x="0" y="6392581"/>
                    </a:moveTo>
                    <a:cubicBezTo>
                      <a:pt x="0" y="4261207"/>
                      <a:pt x="0" y="2132145"/>
                      <a:pt x="0" y="0"/>
                    </a:cubicBezTo>
                    <a:cubicBezTo>
                      <a:pt x="66268" y="0"/>
                      <a:pt x="131766" y="0"/>
                      <a:pt x="198805" y="0"/>
                    </a:cubicBezTo>
                    <a:cubicBezTo>
                      <a:pt x="198805" y="2131374"/>
                      <a:pt x="198805" y="4261207"/>
                      <a:pt x="198805" y="6392581"/>
                    </a:cubicBezTo>
                  </a:path>
                </a:pathLst>
              </a:custGeom>
              <a:solidFill>
                <a:schemeClr val="accent4"/>
              </a:solidFill>
              <a:ln w="7704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US" dirty="0">
                  <a:latin typeface="Times New Roman" panose="02020603050405020304" pitchFamily="18" charset="0"/>
                  <a:cs typeface="Times New Roman" pitchFamily="18" charset="0"/>
                </a:endParaRPr>
              </a:p>
            </p:txBody>
          </p:sp>
          <p:sp>
            <p:nvSpPr>
              <p:cNvPr id="70" name="Freeform: Shape 33">
                <a:extLst>
                  <a:ext uri="{FF2B5EF4-FFF2-40B4-BE49-F238E27FC236}">
                    <a16:creationId xmlns:a16="http://schemas.microsoft.com/office/drawing/2014/main" id="{B33154AB-DAF1-4E1D-AED0-2C8B79C6FE97}"/>
                  </a:ext>
                </a:extLst>
              </p:cNvPr>
              <p:cNvSpPr/>
              <p:nvPr/>
            </p:nvSpPr>
            <p:spPr>
              <a:xfrm>
                <a:off x="5237391" y="2926127"/>
                <a:ext cx="144425" cy="2394576"/>
              </a:xfrm>
              <a:custGeom>
                <a:avLst/>
                <a:gdLst>
                  <a:gd name="connsiteX0" fmla="*/ 0 w 385280"/>
                  <a:gd name="connsiteY0" fmla="*/ 6393351 h 6387957"/>
                  <a:gd name="connsiteX1" fmla="*/ 0 w 385280"/>
                  <a:gd name="connsiteY1" fmla="*/ 0 h 6387957"/>
                  <a:gd name="connsiteX2" fmla="*/ 387593 w 385280"/>
                  <a:gd name="connsiteY2" fmla="*/ 0 h 6387957"/>
                  <a:gd name="connsiteX3" fmla="*/ 387593 w 385280"/>
                  <a:gd name="connsiteY3" fmla="*/ 6393351 h 6387957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</a:cxnLst>
                <a:rect l="l" t="t" r="r" b="b"/>
                <a:pathLst>
                  <a:path w="385280" h="6387957">
                    <a:moveTo>
                      <a:pt x="0" y="6393351"/>
                    </a:moveTo>
                    <a:cubicBezTo>
                      <a:pt x="0" y="4262748"/>
                      <a:pt x="0" y="2132145"/>
                      <a:pt x="0" y="0"/>
                    </a:cubicBezTo>
                    <a:cubicBezTo>
                      <a:pt x="128684" y="0"/>
                      <a:pt x="256597" y="0"/>
                      <a:pt x="387593" y="0"/>
                    </a:cubicBezTo>
                    <a:cubicBezTo>
                      <a:pt x="387593" y="2130603"/>
                      <a:pt x="387593" y="4261207"/>
                      <a:pt x="387593" y="6393351"/>
                    </a:cubicBezTo>
                  </a:path>
                </a:pathLst>
              </a:custGeom>
              <a:solidFill>
                <a:schemeClr val="accent3"/>
              </a:solidFill>
              <a:ln w="7704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US" dirty="0">
                  <a:latin typeface="Times New Roman" panose="02020603050405020304" pitchFamily="18" charset="0"/>
                  <a:cs typeface="Times New Roman" pitchFamily="18" charset="0"/>
                </a:endParaRPr>
              </a:p>
            </p:txBody>
          </p:sp>
          <p:sp>
            <p:nvSpPr>
              <p:cNvPr id="71" name="Freeform: Shape 34">
                <a:extLst>
                  <a:ext uri="{FF2B5EF4-FFF2-40B4-BE49-F238E27FC236}">
                    <a16:creationId xmlns:a16="http://schemas.microsoft.com/office/drawing/2014/main" id="{6E905E38-B653-4270-89DB-6739B8AED375}"/>
                  </a:ext>
                </a:extLst>
              </p:cNvPr>
              <p:cNvSpPr/>
              <p:nvPr/>
            </p:nvSpPr>
            <p:spPr>
              <a:xfrm>
                <a:off x="5123269" y="2926994"/>
                <a:ext cx="72212" cy="2394576"/>
              </a:xfrm>
              <a:custGeom>
                <a:avLst/>
                <a:gdLst>
                  <a:gd name="connsiteX0" fmla="*/ 0 w 192640"/>
                  <a:gd name="connsiteY0" fmla="*/ 6392581 h 6387957"/>
                  <a:gd name="connsiteX1" fmla="*/ 0 w 192640"/>
                  <a:gd name="connsiteY1" fmla="*/ 0 h 6387957"/>
                  <a:gd name="connsiteX2" fmla="*/ 198805 w 192640"/>
                  <a:gd name="connsiteY2" fmla="*/ 0 h 6387957"/>
                  <a:gd name="connsiteX3" fmla="*/ 198805 w 192640"/>
                  <a:gd name="connsiteY3" fmla="*/ 6392581 h 6387957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</a:cxnLst>
                <a:rect l="l" t="t" r="r" b="b"/>
                <a:pathLst>
                  <a:path w="192640" h="6387957">
                    <a:moveTo>
                      <a:pt x="0" y="6392581"/>
                    </a:moveTo>
                    <a:cubicBezTo>
                      <a:pt x="0" y="4261207"/>
                      <a:pt x="0" y="2132145"/>
                      <a:pt x="0" y="0"/>
                    </a:cubicBezTo>
                    <a:cubicBezTo>
                      <a:pt x="67039" y="0"/>
                      <a:pt x="131766" y="0"/>
                      <a:pt x="198805" y="0"/>
                    </a:cubicBezTo>
                    <a:cubicBezTo>
                      <a:pt x="198805" y="2130603"/>
                      <a:pt x="198805" y="4259666"/>
                      <a:pt x="198805" y="6392581"/>
                    </a:cubicBezTo>
                  </a:path>
                </a:pathLst>
              </a:custGeom>
              <a:solidFill>
                <a:schemeClr val="accent3"/>
              </a:solidFill>
              <a:ln w="7704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US" dirty="0">
                  <a:latin typeface="Times New Roman" panose="02020603050405020304" pitchFamily="18" charset="0"/>
                  <a:cs typeface="Times New Roman" pitchFamily="18" charset="0"/>
                </a:endParaRPr>
              </a:p>
            </p:txBody>
          </p:sp>
          <p:sp>
            <p:nvSpPr>
              <p:cNvPr id="72" name="Freeform: Shape 35">
                <a:extLst>
                  <a:ext uri="{FF2B5EF4-FFF2-40B4-BE49-F238E27FC236}">
                    <a16:creationId xmlns:a16="http://schemas.microsoft.com/office/drawing/2014/main" id="{C46E5A34-F6FC-40B7-8BD9-CA4870D3EACB}"/>
                  </a:ext>
                </a:extLst>
              </p:cNvPr>
              <p:cNvSpPr/>
              <p:nvPr/>
            </p:nvSpPr>
            <p:spPr>
              <a:xfrm>
                <a:off x="5611343" y="2927282"/>
                <a:ext cx="72212" cy="2394576"/>
              </a:xfrm>
              <a:custGeom>
                <a:avLst/>
                <a:gdLst>
                  <a:gd name="connsiteX0" fmla="*/ 0 w 192640"/>
                  <a:gd name="connsiteY0" fmla="*/ 6392581 h 6387957"/>
                  <a:gd name="connsiteX1" fmla="*/ 0 w 192640"/>
                  <a:gd name="connsiteY1" fmla="*/ 0 h 6387957"/>
                  <a:gd name="connsiteX2" fmla="*/ 198805 w 192640"/>
                  <a:gd name="connsiteY2" fmla="*/ 0 h 6387957"/>
                  <a:gd name="connsiteX3" fmla="*/ 198805 w 192640"/>
                  <a:gd name="connsiteY3" fmla="*/ 6392581 h 6387957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</a:cxnLst>
                <a:rect l="l" t="t" r="r" b="b"/>
                <a:pathLst>
                  <a:path w="192640" h="6387957">
                    <a:moveTo>
                      <a:pt x="0" y="6392581"/>
                    </a:moveTo>
                    <a:cubicBezTo>
                      <a:pt x="0" y="4261207"/>
                      <a:pt x="0" y="2132145"/>
                      <a:pt x="0" y="0"/>
                    </a:cubicBezTo>
                    <a:cubicBezTo>
                      <a:pt x="66268" y="0"/>
                      <a:pt x="131766" y="0"/>
                      <a:pt x="198805" y="0"/>
                    </a:cubicBezTo>
                    <a:cubicBezTo>
                      <a:pt x="198805" y="2131374"/>
                      <a:pt x="198805" y="4261207"/>
                      <a:pt x="198805" y="6392581"/>
                    </a:cubicBezTo>
                  </a:path>
                </a:pathLst>
              </a:custGeom>
              <a:solidFill>
                <a:schemeClr val="accent3"/>
              </a:solidFill>
              <a:ln w="7704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US" dirty="0">
                  <a:latin typeface="Times New Roman" panose="02020603050405020304" pitchFamily="18" charset="0"/>
                  <a:cs typeface="Times New Roman" pitchFamily="18" charset="0"/>
                </a:endParaRPr>
              </a:p>
            </p:txBody>
          </p:sp>
          <p:sp>
            <p:nvSpPr>
              <p:cNvPr id="73" name="Freeform: Shape 36">
                <a:extLst>
                  <a:ext uri="{FF2B5EF4-FFF2-40B4-BE49-F238E27FC236}">
                    <a16:creationId xmlns:a16="http://schemas.microsoft.com/office/drawing/2014/main" id="{5FA3DBA7-F8ED-45A6-819E-A85FBC355BCB}"/>
                  </a:ext>
                </a:extLst>
              </p:cNvPr>
              <p:cNvSpPr/>
              <p:nvPr/>
            </p:nvSpPr>
            <p:spPr>
              <a:xfrm>
                <a:off x="5407259" y="2926994"/>
                <a:ext cx="37550" cy="2394576"/>
              </a:xfrm>
              <a:custGeom>
                <a:avLst/>
                <a:gdLst>
                  <a:gd name="connsiteX0" fmla="*/ 0 w 100173"/>
                  <a:gd name="connsiteY0" fmla="*/ 6392581 h 6387957"/>
                  <a:gd name="connsiteX1" fmla="*/ 0 w 100173"/>
                  <a:gd name="connsiteY1" fmla="*/ 0 h 6387957"/>
                  <a:gd name="connsiteX2" fmla="*/ 103255 w 100173"/>
                  <a:gd name="connsiteY2" fmla="*/ 0 h 6387957"/>
                  <a:gd name="connsiteX3" fmla="*/ 103255 w 100173"/>
                  <a:gd name="connsiteY3" fmla="*/ 6392581 h 6387957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</a:cxnLst>
                <a:rect l="l" t="t" r="r" b="b"/>
                <a:pathLst>
                  <a:path w="100173" h="6387957">
                    <a:moveTo>
                      <a:pt x="0" y="6392581"/>
                    </a:moveTo>
                    <a:cubicBezTo>
                      <a:pt x="0" y="4261978"/>
                      <a:pt x="0" y="2132145"/>
                      <a:pt x="0" y="0"/>
                    </a:cubicBezTo>
                    <a:cubicBezTo>
                      <a:pt x="34675" y="0"/>
                      <a:pt x="67810" y="0"/>
                      <a:pt x="103255" y="0"/>
                    </a:cubicBezTo>
                    <a:cubicBezTo>
                      <a:pt x="103255" y="2130603"/>
                      <a:pt x="103255" y="4259666"/>
                      <a:pt x="103255" y="6392581"/>
                    </a:cubicBezTo>
                  </a:path>
                </a:pathLst>
              </a:custGeom>
              <a:solidFill>
                <a:schemeClr val="accent3"/>
              </a:solidFill>
              <a:ln w="7704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US" dirty="0">
                  <a:latin typeface="Times New Roman" panose="02020603050405020304" pitchFamily="18" charset="0"/>
                  <a:cs typeface="Times New Roman" pitchFamily="18" charset="0"/>
                </a:endParaRPr>
              </a:p>
            </p:txBody>
          </p:sp>
          <p:sp>
            <p:nvSpPr>
              <p:cNvPr id="74" name="Freeform: Shape 37">
                <a:extLst>
                  <a:ext uri="{FF2B5EF4-FFF2-40B4-BE49-F238E27FC236}">
                    <a16:creationId xmlns:a16="http://schemas.microsoft.com/office/drawing/2014/main" id="{6D4897DB-997C-4440-9C15-09B6C34994D1}"/>
                  </a:ext>
                </a:extLst>
              </p:cNvPr>
              <p:cNvSpPr/>
              <p:nvPr/>
            </p:nvSpPr>
            <p:spPr>
              <a:xfrm>
                <a:off x="5470252" y="2926994"/>
                <a:ext cx="37550" cy="2394576"/>
              </a:xfrm>
              <a:custGeom>
                <a:avLst/>
                <a:gdLst>
                  <a:gd name="connsiteX0" fmla="*/ 0 w 100173"/>
                  <a:gd name="connsiteY0" fmla="*/ 6392581 h 6387957"/>
                  <a:gd name="connsiteX1" fmla="*/ 0 w 100173"/>
                  <a:gd name="connsiteY1" fmla="*/ 0 h 6387957"/>
                  <a:gd name="connsiteX2" fmla="*/ 103255 w 100173"/>
                  <a:gd name="connsiteY2" fmla="*/ 0 h 6387957"/>
                  <a:gd name="connsiteX3" fmla="*/ 103255 w 100173"/>
                  <a:gd name="connsiteY3" fmla="*/ 6392581 h 6387957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</a:cxnLst>
                <a:rect l="l" t="t" r="r" b="b"/>
                <a:pathLst>
                  <a:path w="100173" h="6387957">
                    <a:moveTo>
                      <a:pt x="0" y="6392581"/>
                    </a:moveTo>
                    <a:cubicBezTo>
                      <a:pt x="0" y="4261978"/>
                      <a:pt x="0" y="2132145"/>
                      <a:pt x="0" y="0"/>
                    </a:cubicBezTo>
                    <a:cubicBezTo>
                      <a:pt x="34675" y="0"/>
                      <a:pt x="67809" y="0"/>
                      <a:pt x="103255" y="0"/>
                    </a:cubicBezTo>
                    <a:cubicBezTo>
                      <a:pt x="103255" y="2130603"/>
                      <a:pt x="103255" y="4259666"/>
                      <a:pt x="103255" y="6392581"/>
                    </a:cubicBezTo>
                  </a:path>
                </a:pathLst>
              </a:custGeom>
              <a:solidFill>
                <a:schemeClr val="accent3"/>
              </a:solidFill>
              <a:ln w="7704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US" dirty="0">
                  <a:latin typeface="Times New Roman" panose="02020603050405020304" pitchFamily="18" charset="0"/>
                  <a:cs typeface="Times New Roman" pitchFamily="18" charset="0"/>
                </a:endParaRPr>
              </a:p>
            </p:txBody>
          </p:sp>
          <p:sp>
            <p:nvSpPr>
              <p:cNvPr id="75" name="Freeform: Shape 38">
                <a:extLst>
                  <a:ext uri="{FF2B5EF4-FFF2-40B4-BE49-F238E27FC236}">
                    <a16:creationId xmlns:a16="http://schemas.microsoft.com/office/drawing/2014/main" id="{60C5513F-881C-4B26-9ADB-6A46166CB483}"/>
                  </a:ext>
                </a:extLst>
              </p:cNvPr>
              <p:cNvSpPr/>
              <p:nvPr/>
            </p:nvSpPr>
            <p:spPr>
              <a:xfrm>
                <a:off x="5533244" y="2926127"/>
                <a:ext cx="37550" cy="2394576"/>
              </a:xfrm>
              <a:custGeom>
                <a:avLst/>
                <a:gdLst>
                  <a:gd name="connsiteX0" fmla="*/ 0 w 100173"/>
                  <a:gd name="connsiteY0" fmla="*/ 6392581 h 6387957"/>
                  <a:gd name="connsiteX1" fmla="*/ 0 w 100173"/>
                  <a:gd name="connsiteY1" fmla="*/ 0 h 6387957"/>
                  <a:gd name="connsiteX2" fmla="*/ 103255 w 100173"/>
                  <a:gd name="connsiteY2" fmla="*/ 0 h 6387957"/>
                  <a:gd name="connsiteX3" fmla="*/ 103255 w 100173"/>
                  <a:gd name="connsiteY3" fmla="*/ 6392581 h 6387957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</a:cxnLst>
                <a:rect l="l" t="t" r="r" b="b"/>
                <a:pathLst>
                  <a:path w="100173" h="6387957">
                    <a:moveTo>
                      <a:pt x="0" y="6392581"/>
                    </a:moveTo>
                    <a:cubicBezTo>
                      <a:pt x="0" y="4261978"/>
                      <a:pt x="0" y="2132145"/>
                      <a:pt x="0" y="0"/>
                    </a:cubicBezTo>
                    <a:cubicBezTo>
                      <a:pt x="34675" y="0"/>
                      <a:pt x="67809" y="0"/>
                      <a:pt x="103255" y="0"/>
                    </a:cubicBezTo>
                    <a:cubicBezTo>
                      <a:pt x="103255" y="2130603"/>
                      <a:pt x="103255" y="4259666"/>
                      <a:pt x="103255" y="6392581"/>
                    </a:cubicBezTo>
                  </a:path>
                </a:pathLst>
              </a:custGeom>
              <a:solidFill>
                <a:schemeClr val="accent3"/>
              </a:solidFill>
              <a:ln w="7704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US" dirty="0">
                  <a:latin typeface="Times New Roman" panose="02020603050405020304" pitchFamily="18" charset="0"/>
                  <a:cs typeface="Times New Roman" pitchFamily="18" charset="0"/>
                </a:endParaRPr>
              </a:p>
            </p:txBody>
          </p:sp>
        </p:grpSp>
        <p:sp>
          <p:nvSpPr>
            <p:cNvPr id="76" name="Rectangle 75">
              <a:extLst>
                <a:ext uri="{FF2B5EF4-FFF2-40B4-BE49-F238E27FC236}">
                  <a16:creationId xmlns:a16="http://schemas.microsoft.com/office/drawing/2014/main" id="{621D202A-5DDC-4586-837E-E89610285CC9}"/>
                </a:ext>
              </a:extLst>
            </p:cNvPr>
            <p:cNvSpPr/>
            <p:nvPr/>
          </p:nvSpPr>
          <p:spPr>
            <a:xfrm>
              <a:off x="0" y="-699"/>
              <a:ext cx="12191999" cy="646331"/>
            </a:xfrm>
            <a:prstGeom prst="rect">
              <a:avLst/>
            </a:prstGeom>
            <a:solidFill>
              <a:schemeClr val="bg1"/>
            </a:solidFill>
            <a:effectLst>
              <a:outerShdw blurRad="50800" dist="38100" dir="2700000" algn="tl" rotWithShape="0">
                <a:prstClr val="black">
                  <a:alpha val="40000"/>
                </a:prstClr>
              </a:outerShdw>
            </a:effectLst>
          </p:spPr>
          <p:txBody>
            <a:bodyPr wrap="square">
              <a:spAutoFit/>
            </a:bodyPr>
            <a:lstStyle/>
            <a:p>
              <a:pPr algn="ctr"/>
              <a:endParaRPr lang="ko-KR" altLang="en-US" sz="3600" dirty="0">
                <a:solidFill>
                  <a:srgbClr val="000099"/>
                </a:solidFill>
                <a:latin typeface="Times New Roman" panose="02020603050405020304" pitchFamily="18" charset="0"/>
                <a:cs typeface="Times New Roman" pitchFamily="18" charset="0"/>
              </a:endParaRPr>
            </a:p>
          </p:txBody>
        </p:sp>
        <p:pic>
          <p:nvPicPr>
            <p:cNvPr id="77" name="Picture 76">
              <a:extLst>
                <a:ext uri="{FF2B5EF4-FFF2-40B4-BE49-F238E27FC236}">
                  <a16:creationId xmlns:a16="http://schemas.microsoft.com/office/drawing/2014/main" id="{C10207E4-A41E-4E56-9165-4F7135FB076B}"/>
                </a:ext>
              </a:extLst>
            </p:cNvPr>
            <p:cNvPicPr>
              <a:picLocks noChangeAspect="1"/>
            </p:cNvPicPr>
            <p:nvPr/>
          </p:nvPicPr>
          <p:blipFill>
            <a:blip r:embed="rId2" cstate="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29587" y="34941"/>
              <a:ext cx="1343005" cy="575049"/>
            </a:xfrm>
            <a:prstGeom prst="rect">
              <a:avLst/>
            </a:prstGeom>
          </p:spPr>
        </p:pic>
        <p:sp>
          <p:nvSpPr>
            <p:cNvPr id="78" name="TextBox 77">
              <a:extLst>
                <a:ext uri="{FF2B5EF4-FFF2-40B4-BE49-F238E27FC236}">
                  <a16:creationId xmlns:a16="http://schemas.microsoft.com/office/drawing/2014/main" id="{8C098857-E541-4069-B9EA-AF75614C0ABE}"/>
                </a:ext>
              </a:extLst>
            </p:cNvPr>
            <p:cNvSpPr txBox="1"/>
            <p:nvPr/>
          </p:nvSpPr>
          <p:spPr>
            <a:xfrm>
              <a:off x="3258798" y="84039"/>
              <a:ext cx="5674404" cy="548099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>
                <a:lnSpc>
                  <a:spcPct val="115000"/>
                </a:lnSpc>
                <a:spcAft>
                  <a:spcPts val="800"/>
                </a:spcAft>
              </a:pPr>
              <a:endParaRPr lang="en-US" sz="2800" b="1" kern="100" dirty="0"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endParaRPr>
            </a:p>
          </p:txBody>
        </p:sp>
      </p:grpSp>
      <p:sp>
        <p:nvSpPr>
          <p:cNvPr id="82" name="TextBox 81">
            <a:extLst>
              <a:ext uri="{FF2B5EF4-FFF2-40B4-BE49-F238E27FC236}">
                <a16:creationId xmlns:a16="http://schemas.microsoft.com/office/drawing/2014/main" id="{53A43CC9-0A16-EB20-38AF-81A3FADB316A}"/>
              </a:ext>
            </a:extLst>
          </p:cNvPr>
          <p:cNvSpPr txBox="1"/>
          <p:nvPr/>
        </p:nvSpPr>
        <p:spPr>
          <a:xfrm>
            <a:off x="2794167" y="30077"/>
            <a:ext cx="6603667" cy="584775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200" b="1"/>
            </a:pPr>
            <a:r>
              <a:rPr lang="en-US" sz="3200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An End-to-End Data Science Project</a:t>
            </a:r>
            <a:endParaRPr sz="3200" dirty="0">
              <a:solidFill>
                <a:srgbClr val="FF0000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mc:AlternateContent xmlns:mc="http://schemas.openxmlformats.org/markup-compatibility/2006" xmlns:p14="http://schemas.microsoft.com/office/powerpoint/2010/main">
        <mc:Choice Requires="p14">
          <p:contentPart p14:bwMode="auto" r:id="rId3">
            <p14:nvContentPartPr>
              <p14:cNvPr id="83" name="Ink 82">
                <a:extLst>
                  <a:ext uri="{FF2B5EF4-FFF2-40B4-BE49-F238E27FC236}">
                    <a16:creationId xmlns:a16="http://schemas.microsoft.com/office/drawing/2014/main" id="{5D3B3150-BB8F-ADEA-5173-3BF3249D7C81}"/>
                  </a:ext>
                </a:extLst>
              </p14:cNvPr>
              <p14:cNvContentPartPr/>
              <p14:nvPr/>
            </p14:nvContentPartPr>
            <p14:xfrm>
              <a:off x="2674370" y="4728468"/>
              <a:ext cx="332280" cy="11160"/>
            </p14:xfrm>
          </p:contentPart>
        </mc:Choice>
        <mc:Fallback xmlns="">
          <p:pic>
            <p:nvPicPr>
              <p:cNvPr id="83" name="Ink 82">
                <a:extLst>
                  <a:ext uri="{FF2B5EF4-FFF2-40B4-BE49-F238E27FC236}">
                    <a16:creationId xmlns:a16="http://schemas.microsoft.com/office/drawing/2014/main" id="{5D3B3150-BB8F-ADEA-5173-3BF3249D7C81}"/>
                  </a:ext>
                </a:extLst>
              </p:cNvPr>
              <p:cNvPicPr/>
              <p:nvPr/>
            </p:nvPicPr>
            <p:blipFill>
              <a:blip r:embed="rId5"/>
              <a:stretch>
                <a:fillRect/>
              </a:stretch>
            </p:blipFill>
            <p:spPr>
              <a:xfrm>
                <a:off x="2620370" y="4620828"/>
                <a:ext cx="439920" cy="226800"/>
              </a:xfrm>
              <a:prstGeom prst="rect">
                <a:avLst/>
              </a:prstGeom>
            </p:spPr>
          </p:pic>
        </mc:Fallback>
      </mc:AlternateContent>
      <p:sp>
        <p:nvSpPr>
          <p:cNvPr id="86" name="Rectangle 85">
            <a:extLst>
              <a:ext uri="{FF2B5EF4-FFF2-40B4-BE49-F238E27FC236}">
                <a16:creationId xmlns:a16="http://schemas.microsoft.com/office/drawing/2014/main" id="{B9F197AB-8ECC-06C3-E4B6-4B8C60740CC6}"/>
              </a:ext>
            </a:extLst>
          </p:cNvPr>
          <p:cNvSpPr/>
          <p:nvPr/>
        </p:nvSpPr>
        <p:spPr>
          <a:xfrm>
            <a:off x="2447063" y="4601497"/>
            <a:ext cx="1736929" cy="235974"/>
          </a:xfrm>
          <a:prstGeom prst="rect">
            <a:avLst/>
          </a:prstGeom>
          <a:solidFill>
            <a:schemeClr val="bg1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pic>
        <p:nvPicPr>
          <p:cNvPr id="88" name="Graphic 87">
            <a:extLst>
              <a:ext uri="{FF2B5EF4-FFF2-40B4-BE49-F238E27FC236}">
                <a16:creationId xmlns:a16="http://schemas.microsoft.com/office/drawing/2014/main" id="{46598FE8-DE0A-3B62-4D84-A15A02846E5A}"/>
              </a:ext>
            </a:extLst>
          </p:cNvPr>
          <p:cNvPicPr>
            <a:picLocks noChangeAspect="1"/>
          </p:cNvPicPr>
          <p:nvPr/>
        </p:nvPicPr>
        <p:blipFill>
          <a:blip r:embed="rId6">
            <a:extLst>
              <a:ext uri="{96DAC541-7B7A-43D3-8B79-37D633B846F1}">
                <asvg:svgBlip xmlns:asvg="http://schemas.microsoft.com/office/drawing/2016/SVG/main" r:embed="rId7"/>
              </a:ext>
            </a:extLst>
          </a:blip>
          <a:stretch>
            <a:fillRect/>
          </a:stretch>
        </p:blipFill>
        <p:spPr>
          <a:xfrm>
            <a:off x="9426571" y="86988"/>
            <a:ext cx="2997744" cy="1686231"/>
          </a:xfrm>
          <a:prstGeom prst="rect">
            <a:avLst/>
          </a:prstGeom>
        </p:spPr>
      </p:pic>
      <p:sp>
        <p:nvSpPr>
          <p:cNvPr id="90" name="TextBox 89">
            <a:extLst>
              <a:ext uri="{FF2B5EF4-FFF2-40B4-BE49-F238E27FC236}">
                <a16:creationId xmlns:a16="http://schemas.microsoft.com/office/drawing/2014/main" id="{973121BA-9702-01E2-F2AA-DD0AF23FA734}"/>
              </a:ext>
            </a:extLst>
          </p:cNvPr>
          <p:cNvSpPr txBox="1"/>
          <p:nvPr/>
        </p:nvSpPr>
        <p:spPr>
          <a:xfrm>
            <a:off x="1499052" y="5918094"/>
            <a:ext cx="9617764" cy="40011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2000" dirty="0">
                <a:solidFill>
                  <a:schemeClr val="accent1">
                    <a:lumMod val="75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This was not just analysis — it was a complete, production-ready data product, powered by:</a:t>
            </a:r>
            <a:endParaRPr lang="en-IN" sz="2000" dirty="0">
              <a:solidFill>
                <a:schemeClr val="accent1">
                  <a:lumMod val="75000"/>
                </a:schemeClr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graphicFrame>
        <p:nvGraphicFramePr>
          <p:cNvPr id="85" name="Diagram 84">
            <a:extLst>
              <a:ext uri="{FF2B5EF4-FFF2-40B4-BE49-F238E27FC236}">
                <a16:creationId xmlns:a16="http://schemas.microsoft.com/office/drawing/2014/main" id="{52EEA606-47F3-C188-5D81-1AF90F5AB4F1}"/>
              </a:ext>
            </a:extLst>
          </p:cNvPr>
          <p:cNvGraphicFramePr/>
          <p:nvPr>
            <p:extLst>
              <p:ext uri="{D42A27DB-BD31-4B8C-83A1-F6EECF244321}">
                <p14:modId xmlns:p14="http://schemas.microsoft.com/office/powerpoint/2010/main" val="2249692755"/>
              </p:ext>
            </p:extLst>
          </p:nvPr>
        </p:nvGraphicFramePr>
        <p:xfrm>
          <a:off x="2012335" y="916315"/>
          <a:ext cx="7365834" cy="4786398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8" r:lo="rId9" r:qs="rId10" r:cs="rId11"/>
          </a:graphicData>
        </a:graphic>
      </p:graphicFrame>
      <p:sp>
        <p:nvSpPr>
          <p:cNvPr id="89" name="TextBox 88">
            <a:extLst>
              <a:ext uri="{FF2B5EF4-FFF2-40B4-BE49-F238E27FC236}">
                <a16:creationId xmlns:a16="http://schemas.microsoft.com/office/drawing/2014/main" id="{67AFFD65-1A5C-01DE-D5AC-893917CB4A75}"/>
              </a:ext>
            </a:extLst>
          </p:cNvPr>
          <p:cNvSpPr txBox="1"/>
          <p:nvPr/>
        </p:nvSpPr>
        <p:spPr>
          <a:xfrm>
            <a:off x="3164419" y="1155287"/>
            <a:ext cx="523071" cy="5232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IN" sz="2800" dirty="0"/>
              <a:t>📊</a:t>
            </a:r>
          </a:p>
        </p:txBody>
      </p:sp>
      <p:sp>
        <p:nvSpPr>
          <p:cNvPr id="81" name="TextBox 80">
            <a:extLst>
              <a:ext uri="{FF2B5EF4-FFF2-40B4-BE49-F238E27FC236}">
                <a16:creationId xmlns:a16="http://schemas.microsoft.com/office/drawing/2014/main" id="{2F3329C3-CEA7-6D86-19E1-15729F9B6D5C}"/>
              </a:ext>
            </a:extLst>
          </p:cNvPr>
          <p:cNvSpPr txBox="1"/>
          <p:nvPr/>
        </p:nvSpPr>
        <p:spPr>
          <a:xfrm>
            <a:off x="3212817" y="2447504"/>
            <a:ext cx="426273" cy="46166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IN" sz="2400" dirty="0"/>
              <a:t>🧮</a:t>
            </a:r>
          </a:p>
        </p:txBody>
      </p:sp>
      <p:sp>
        <p:nvSpPr>
          <p:cNvPr id="87" name="TextBox 86">
            <a:extLst>
              <a:ext uri="{FF2B5EF4-FFF2-40B4-BE49-F238E27FC236}">
                <a16:creationId xmlns:a16="http://schemas.microsoft.com/office/drawing/2014/main" id="{91E2FBD2-1302-0AE5-A95C-BCA91B4CB807}"/>
              </a:ext>
            </a:extLst>
          </p:cNvPr>
          <p:cNvSpPr txBox="1"/>
          <p:nvPr/>
        </p:nvSpPr>
        <p:spPr>
          <a:xfrm>
            <a:off x="3205699" y="3717999"/>
            <a:ext cx="468672" cy="46166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IN" sz="2400" dirty="0"/>
              <a:t>🤖</a:t>
            </a:r>
          </a:p>
        </p:txBody>
      </p:sp>
      <p:sp>
        <p:nvSpPr>
          <p:cNvPr id="92" name="TextBox 91">
            <a:extLst>
              <a:ext uri="{FF2B5EF4-FFF2-40B4-BE49-F238E27FC236}">
                <a16:creationId xmlns:a16="http://schemas.microsoft.com/office/drawing/2014/main" id="{8F35FA92-6297-5432-6BD8-030233232DC0}"/>
              </a:ext>
            </a:extLst>
          </p:cNvPr>
          <p:cNvSpPr txBox="1"/>
          <p:nvPr/>
        </p:nvSpPr>
        <p:spPr>
          <a:xfrm>
            <a:off x="3205699" y="4988494"/>
            <a:ext cx="468672" cy="46166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IN" sz="2400" dirty="0"/>
              <a:t>📁</a:t>
            </a:r>
          </a:p>
        </p:txBody>
      </p:sp>
    </p:spTree>
    <p:extLst>
      <p:ext uri="{BB962C8B-B14F-4D97-AF65-F5344CB8AC3E}">
        <p14:creationId xmlns:p14="http://schemas.microsoft.com/office/powerpoint/2010/main" val="2165106011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79" name="Group 78">
            <a:extLst>
              <a:ext uri="{FF2B5EF4-FFF2-40B4-BE49-F238E27FC236}">
                <a16:creationId xmlns:a16="http://schemas.microsoft.com/office/drawing/2014/main" id="{8AB83803-82FF-4FDF-A9E4-FA57E548D4DF}"/>
              </a:ext>
            </a:extLst>
          </p:cNvPr>
          <p:cNvGrpSpPr/>
          <p:nvPr/>
        </p:nvGrpSpPr>
        <p:grpSpPr>
          <a:xfrm>
            <a:off x="0" y="-699"/>
            <a:ext cx="12196232" cy="6859933"/>
            <a:chOff x="0" y="-699"/>
            <a:chExt cx="12196232" cy="6859933"/>
          </a:xfrm>
        </p:grpSpPr>
        <p:grpSp>
          <p:nvGrpSpPr>
            <p:cNvPr id="2" name="Group 1">
              <a:extLst>
                <a:ext uri="{FF2B5EF4-FFF2-40B4-BE49-F238E27FC236}">
                  <a16:creationId xmlns:a16="http://schemas.microsoft.com/office/drawing/2014/main" id="{4F7233E0-8B4C-403F-B4DC-1EAABD525929}"/>
                </a:ext>
              </a:extLst>
            </p:cNvPr>
            <p:cNvGrpSpPr/>
            <p:nvPr/>
          </p:nvGrpSpPr>
          <p:grpSpPr>
            <a:xfrm>
              <a:off x="4232" y="6382984"/>
              <a:ext cx="12192000" cy="476250"/>
              <a:chOff x="0" y="6381750"/>
              <a:chExt cx="12192000" cy="476250"/>
            </a:xfrm>
            <a:solidFill>
              <a:srgbClr val="C00000"/>
            </a:solidFill>
          </p:grpSpPr>
          <p:sp>
            <p:nvSpPr>
              <p:cNvPr id="3" name="Rectangle 2">
                <a:extLst>
                  <a:ext uri="{FF2B5EF4-FFF2-40B4-BE49-F238E27FC236}">
                    <a16:creationId xmlns:a16="http://schemas.microsoft.com/office/drawing/2014/main" id="{C3EDFE22-777C-4E40-82E4-FD5DB11D8B63}"/>
                  </a:ext>
                </a:extLst>
              </p:cNvPr>
              <p:cNvSpPr/>
              <p:nvPr/>
            </p:nvSpPr>
            <p:spPr>
              <a:xfrm>
                <a:off x="0" y="6381750"/>
                <a:ext cx="12192000" cy="476250"/>
              </a:xfrm>
              <a:prstGeom prst="rect">
                <a:avLst/>
              </a:prstGeom>
              <a:grpFill/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 dirty="0">
                  <a:solidFill>
                    <a:srgbClr val="C00000"/>
                  </a:solidFill>
                  <a:latin typeface="Times New Roman" panose="02020603050405020304" pitchFamily="18" charset="0"/>
                  <a:cs typeface="Times New Roman" pitchFamily="18" charset="0"/>
                </a:endParaRPr>
              </a:p>
            </p:txBody>
          </p:sp>
          <p:grpSp>
            <p:nvGrpSpPr>
              <p:cNvPr id="4" name="Group 3">
                <a:extLst>
                  <a:ext uri="{FF2B5EF4-FFF2-40B4-BE49-F238E27FC236}">
                    <a16:creationId xmlns:a16="http://schemas.microsoft.com/office/drawing/2014/main" id="{314080B3-0E2C-457A-A722-47CA48E69C19}"/>
                  </a:ext>
                </a:extLst>
              </p:cNvPr>
              <p:cNvGrpSpPr/>
              <p:nvPr/>
            </p:nvGrpSpPr>
            <p:grpSpPr>
              <a:xfrm>
                <a:off x="160089" y="6467143"/>
                <a:ext cx="4087748" cy="273466"/>
                <a:chOff x="4366684" y="2926127"/>
                <a:chExt cx="3278335" cy="2571063"/>
              </a:xfrm>
              <a:grpFill/>
            </p:grpSpPr>
            <p:sp>
              <p:nvSpPr>
                <p:cNvPr id="5" name="Freeform: Shape 4">
                  <a:extLst>
                    <a:ext uri="{FF2B5EF4-FFF2-40B4-BE49-F238E27FC236}">
                      <a16:creationId xmlns:a16="http://schemas.microsoft.com/office/drawing/2014/main" id="{375F0EE2-DB06-4E1C-9F66-EAACEFA99A97}"/>
                    </a:ext>
                  </a:extLst>
                </p:cNvPr>
                <p:cNvSpPr/>
                <p:nvPr/>
              </p:nvSpPr>
              <p:spPr>
                <a:xfrm>
                  <a:off x="4744501" y="2926994"/>
                  <a:ext cx="72212" cy="2394576"/>
                </a:xfrm>
                <a:custGeom>
                  <a:avLst/>
                  <a:gdLst>
                    <a:gd name="connsiteX0" fmla="*/ 0 w 192640"/>
                    <a:gd name="connsiteY0" fmla="*/ 6393351 h 6387957"/>
                    <a:gd name="connsiteX1" fmla="*/ 0 w 192640"/>
                    <a:gd name="connsiteY1" fmla="*/ 0 h 6387957"/>
                    <a:gd name="connsiteX2" fmla="*/ 198034 w 192640"/>
                    <a:gd name="connsiteY2" fmla="*/ 0 h 6387957"/>
                    <a:gd name="connsiteX3" fmla="*/ 198034 w 192640"/>
                    <a:gd name="connsiteY3" fmla="*/ 6393351 h 6387957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</a:cxnLst>
                  <a:rect l="l" t="t" r="r" b="b"/>
                  <a:pathLst>
                    <a:path w="192640" h="6387957">
                      <a:moveTo>
                        <a:pt x="0" y="6393351"/>
                      </a:moveTo>
                      <a:cubicBezTo>
                        <a:pt x="0" y="4261207"/>
                        <a:pt x="0" y="2132145"/>
                        <a:pt x="0" y="0"/>
                      </a:cubicBezTo>
                      <a:cubicBezTo>
                        <a:pt x="67039" y="0"/>
                        <a:pt x="131766" y="0"/>
                        <a:pt x="198034" y="0"/>
                      </a:cubicBezTo>
                      <a:cubicBezTo>
                        <a:pt x="198034" y="2132145"/>
                        <a:pt x="198034" y="4261207"/>
                        <a:pt x="198034" y="6393351"/>
                      </a:cubicBezTo>
                    </a:path>
                  </a:pathLst>
                </a:custGeom>
                <a:grpFill/>
                <a:ln w="7704" cap="flat">
                  <a:noFill/>
                  <a:prstDash val="solid"/>
                  <a:miter/>
                </a:ln>
              </p:spPr>
              <p:txBody>
                <a:bodyPr rtlCol="0" anchor="ctr"/>
                <a:lstStyle/>
                <a:p>
                  <a:endParaRPr lang="en-US" dirty="0">
                    <a:solidFill>
                      <a:srgbClr val="C00000"/>
                    </a:solidFill>
                    <a:latin typeface="Times New Roman" panose="02020603050405020304" pitchFamily="18" charset="0"/>
                    <a:cs typeface="Times New Roman" pitchFamily="18" charset="0"/>
                  </a:endParaRPr>
                </a:p>
              </p:txBody>
            </p:sp>
            <p:sp>
              <p:nvSpPr>
                <p:cNvPr id="6" name="Freeform: Shape 5">
                  <a:extLst>
                    <a:ext uri="{FF2B5EF4-FFF2-40B4-BE49-F238E27FC236}">
                      <a16:creationId xmlns:a16="http://schemas.microsoft.com/office/drawing/2014/main" id="{175E547C-4DF2-4010-A85D-7C2F6E73C80D}"/>
                    </a:ext>
                  </a:extLst>
                </p:cNvPr>
                <p:cNvSpPr/>
                <p:nvPr/>
              </p:nvSpPr>
              <p:spPr>
                <a:xfrm>
                  <a:off x="4676621" y="2926994"/>
                  <a:ext cx="37550" cy="2394576"/>
                </a:xfrm>
                <a:custGeom>
                  <a:avLst/>
                  <a:gdLst>
                    <a:gd name="connsiteX0" fmla="*/ 0 w 100173"/>
                    <a:gd name="connsiteY0" fmla="*/ 6392581 h 6387957"/>
                    <a:gd name="connsiteX1" fmla="*/ 0 w 100173"/>
                    <a:gd name="connsiteY1" fmla="*/ 0 h 6387957"/>
                    <a:gd name="connsiteX2" fmla="*/ 103255 w 100173"/>
                    <a:gd name="connsiteY2" fmla="*/ 0 h 6387957"/>
                    <a:gd name="connsiteX3" fmla="*/ 103255 w 100173"/>
                    <a:gd name="connsiteY3" fmla="*/ 6392581 h 6387957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</a:cxnLst>
                  <a:rect l="l" t="t" r="r" b="b"/>
                  <a:pathLst>
                    <a:path w="100173" h="6387957">
                      <a:moveTo>
                        <a:pt x="0" y="6392581"/>
                      </a:moveTo>
                      <a:cubicBezTo>
                        <a:pt x="0" y="4261207"/>
                        <a:pt x="0" y="2131374"/>
                        <a:pt x="0" y="0"/>
                      </a:cubicBezTo>
                      <a:cubicBezTo>
                        <a:pt x="34675" y="0"/>
                        <a:pt x="67809" y="0"/>
                        <a:pt x="103255" y="0"/>
                      </a:cubicBezTo>
                      <a:cubicBezTo>
                        <a:pt x="103255" y="2130603"/>
                        <a:pt x="103255" y="4260437"/>
                        <a:pt x="103255" y="6392581"/>
                      </a:cubicBezTo>
                    </a:path>
                  </a:pathLst>
                </a:custGeom>
                <a:grpFill/>
                <a:ln w="7704" cap="flat">
                  <a:noFill/>
                  <a:prstDash val="solid"/>
                  <a:miter/>
                </a:ln>
              </p:spPr>
              <p:txBody>
                <a:bodyPr rtlCol="0" anchor="ctr"/>
                <a:lstStyle/>
                <a:p>
                  <a:endParaRPr lang="en-US" dirty="0">
                    <a:solidFill>
                      <a:srgbClr val="C00000"/>
                    </a:solidFill>
                    <a:latin typeface="Times New Roman" panose="02020603050405020304" pitchFamily="18" charset="0"/>
                    <a:cs typeface="Times New Roman" pitchFamily="18" charset="0"/>
                  </a:endParaRPr>
                </a:p>
              </p:txBody>
            </p:sp>
            <p:sp>
              <p:nvSpPr>
                <p:cNvPr id="7" name="Freeform: Shape 6">
                  <a:extLst>
                    <a:ext uri="{FF2B5EF4-FFF2-40B4-BE49-F238E27FC236}">
                      <a16:creationId xmlns:a16="http://schemas.microsoft.com/office/drawing/2014/main" id="{3F8BF4F1-A2B9-4C23-BC26-20CA699DD57A}"/>
                    </a:ext>
                  </a:extLst>
                </p:cNvPr>
                <p:cNvSpPr/>
                <p:nvPr/>
              </p:nvSpPr>
              <p:spPr>
                <a:xfrm>
                  <a:off x="5706626" y="2927282"/>
                  <a:ext cx="109764" cy="2394576"/>
                </a:xfrm>
                <a:custGeom>
                  <a:avLst/>
                  <a:gdLst>
                    <a:gd name="connsiteX0" fmla="*/ 0 w 292813"/>
                    <a:gd name="connsiteY0" fmla="*/ 6392581 h 6387957"/>
                    <a:gd name="connsiteX1" fmla="*/ 0 w 292813"/>
                    <a:gd name="connsiteY1" fmla="*/ 0 h 6387957"/>
                    <a:gd name="connsiteX2" fmla="*/ 295125 w 292813"/>
                    <a:gd name="connsiteY2" fmla="*/ 0 h 6387957"/>
                    <a:gd name="connsiteX3" fmla="*/ 295125 w 292813"/>
                    <a:gd name="connsiteY3" fmla="*/ 6392581 h 6387957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</a:cxnLst>
                  <a:rect l="l" t="t" r="r" b="b"/>
                  <a:pathLst>
                    <a:path w="292813" h="6387957">
                      <a:moveTo>
                        <a:pt x="0" y="6392581"/>
                      </a:moveTo>
                      <a:cubicBezTo>
                        <a:pt x="0" y="4261978"/>
                        <a:pt x="0" y="2132145"/>
                        <a:pt x="0" y="0"/>
                      </a:cubicBezTo>
                      <a:cubicBezTo>
                        <a:pt x="97091" y="0"/>
                        <a:pt x="194952" y="0"/>
                        <a:pt x="295125" y="0"/>
                      </a:cubicBezTo>
                      <a:cubicBezTo>
                        <a:pt x="295125" y="2130603"/>
                        <a:pt x="295125" y="4259666"/>
                        <a:pt x="295125" y="6392581"/>
                      </a:cubicBezTo>
                    </a:path>
                  </a:pathLst>
                </a:custGeom>
                <a:grpFill/>
                <a:ln w="7704" cap="flat">
                  <a:noFill/>
                  <a:prstDash val="solid"/>
                  <a:miter/>
                </a:ln>
              </p:spPr>
              <p:txBody>
                <a:bodyPr rtlCol="0" anchor="ctr"/>
                <a:lstStyle/>
                <a:p>
                  <a:endParaRPr lang="en-US" dirty="0">
                    <a:solidFill>
                      <a:srgbClr val="C00000"/>
                    </a:solidFill>
                    <a:latin typeface="Times New Roman" panose="02020603050405020304" pitchFamily="18" charset="0"/>
                    <a:cs typeface="Times New Roman" pitchFamily="18" charset="0"/>
                  </a:endParaRPr>
                </a:p>
              </p:txBody>
            </p:sp>
            <p:sp>
              <p:nvSpPr>
                <p:cNvPr id="8" name="Freeform: Shape 7">
                  <a:extLst>
                    <a:ext uri="{FF2B5EF4-FFF2-40B4-BE49-F238E27FC236}">
                      <a16:creationId xmlns:a16="http://schemas.microsoft.com/office/drawing/2014/main" id="{1BB7A337-F067-4346-AD27-97742504B3F6}"/>
                    </a:ext>
                  </a:extLst>
                </p:cNvPr>
                <p:cNvSpPr/>
                <p:nvPr/>
              </p:nvSpPr>
              <p:spPr>
                <a:xfrm>
                  <a:off x="5022376" y="2926994"/>
                  <a:ext cx="75101" cy="2394576"/>
                </a:xfrm>
                <a:custGeom>
                  <a:avLst/>
                  <a:gdLst>
                    <a:gd name="connsiteX0" fmla="*/ 0 w 200346"/>
                    <a:gd name="connsiteY0" fmla="*/ 6392581 h 6387957"/>
                    <a:gd name="connsiteX1" fmla="*/ 0 w 200346"/>
                    <a:gd name="connsiteY1" fmla="*/ 0 h 6387957"/>
                    <a:gd name="connsiteX2" fmla="*/ 201117 w 200346"/>
                    <a:gd name="connsiteY2" fmla="*/ 0 h 6387957"/>
                    <a:gd name="connsiteX3" fmla="*/ 201117 w 200346"/>
                    <a:gd name="connsiteY3" fmla="*/ 6392581 h 6387957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</a:cxnLst>
                  <a:rect l="l" t="t" r="r" b="b"/>
                  <a:pathLst>
                    <a:path w="200346" h="6387957">
                      <a:moveTo>
                        <a:pt x="0" y="6392581"/>
                      </a:moveTo>
                      <a:cubicBezTo>
                        <a:pt x="0" y="4261207"/>
                        <a:pt x="0" y="2132145"/>
                        <a:pt x="0" y="0"/>
                      </a:cubicBezTo>
                      <a:cubicBezTo>
                        <a:pt x="67039" y="0"/>
                        <a:pt x="133307" y="0"/>
                        <a:pt x="201117" y="0"/>
                      </a:cubicBezTo>
                      <a:cubicBezTo>
                        <a:pt x="201117" y="2131374"/>
                        <a:pt x="201117" y="4260437"/>
                        <a:pt x="201117" y="6392581"/>
                      </a:cubicBezTo>
                    </a:path>
                  </a:pathLst>
                </a:custGeom>
                <a:grpFill/>
                <a:ln w="7704" cap="flat">
                  <a:noFill/>
                  <a:prstDash val="solid"/>
                  <a:miter/>
                </a:ln>
              </p:spPr>
              <p:txBody>
                <a:bodyPr rtlCol="0" anchor="ctr"/>
                <a:lstStyle/>
                <a:p>
                  <a:endParaRPr lang="en-US" dirty="0">
                    <a:solidFill>
                      <a:srgbClr val="C00000"/>
                    </a:solidFill>
                    <a:latin typeface="Times New Roman" panose="02020603050405020304" pitchFamily="18" charset="0"/>
                    <a:cs typeface="Times New Roman" pitchFamily="18" charset="0"/>
                  </a:endParaRPr>
                </a:p>
              </p:txBody>
            </p:sp>
            <p:sp>
              <p:nvSpPr>
                <p:cNvPr id="9" name="Freeform: Shape 8">
                  <a:extLst>
                    <a:ext uri="{FF2B5EF4-FFF2-40B4-BE49-F238E27FC236}">
                      <a16:creationId xmlns:a16="http://schemas.microsoft.com/office/drawing/2014/main" id="{8E795506-C19E-4D33-8ECE-0DF520B3AEFE}"/>
                    </a:ext>
                  </a:extLst>
                </p:cNvPr>
                <p:cNvSpPr/>
                <p:nvPr/>
              </p:nvSpPr>
              <p:spPr>
                <a:xfrm>
                  <a:off x="4877829" y="2926994"/>
                  <a:ext cx="72212" cy="2394576"/>
                </a:xfrm>
                <a:custGeom>
                  <a:avLst/>
                  <a:gdLst>
                    <a:gd name="connsiteX0" fmla="*/ 0 w 192640"/>
                    <a:gd name="connsiteY0" fmla="*/ 6392581 h 6387957"/>
                    <a:gd name="connsiteX1" fmla="*/ 0 w 192640"/>
                    <a:gd name="connsiteY1" fmla="*/ 0 h 6387957"/>
                    <a:gd name="connsiteX2" fmla="*/ 198805 w 192640"/>
                    <a:gd name="connsiteY2" fmla="*/ 0 h 6387957"/>
                    <a:gd name="connsiteX3" fmla="*/ 198805 w 192640"/>
                    <a:gd name="connsiteY3" fmla="*/ 6392581 h 6387957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</a:cxnLst>
                  <a:rect l="l" t="t" r="r" b="b"/>
                  <a:pathLst>
                    <a:path w="192640" h="6387957">
                      <a:moveTo>
                        <a:pt x="0" y="6392581"/>
                      </a:moveTo>
                      <a:cubicBezTo>
                        <a:pt x="0" y="4261207"/>
                        <a:pt x="0" y="2131374"/>
                        <a:pt x="0" y="0"/>
                      </a:cubicBezTo>
                      <a:cubicBezTo>
                        <a:pt x="67039" y="0"/>
                        <a:pt x="131766" y="0"/>
                        <a:pt x="198805" y="0"/>
                      </a:cubicBezTo>
                      <a:cubicBezTo>
                        <a:pt x="198805" y="2130603"/>
                        <a:pt x="198805" y="4260437"/>
                        <a:pt x="198805" y="6392581"/>
                      </a:cubicBezTo>
                    </a:path>
                  </a:pathLst>
                </a:custGeom>
                <a:grpFill/>
                <a:ln w="7704" cap="flat">
                  <a:noFill/>
                  <a:prstDash val="solid"/>
                  <a:miter/>
                </a:ln>
              </p:spPr>
              <p:txBody>
                <a:bodyPr rtlCol="0" anchor="ctr"/>
                <a:lstStyle/>
                <a:p>
                  <a:endParaRPr lang="en-US" dirty="0">
                    <a:solidFill>
                      <a:srgbClr val="C00000"/>
                    </a:solidFill>
                    <a:latin typeface="Times New Roman" panose="02020603050405020304" pitchFamily="18" charset="0"/>
                    <a:cs typeface="Times New Roman" pitchFamily="18" charset="0"/>
                  </a:endParaRPr>
                </a:p>
              </p:txBody>
            </p:sp>
            <p:sp>
              <p:nvSpPr>
                <p:cNvPr id="10" name="Freeform: Shape 9">
                  <a:extLst>
                    <a:ext uri="{FF2B5EF4-FFF2-40B4-BE49-F238E27FC236}">
                      <a16:creationId xmlns:a16="http://schemas.microsoft.com/office/drawing/2014/main" id="{3735ADE9-DFBC-40FF-A853-DDEAE403ED0E}"/>
                    </a:ext>
                  </a:extLst>
                </p:cNvPr>
                <p:cNvSpPr/>
                <p:nvPr/>
              </p:nvSpPr>
              <p:spPr>
                <a:xfrm>
                  <a:off x="4559765" y="2926994"/>
                  <a:ext cx="72212" cy="2394576"/>
                </a:xfrm>
                <a:custGeom>
                  <a:avLst/>
                  <a:gdLst>
                    <a:gd name="connsiteX0" fmla="*/ 0 w 192640"/>
                    <a:gd name="connsiteY0" fmla="*/ 6393351 h 6387957"/>
                    <a:gd name="connsiteX1" fmla="*/ 0 w 192640"/>
                    <a:gd name="connsiteY1" fmla="*/ 0 h 6387957"/>
                    <a:gd name="connsiteX2" fmla="*/ 198034 w 192640"/>
                    <a:gd name="connsiteY2" fmla="*/ 0 h 6387957"/>
                    <a:gd name="connsiteX3" fmla="*/ 198034 w 192640"/>
                    <a:gd name="connsiteY3" fmla="*/ 6393351 h 6387957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</a:cxnLst>
                  <a:rect l="l" t="t" r="r" b="b"/>
                  <a:pathLst>
                    <a:path w="192640" h="6387957">
                      <a:moveTo>
                        <a:pt x="0" y="6393351"/>
                      </a:moveTo>
                      <a:cubicBezTo>
                        <a:pt x="0" y="4261207"/>
                        <a:pt x="0" y="2132145"/>
                        <a:pt x="0" y="0"/>
                      </a:cubicBezTo>
                      <a:cubicBezTo>
                        <a:pt x="67039" y="0"/>
                        <a:pt x="131766" y="0"/>
                        <a:pt x="198034" y="0"/>
                      </a:cubicBezTo>
                      <a:cubicBezTo>
                        <a:pt x="198034" y="2132145"/>
                        <a:pt x="198034" y="4261207"/>
                        <a:pt x="198034" y="6393351"/>
                      </a:cubicBezTo>
                    </a:path>
                  </a:pathLst>
                </a:custGeom>
                <a:grpFill/>
                <a:ln w="7704" cap="flat">
                  <a:noFill/>
                  <a:prstDash val="solid"/>
                  <a:miter/>
                </a:ln>
              </p:spPr>
              <p:txBody>
                <a:bodyPr rtlCol="0" anchor="ctr"/>
                <a:lstStyle/>
                <a:p>
                  <a:endParaRPr lang="en-US" dirty="0">
                    <a:solidFill>
                      <a:srgbClr val="C00000"/>
                    </a:solidFill>
                    <a:latin typeface="Times New Roman" panose="02020603050405020304" pitchFamily="18" charset="0"/>
                    <a:cs typeface="Times New Roman" pitchFamily="18" charset="0"/>
                  </a:endParaRPr>
                </a:p>
              </p:txBody>
            </p:sp>
            <p:sp>
              <p:nvSpPr>
                <p:cNvPr id="11" name="Freeform: Shape 10">
                  <a:extLst>
                    <a:ext uri="{FF2B5EF4-FFF2-40B4-BE49-F238E27FC236}">
                      <a16:creationId xmlns:a16="http://schemas.microsoft.com/office/drawing/2014/main" id="{45B816DB-E16D-434D-9DDC-1E4BB22E411A}"/>
                    </a:ext>
                  </a:extLst>
                </p:cNvPr>
                <p:cNvSpPr/>
                <p:nvPr/>
              </p:nvSpPr>
              <p:spPr>
                <a:xfrm>
                  <a:off x="4433987" y="2926705"/>
                  <a:ext cx="37550" cy="2567886"/>
                </a:xfrm>
                <a:custGeom>
                  <a:avLst/>
                  <a:gdLst>
                    <a:gd name="connsiteX0" fmla="*/ 0 w 100173"/>
                    <a:gd name="connsiteY0" fmla="*/ 6854918 h 6850294"/>
                    <a:gd name="connsiteX1" fmla="*/ 0 w 100173"/>
                    <a:gd name="connsiteY1" fmla="*/ 0 h 6850294"/>
                    <a:gd name="connsiteX2" fmla="*/ 103255 w 100173"/>
                    <a:gd name="connsiteY2" fmla="*/ 0 h 6850294"/>
                    <a:gd name="connsiteX3" fmla="*/ 103255 w 100173"/>
                    <a:gd name="connsiteY3" fmla="*/ 6854918 h 6850294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</a:cxnLst>
                  <a:rect l="l" t="t" r="r" b="b"/>
                  <a:pathLst>
                    <a:path w="100173" h="6850294">
                      <a:moveTo>
                        <a:pt x="0" y="6854918"/>
                      </a:moveTo>
                      <a:cubicBezTo>
                        <a:pt x="0" y="4570202"/>
                        <a:pt x="0" y="2286257"/>
                        <a:pt x="0" y="0"/>
                      </a:cubicBezTo>
                      <a:cubicBezTo>
                        <a:pt x="34675" y="0"/>
                        <a:pt x="67809" y="0"/>
                        <a:pt x="103255" y="0"/>
                      </a:cubicBezTo>
                      <a:cubicBezTo>
                        <a:pt x="103255" y="2284716"/>
                        <a:pt x="103255" y="4567891"/>
                        <a:pt x="103255" y="6854918"/>
                      </a:cubicBezTo>
                    </a:path>
                  </a:pathLst>
                </a:custGeom>
                <a:grpFill/>
                <a:ln w="7704" cap="flat">
                  <a:noFill/>
                  <a:prstDash val="solid"/>
                  <a:miter/>
                </a:ln>
              </p:spPr>
              <p:txBody>
                <a:bodyPr rtlCol="0" anchor="ctr"/>
                <a:lstStyle/>
                <a:p>
                  <a:endParaRPr lang="en-US" dirty="0">
                    <a:solidFill>
                      <a:srgbClr val="C00000"/>
                    </a:solidFill>
                    <a:latin typeface="Times New Roman" panose="02020603050405020304" pitchFamily="18" charset="0"/>
                    <a:cs typeface="Times New Roman" pitchFamily="18" charset="0"/>
                  </a:endParaRPr>
                </a:p>
              </p:txBody>
            </p:sp>
            <p:sp>
              <p:nvSpPr>
                <p:cNvPr id="12" name="Freeform: Shape 11">
                  <a:extLst>
                    <a:ext uri="{FF2B5EF4-FFF2-40B4-BE49-F238E27FC236}">
                      <a16:creationId xmlns:a16="http://schemas.microsoft.com/office/drawing/2014/main" id="{D5D6C9B3-F26D-4538-B939-0107B961839D}"/>
                    </a:ext>
                  </a:extLst>
                </p:cNvPr>
                <p:cNvSpPr/>
                <p:nvPr/>
              </p:nvSpPr>
              <p:spPr>
                <a:xfrm>
                  <a:off x="4366684" y="2927282"/>
                  <a:ext cx="37550" cy="2567886"/>
                </a:xfrm>
                <a:custGeom>
                  <a:avLst/>
                  <a:gdLst>
                    <a:gd name="connsiteX0" fmla="*/ 0 w 100173"/>
                    <a:gd name="connsiteY0" fmla="*/ 6854148 h 6850294"/>
                    <a:gd name="connsiteX1" fmla="*/ 0 w 100173"/>
                    <a:gd name="connsiteY1" fmla="*/ 0 h 6850294"/>
                    <a:gd name="connsiteX2" fmla="*/ 103255 w 100173"/>
                    <a:gd name="connsiteY2" fmla="*/ 0 h 6850294"/>
                    <a:gd name="connsiteX3" fmla="*/ 103255 w 100173"/>
                    <a:gd name="connsiteY3" fmla="*/ 6854918 h 6850294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</a:cxnLst>
                  <a:rect l="l" t="t" r="r" b="b"/>
                  <a:pathLst>
                    <a:path w="100173" h="6850294">
                      <a:moveTo>
                        <a:pt x="0" y="6854148"/>
                      </a:moveTo>
                      <a:cubicBezTo>
                        <a:pt x="0" y="4569432"/>
                        <a:pt x="0" y="2286257"/>
                        <a:pt x="0" y="0"/>
                      </a:cubicBezTo>
                      <a:cubicBezTo>
                        <a:pt x="33905" y="0"/>
                        <a:pt x="67809" y="0"/>
                        <a:pt x="103255" y="0"/>
                      </a:cubicBezTo>
                      <a:cubicBezTo>
                        <a:pt x="103255" y="2285486"/>
                        <a:pt x="103255" y="4568661"/>
                        <a:pt x="103255" y="6854918"/>
                      </a:cubicBezTo>
                    </a:path>
                  </a:pathLst>
                </a:custGeom>
                <a:grpFill/>
                <a:ln w="7704" cap="flat">
                  <a:noFill/>
                  <a:prstDash val="solid"/>
                  <a:miter/>
                </a:ln>
              </p:spPr>
              <p:txBody>
                <a:bodyPr rtlCol="0" anchor="ctr"/>
                <a:lstStyle/>
                <a:p>
                  <a:endParaRPr lang="en-US" dirty="0">
                    <a:solidFill>
                      <a:srgbClr val="C00000"/>
                    </a:solidFill>
                    <a:latin typeface="Times New Roman" panose="02020603050405020304" pitchFamily="18" charset="0"/>
                    <a:cs typeface="Times New Roman" pitchFamily="18" charset="0"/>
                  </a:endParaRPr>
                </a:p>
              </p:txBody>
            </p:sp>
            <p:sp>
              <p:nvSpPr>
                <p:cNvPr id="13" name="Freeform: Shape 12">
                  <a:extLst>
                    <a:ext uri="{FF2B5EF4-FFF2-40B4-BE49-F238E27FC236}">
                      <a16:creationId xmlns:a16="http://schemas.microsoft.com/office/drawing/2014/main" id="{EC07D1C9-009A-483F-95D8-AE22DC2CD8D8}"/>
                    </a:ext>
                  </a:extLst>
                </p:cNvPr>
                <p:cNvSpPr/>
                <p:nvPr/>
              </p:nvSpPr>
              <p:spPr>
                <a:xfrm>
                  <a:off x="5957386" y="2926705"/>
                  <a:ext cx="37550" cy="2567886"/>
                </a:xfrm>
                <a:custGeom>
                  <a:avLst/>
                  <a:gdLst>
                    <a:gd name="connsiteX0" fmla="*/ 0 w 100173"/>
                    <a:gd name="connsiteY0" fmla="*/ 6854918 h 6850294"/>
                    <a:gd name="connsiteX1" fmla="*/ 0 w 100173"/>
                    <a:gd name="connsiteY1" fmla="*/ 0 h 6850294"/>
                    <a:gd name="connsiteX2" fmla="*/ 103255 w 100173"/>
                    <a:gd name="connsiteY2" fmla="*/ 0 h 6850294"/>
                    <a:gd name="connsiteX3" fmla="*/ 103255 w 100173"/>
                    <a:gd name="connsiteY3" fmla="*/ 6854918 h 6850294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</a:cxnLst>
                  <a:rect l="l" t="t" r="r" b="b"/>
                  <a:pathLst>
                    <a:path w="100173" h="6850294">
                      <a:moveTo>
                        <a:pt x="0" y="6854918"/>
                      </a:moveTo>
                      <a:cubicBezTo>
                        <a:pt x="0" y="4570202"/>
                        <a:pt x="0" y="2286257"/>
                        <a:pt x="0" y="0"/>
                      </a:cubicBezTo>
                      <a:cubicBezTo>
                        <a:pt x="34675" y="0"/>
                        <a:pt x="67809" y="0"/>
                        <a:pt x="103255" y="0"/>
                      </a:cubicBezTo>
                      <a:cubicBezTo>
                        <a:pt x="103255" y="2283945"/>
                        <a:pt x="103255" y="4567891"/>
                        <a:pt x="103255" y="6854918"/>
                      </a:cubicBezTo>
                    </a:path>
                  </a:pathLst>
                </a:custGeom>
                <a:grpFill/>
                <a:ln w="7704" cap="flat">
                  <a:noFill/>
                  <a:prstDash val="solid"/>
                  <a:miter/>
                </a:ln>
              </p:spPr>
              <p:txBody>
                <a:bodyPr rtlCol="0" anchor="ctr"/>
                <a:lstStyle/>
                <a:p>
                  <a:endParaRPr lang="en-US" dirty="0">
                    <a:solidFill>
                      <a:srgbClr val="C00000"/>
                    </a:solidFill>
                    <a:latin typeface="Times New Roman" panose="02020603050405020304" pitchFamily="18" charset="0"/>
                    <a:cs typeface="Times New Roman" pitchFamily="18" charset="0"/>
                  </a:endParaRPr>
                </a:p>
              </p:txBody>
            </p:sp>
            <p:sp>
              <p:nvSpPr>
                <p:cNvPr id="14" name="Freeform: Shape 13">
                  <a:extLst>
                    <a:ext uri="{FF2B5EF4-FFF2-40B4-BE49-F238E27FC236}">
                      <a16:creationId xmlns:a16="http://schemas.microsoft.com/office/drawing/2014/main" id="{F54B353B-E09D-4957-842E-D8AD4D49A921}"/>
                    </a:ext>
                  </a:extLst>
                </p:cNvPr>
                <p:cNvSpPr/>
                <p:nvPr/>
              </p:nvSpPr>
              <p:spPr>
                <a:xfrm>
                  <a:off x="6024689" y="2926127"/>
                  <a:ext cx="37550" cy="2567886"/>
                </a:xfrm>
                <a:custGeom>
                  <a:avLst/>
                  <a:gdLst>
                    <a:gd name="connsiteX0" fmla="*/ 0 w 100173"/>
                    <a:gd name="connsiteY0" fmla="*/ 6857230 h 6850294"/>
                    <a:gd name="connsiteX1" fmla="*/ 0 w 100173"/>
                    <a:gd name="connsiteY1" fmla="*/ 0 h 6850294"/>
                    <a:gd name="connsiteX2" fmla="*/ 52398 w 100173"/>
                    <a:gd name="connsiteY2" fmla="*/ 0 h 6850294"/>
                    <a:gd name="connsiteX3" fmla="*/ 103255 w 100173"/>
                    <a:gd name="connsiteY3" fmla="*/ 0 h 6850294"/>
                    <a:gd name="connsiteX4" fmla="*/ 103255 w 100173"/>
                    <a:gd name="connsiteY4" fmla="*/ 6857230 h 6850294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  <a:cxn ang="0">
                      <a:pos x="connsiteX4" y="connsiteY4"/>
                    </a:cxn>
                  </a:cxnLst>
                  <a:rect l="l" t="t" r="r" b="b"/>
                  <a:pathLst>
                    <a:path w="100173" h="6850294">
                      <a:moveTo>
                        <a:pt x="0" y="6857230"/>
                      </a:moveTo>
                      <a:cubicBezTo>
                        <a:pt x="0" y="4572514"/>
                        <a:pt x="0" y="2288569"/>
                        <a:pt x="0" y="0"/>
                      </a:cubicBezTo>
                      <a:cubicBezTo>
                        <a:pt x="17723" y="0"/>
                        <a:pt x="34675" y="0"/>
                        <a:pt x="52398" y="0"/>
                      </a:cubicBezTo>
                      <a:cubicBezTo>
                        <a:pt x="68580" y="0"/>
                        <a:pt x="84762" y="0"/>
                        <a:pt x="103255" y="0"/>
                      </a:cubicBezTo>
                      <a:cubicBezTo>
                        <a:pt x="103255" y="2287798"/>
                        <a:pt x="103255" y="4571743"/>
                        <a:pt x="103255" y="6857230"/>
                      </a:cubicBezTo>
                    </a:path>
                  </a:pathLst>
                </a:custGeom>
                <a:grpFill/>
                <a:ln w="7704" cap="flat">
                  <a:noFill/>
                  <a:prstDash val="solid"/>
                  <a:miter/>
                </a:ln>
              </p:spPr>
              <p:txBody>
                <a:bodyPr rtlCol="0" anchor="ctr"/>
                <a:lstStyle/>
                <a:p>
                  <a:endParaRPr lang="en-US" dirty="0">
                    <a:solidFill>
                      <a:srgbClr val="C00000"/>
                    </a:solidFill>
                    <a:latin typeface="Times New Roman" panose="02020603050405020304" pitchFamily="18" charset="0"/>
                    <a:cs typeface="Times New Roman" pitchFamily="18" charset="0"/>
                  </a:endParaRPr>
                </a:p>
              </p:txBody>
            </p:sp>
            <p:sp>
              <p:nvSpPr>
                <p:cNvPr id="15" name="Freeform: Shape 14">
                  <a:extLst>
                    <a:ext uri="{FF2B5EF4-FFF2-40B4-BE49-F238E27FC236}">
                      <a16:creationId xmlns:a16="http://schemas.microsoft.com/office/drawing/2014/main" id="{C60F81BD-F891-48DF-8E0D-BDC05CBC7452}"/>
                    </a:ext>
                  </a:extLst>
                </p:cNvPr>
                <p:cNvSpPr/>
                <p:nvPr/>
              </p:nvSpPr>
              <p:spPr>
                <a:xfrm>
                  <a:off x="5890084" y="2926994"/>
                  <a:ext cx="37550" cy="2394576"/>
                </a:xfrm>
                <a:custGeom>
                  <a:avLst/>
                  <a:gdLst>
                    <a:gd name="connsiteX0" fmla="*/ 0 w 100173"/>
                    <a:gd name="connsiteY0" fmla="*/ 6392581 h 6387957"/>
                    <a:gd name="connsiteX1" fmla="*/ 0 w 100173"/>
                    <a:gd name="connsiteY1" fmla="*/ 0 h 6387957"/>
                    <a:gd name="connsiteX2" fmla="*/ 101714 w 100173"/>
                    <a:gd name="connsiteY2" fmla="*/ 0 h 6387957"/>
                    <a:gd name="connsiteX3" fmla="*/ 101714 w 100173"/>
                    <a:gd name="connsiteY3" fmla="*/ 6392581 h 6387957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</a:cxnLst>
                  <a:rect l="l" t="t" r="r" b="b"/>
                  <a:pathLst>
                    <a:path w="100173" h="6387957">
                      <a:moveTo>
                        <a:pt x="0" y="6392581"/>
                      </a:moveTo>
                      <a:cubicBezTo>
                        <a:pt x="0" y="4262748"/>
                        <a:pt x="0" y="2132145"/>
                        <a:pt x="0" y="0"/>
                      </a:cubicBezTo>
                      <a:cubicBezTo>
                        <a:pt x="33904" y="0"/>
                        <a:pt x="67039" y="0"/>
                        <a:pt x="101714" y="0"/>
                      </a:cubicBezTo>
                      <a:cubicBezTo>
                        <a:pt x="101714" y="2130603"/>
                        <a:pt x="101714" y="4260437"/>
                        <a:pt x="101714" y="6392581"/>
                      </a:cubicBezTo>
                    </a:path>
                  </a:pathLst>
                </a:custGeom>
                <a:grpFill/>
                <a:ln w="7704" cap="flat">
                  <a:noFill/>
                  <a:prstDash val="solid"/>
                  <a:miter/>
                </a:ln>
              </p:spPr>
              <p:txBody>
                <a:bodyPr rtlCol="0" anchor="ctr"/>
                <a:lstStyle/>
                <a:p>
                  <a:endParaRPr lang="en-US" dirty="0">
                    <a:solidFill>
                      <a:srgbClr val="C00000"/>
                    </a:solidFill>
                    <a:latin typeface="Times New Roman" panose="02020603050405020304" pitchFamily="18" charset="0"/>
                    <a:cs typeface="Times New Roman" pitchFamily="18" charset="0"/>
                  </a:endParaRPr>
                </a:p>
              </p:txBody>
            </p:sp>
            <p:sp>
              <p:nvSpPr>
                <p:cNvPr id="16" name="Freeform: Shape 15">
                  <a:extLst>
                    <a:ext uri="{FF2B5EF4-FFF2-40B4-BE49-F238E27FC236}">
                      <a16:creationId xmlns:a16="http://schemas.microsoft.com/office/drawing/2014/main" id="{09F9B5B4-A975-4BC1-A4E4-F4869117A798}"/>
                    </a:ext>
                  </a:extLst>
                </p:cNvPr>
                <p:cNvSpPr/>
                <p:nvPr/>
              </p:nvSpPr>
              <p:spPr>
                <a:xfrm>
                  <a:off x="6091991" y="2926994"/>
                  <a:ext cx="37550" cy="2394576"/>
                </a:xfrm>
                <a:custGeom>
                  <a:avLst/>
                  <a:gdLst>
                    <a:gd name="connsiteX0" fmla="*/ 0 w 100173"/>
                    <a:gd name="connsiteY0" fmla="*/ 6393351 h 6387957"/>
                    <a:gd name="connsiteX1" fmla="*/ 0 w 100173"/>
                    <a:gd name="connsiteY1" fmla="*/ 0 h 6387957"/>
                    <a:gd name="connsiteX2" fmla="*/ 103255 w 100173"/>
                    <a:gd name="connsiteY2" fmla="*/ 0 h 6387957"/>
                    <a:gd name="connsiteX3" fmla="*/ 103255 w 100173"/>
                    <a:gd name="connsiteY3" fmla="*/ 6393351 h 6387957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</a:cxnLst>
                  <a:rect l="l" t="t" r="r" b="b"/>
                  <a:pathLst>
                    <a:path w="100173" h="6387957">
                      <a:moveTo>
                        <a:pt x="0" y="6393351"/>
                      </a:moveTo>
                      <a:cubicBezTo>
                        <a:pt x="0" y="4261978"/>
                        <a:pt x="0" y="2132915"/>
                        <a:pt x="0" y="0"/>
                      </a:cubicBezTo>
                      <a:cubicBezTo>
                        <a:pt x="34675" y="0"/>
                        <a:pt x="67809" y="0"/>
                        <a:pt x="103255" y="0"/>
                      </a:cubicBezTo>
                      <a:cubicBezTo>
                        <a:pt x="103255" y="2131374"/>
                        <a:pt x="103255" y="4261207"/>
                        <a:pt x="103255" y="6393351"/>
                      </a:cubicBezTo>
                    </a:path>
                  </a:pathLst>
                </a:custGeom>
                <a:grpFill/>
                <a:ln w="7704" cap="flat">
                  <a:noFill/>
                  <a:prstDash val="solid"/>
                  <a:miter/>
                </a:ln>
              </p:spPr>
              <p:txBody>
                <a:bodyPr rtlCol="0" anchor="ctr"/>
                <a:lstStyle/>
                <a:p>
                  <a:endParaRPr lang="en-US" dirty="0">
                    <a:solidFill>
                      <a:srgbClr val="C00000"/>
                    </a:solidFill>
                    <a:latin typeface="Times New Roman" panose="02020603050405020304" pitchFamily="18" charset="0"/>
                    <a:cs typeface="Times New Roman" pitchFamily="18" charset="0"/>
                  </a:endParaRPr>
                </a:p>
              </p:txBody>
            </p:sp>
            <p:sp>
              <p:nvSpPr>
                <p:cNvPr id="17" name="Freeform: Shape 16">
                  <a:extLst>
                    <a:ext uri="{FF2B5EF4-FFF2-40B4-BE49-F238E27FC236}">
                      <a16:creationId xmlns:a16="http://schemas.microsoft.com/office/drawing/2014/main" id="{F0F04A50-70C0-4152-B892-712F604BB364}"/>
                    </a:ext>
                  </a:extLst>
                </p:cNvPr>
                <p:cNvSpPr/>
                <p:nvPr/>
              </p:nvSpPr>
              <p:spPr>
                <a:xfrm>
                  <a:off x="7139759" y="2926994"/>
                  <a:ext cx="109764" cy="2394576"/>
                </a:xfrm>
                <a:custGeom>
                  <a:avLst/>
                  <a:gdLst>
                    <a:gd name="connsiteX0" fmla="*/ 0 w 292813"/>
                    <a:gd name="connsiteY0" fmla="*/ 6393351 h 6387957"/>
                    <a:gd name="connsiteX1" fmla="*/ 0 w 292813"/>
                    <a:gd name="connsiteY1" fmla="*/ 0 h 6387957"/>
                    <a:gd name="connsiteX2" fmla="*/ 295125 w 292813"/>
                    <a:gd name="connsiteY2" fmla="*/ 0 h 6387957"/>
                    <a:gd name="connsiteX3" fmla="*/ 295125 w 292813"/>
                    <a:gd name="connsiteY3" fmla="*/ 6393351 h 6387957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</a:cxnLst>
                  <a:rect l="l" t="t" r="r" b="b"/>
                  <a:pathLst>
                    <a:path w="292813" h="6387957">
                      <a:moveTo>
                        <a:pt x="0" y="6393351"/>
                      </a:moveTo>
                      <a:cubicBezTo>
                        <a:pt x="0" y="4261207"/>
                        <a:pt x="0" y="2131374"/>
                        <a:pt x="0" y="0"/>
                      </a:cubicBezTo>
                      <a:cubicBezTo>
                        <a:pt x="99403" y="0"/>
                        <a:pt x="196493" y="0"/>
                        <a:pt x="295125" y="0"/>
                      </a:cubicBezTo>
                      <a:cubicBezTo>
                        <a:pt x="295125" y="2132145"/>
                        <a:pt x="295125" y="4261207"/>
                        <a:pt x="295125" y="6393351"/>
                      </a:cubicBezTo>
                    </a:path>
                  </a:pathLst>
                </a:custGeom>
                <a:grpFill/>
                <a:ln w="7704" cap="flat">
                  <a:noFill/>
                  <a:prstDash val="solid"/>
                  <a:miter/>
                </a:ln>
              </p:spPr>
              <p:txBody>
                <a:bodyPr rtlCol="0" anchor="ctr"/>
                <a:lstStyle/>
                <a:p>
                  <a:endParaRPr lang="en-US" dirty="0">
                    <a:solidFill>
                      <a:srgbClr val="C00000"/>
                    </a:solidFill>
                    <a:latin typeface="Times New Roman" panose="02020603050405020304" pitchFamily="18" charset="0"/>
                    <a:cs typeface="Times New Roman" pitchFamily="18" charset="0"/>
                  </a:endParaRPr>
                </a:p>
              </p:txBody>
            </p:sp>
            <p:sp>
              <p:nvSpPr>
                <p:cNvPr id="18" name="Freeform: Shape 17">
                  <a:extLst>
                    <a:ext uri="{FF2B5EF4-FFF2-40B4-BE49-F238E27FC236}">
                      <a16:creationId xmlns:a16="http://schemas.microsoft.com/office/drawing/2014/main" id="{71D9C88D-AEA2-48F6-AF2B-D383D97E3535}"/>
                    </a:ext>
                  </a:extLst>
                </p:cNvPr>
                <p:cNvSpPr/>
                <p:nvPr/>
              </p:nvSpPr>
              <p:spPr>
                <a:xfrm>
                  <a:off x="7280788" y="2926994"/>
                  <a:ext cx="37550" cy="2394576"/>
                </a:xfrm>
                <a:custGeom>
                  <a:avLst/>
                  <a:gdLst>
                    <a:gd name="connsiteX0" fmla="*/ 0 w 100173"/>
                    <a:gd name="connsiteY0" fmla="*/ 6392581 h 6387957"/>
                    <a:gd name="connsiteX1" fmla="*/ 0 w 100173"/>
                    <a:gd name="connsiteY1" fmla="*/ 0 h 6387957"/>
                    <a:gd name="connsiteX2" fmla="*/ 103255 w 100173"/>
                    <a:gd name="connsiteY2" fmla="*/ 0 h 6387957"/>
                    <a:gd name="connsiteX3" fmla="*/ 103255 w 100173"/>
                    <a:gd name="connsiteY3" fmla="*/ 6392581 h 6387957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</a:cxnLst>
                  <a:rect l="l" t="t" r="r" b="b"/>
                  <a:pathLst>
                    <a:path w="100173" h="6387957">
                      <a:moveTo>
                        <a:pt x="0" y="6392581"/>
                      </a:moveTo>
                      <a:cubicBezTo>
                        <a:pt x="0" y="4261207"/>
                        <a:pt x="0" y="2131374"/>
                        <a:pt x="0" y="0"/>
                      </a:cubicBezTo>
                      <a:cubicBezTo>
                        <a:pt x="34675" y="0"/>
                        <a:pt x="67809" y="0"/>
                        <a:pt x="103255" y="0"/>
                      </a:cubicBezTo>
                      <a:cubicBezTo>
                        <a:pt x="103255" y="2130603"/>
                        <a:pt x="103255" y="4260437"/>
                        <a:pt x="103255" y="6392581"/>
                      </a:cubicBezTo>
                    </a:path>
                  </a:pathLst>
                </a:custGeom>
                <a:grpFill/>
                <a:ln w="7704" cap="flat">
                  <a:noFill/>
                  <a:prstDash val="solid"/>
                  <a:miter/>
                </a:ln>
              </p:spPr>
              <p:txBody>
                <a:bodyPr rtlCol="0" anchor="ctr"/>
                <a:lstStyle/>
                <a:p>
                  <a:endParaRPr lang="en-US" dirty="0">
                    <a:solidFill>
                      <a:srgbClr val="C00000"/>
                    </a:solidFill>
                    <a:latin typeface="Times New Roman" panose="02020603050405020304" pitchFamily="18" charset="0"/>
                    <a:cs typeface="Times New Roman" pitchFamily="18" charset="0"/>
                  </a:endParaRPr>
                </a:p>
              </p:txBody>
            </p:sp>
            <p:sp>
              <p:nvSpPr>
                <p:cNvPr id="19" name="Freeform: Shape 18">
                  <a:extLst>
                    <a:ext uri="{FF2B5EF4-FFF2-40B4-BE49-F238E27FC236}">
                      <a16:creationId xmlns:a16="http://schemas.microsoft.com/office/drawing/2014/main" id="{AB8EEA47-0851-4500-8CE0-169E98978C2E}"/>
                    </a:ext>
                  </a:extLst>
                </p:cNvPr>
                <p:cNvSpPr/>
                <p:nvPr/>
              </p:nvSpPr>
              <p:spPr>
                <a:xfrm>
                  <a:off x="7349773" y="2926994"/>
                  <a:ext cx="109764" cy="2394576"/>
                </a:xfrm>
                <a:custGeom>
                  <a:avLst/>
                  <a:gdLst>
                    <a:gd name="connsiteX0" fmla="*/ 0 w 292813"/>
                    <a:gd name="connsiteY0" fmla="*/ 6393351 h 6387957"/>
                    <a:gd name="connsiteX1" fmla="*/ 0 w 292813"/>
                    <a:gd name="connsiteY1" fmla="*/ 0 h 6387957"/>
                    <a:gd name="connsiteX2" fmla="*/ 295125 w 292813"/>
                    <a:gd name="connsiteY2" fmla="*/ 0 h 6387957"/>
                    <a:gd name="connsiteX3" fmla="*/ 295125 w 292813"/>
                    <a:gd name="connsiteY3" fmla="*/ 6393351 h 6387957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</a:cxnLst>
                  <a:rect l="l" t="t" r="r" b="b"/>
                  <a:pathLst>
                    <a:path w="292813" h="6387957">
                      <a:moveTo>
                        <a:pt x="0" y="6393351"/>
                      </a:moveTo>
                      <a:cubicBezTo>
                        <a:pt x="0" y="4261207"/>
                        <a:pt x="0" y="2132145"/>
                        <a:pt x="0" y="0"/>
                      </a:cubicBezTo>
                      <a:cubicBezTo>
                        <a:pt x="99402" y="0"/>
                        <a:pt x="195722" y="0"/>
                        <a:pt x="295125" y="0"/>
                      </a:cubicBezTo>
                      <a:cubicBezTo>
                        <a:pt x="295125" y="2132145"/>
                        <a:pt x="295125" y="4261207"/>
                        <a:pt x="295125" y="6393351"/>
                      </a:cubicBezTo>
                    </a:path>
                  </a:pathLst>
                </a:custGeom>
                <a:grpFill/>
                <a:ln w="7704" cap="flat">
                  <a:noFill/>
                  <a:prstDash val="solid"/>
                  <a:miter/>
                </a:ln>
              </p:spPr>
              <p:txBody>
                <a:bodyPr rtlCol="0" anchor="ctr"/>
                <a:lstStyle/>
                <a:p>
                  <a:endParaRPr lang="en-US" dirty="0">
                    <a:solidFill>
                      <a:srgbClr val="C00000"/>
                    </a:solidFill>
                    <a:latin typeface="Times New Roman" panose="02020603050405020304" pitchFamily="18" charset="0"/>
                    <a:cs typeface="Times New Roman" pitchFamily="18" charset="0"/>
                  </a:endParaRPr>
                </a:p>
              </p:txBody>
            </p:sp>
            <p:sp>
              <p:nvSpPr>
                <p:cNvPr id="20" name="Freeform: Shape 19">
                  <a:extLst>
                    <a:ext uri="{FF2B5EF4-FFF2-40B4-BE49-F238E27FC236}">
                      <a16:creationId xmlns:a16="http://schemas.microsoft.com/office/drawing/2014/main" id="{99CB024E-C751-4D3B-A1FC-DB08068B1DB8}"/>
                    </a:ext>
                  </a:extLst>
                </p:cNvPr>
                <p:cNvSpPr/>
                <p:nvPr/>
              </p:nvSpPr>
              <p:spPr>
                <a:xfrm>
                  <a:off x="7548511" y="2927282"/>
                  <a:ext cx="41911" cy="2569908"/>
                </a:xfrm>
                <a:custGeom>
                  <a:avLst/>
                  <a:gdLst>
                    <a:gd name="connsiteX0" fmla="*/ 0 w 115584"/>
                    <a:gd name="connsiteY0" fmla="*/ 6753975 h 6850294"/>
                    <a:gd name="connsiteX1" fmla="*/ 13099 w 115584"/>
                    <a:gd name="connsiteY1" fmla="*/ 0 h 6850294"/>
                    <a:gd name="connsiteX2" fmla="*/ 118666 w 115584"/>
                    <a:gd name="connsiteY2" fmla="*/ 0 h 6850294"/>
                    <a:gd name="connsiteX3" fmla="*/ 118666 w 115584"/>
                    <a:gd name="connsiteY3" fmla="*/ 6855688 h 6850294"/>
                    <a:gd name="connsiteX0" fmla="*/ 0 w 111805"/>
                    <a:gd name="connsiteY0" fmla="*/ 6836322 h 6855688"/>
                    <a:gd name="connsiteX1" fmla="*/ 6237 w 111805"/>
                    <a:gd name="connsiteY1" fmla="*/ 0 h 6855688"/>
                    <a:gd name="connsiteX2" fmla="*/ 111804 w 111805"/>
                    <a:gd name="connsiteY2" fmla="*/ 0 h 6855688"/>
                    <a:gd name="connsiteX3" fmla="*/ 111804 w 111805"/>
                    <a:gd name="connsiteY3" fmla="*/ 6855688 h 6855688"/>
                    <a:gd name="connsiteX0" fmla="*/ 0 w 111804"/>
                    <a:gd name="connsiteY0" fmla="*/ 6853478 h 6855688"/>
                    <a:gd name="connsiteX1" fmla="*/ 6237 w 111804"/>
                    <a:gd name="connsiteY1" fmla="*/ 0 h 6855688"/>
                    <a:gd name="connsiteX2" fmla="*/ 111804 w 111804"/>
                    <a:gd name="connsiteY2" fmla="*/ 0 h 6855688"/>
                    <a:gd name="connsiteX3" fmla="*/ 111804 w 111804"/>
                    <a:gd name="connsiteY3" fmla="*/ 6855688 h 6855688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</a:cxnLst>
                  <a:rect l="l" t="t" r="r" b="b"/>
                  <a:pathLst>
                    <a:path w="111804" h="6855688">
                      <a:moveTo>
                        <a:pt x="0" y="6853478"/>
                      </a:moveTo>
                      <a:cubicBezTo>
                        <a:pt x="14640" y="4603437"/>
                        <a:pt x="3155" y="2253123"/>
                        <a:pt x="6237" y="0"/>
                      </a:cubicBezTo>
                      <a:lnTo>
                        <a:pt x="111804" y="0"/>
                      </a:lnTo>
                      <a:lnTo>
                        <a:pt x="111804" y="6855688"/>
                      </a:lnTo>
                    </a:path>
                  </a:pathLst>
                </a:custGeom>
                <a:grpFill/>
                <a:ln w="7704" cap="flat">
                  <a:noFill/>
                  <a:prstDash val="solid"/>
                  <a:miter/>
                </a:ln>
              </p:spPr>
              <p:txBody>
                <a:bodyPr rtlCol="0" anchor="ctr"/>
                <a:lstStyle/>
                <a:p>
                  <a:endParaRPr lang="en-US" dirty="0">
                    <a:solidFill>
                      <a:srgbClr val="C00000"/>
                    </a:solidFill>
                    <a:latin typeface="Times New Roman" panose="02020603050405020304" pitchFamily="18" charset="0"/>
                    <a:cs typeface="Times New Roman" pitchFamily="18" charset="0"/>
                  </a:endParaRPr>
                </a:p>
              </p:txBody>
            </p:sp>
            <p:sp>
              <p:nvSpPr>
                <p:cNvPr id="21" name="Freeform: Shape 20">
                  <a:extLst>
                    <a:ext uri="{FF2B5EF4-FFF2-40B4-BE49-F238E27FC236}">
                      <a16:creationId xmlns:a16="http://schemas.microsoft.com/office/drawing/2014/main" id="{1BDA8D11-4AAC-43CC-B408-A388F56971AF}"/>
                    </a:ext>
                  </a:extLst>
                </p:cNvPr>
                <p:cNvSpPr/>
                <p:nvPr/>
              </p:nvSpPr>
              <p:spPr>
                <a:xfrm>
                  <a:off x="7485249" y="2926994"/>
                  <a:ext cx="37550" cy="2394576"/>
                </a:xfrm>
                <a:custGeom>
                  <a:avLst/>
                  <a:gdLst>
                    <a:gd name="connsiteX0" fmla="*/ 0 w 100173"/>
                    <a:gd name="connsiteY0" fmla="*/ 6392581 h 6387957"/>
                    <a:gd name="connsiteX1" fmla="*/ 0 w 100173"/>
                    <a:gd name="connsiteY1" fmla="*/ 0 h 6387957"/>
                    <a:gd name="connsiteX2" fmla="*/ 103255 w 100173"/>
                    <a:gd name="connsiteY2" fmla="*/ 0 h 6387957"/>
                    <a:gd name="connsiteX3" fmla="*/ 103255 w 100173"/>
                    <a:gd name="connsiteY3" fmla="*/ 6392581 h 6387957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</a:cxnLst>
                  <a:rect l="l" t="t" r="r" b="b"/>
                  <a:pathLst>
                    <a:path w="100173" h="6387957">
                      <a:moveTo>
                        <a:pt x="0" y="6392581"/>
                      </a:moveTo>
                      <a:cubicBezTo>
                        <a:pt x="0" y="4261207"/>
                        <a:pt x="0" y="2131374"/>
                        <a:pt x="0" y="0"/>
                      </a:cubicBezTo>
                      <a:cubicBezTo>
                        <a:pt x="34675" y="0"/>
                        <a:pt x="67809" y="0"/>
                        <a:pt x="103255" y="0"/>
                      </a:cubicBezTo>
                      <a:cubicBezTo>
                        <a:pt x="103255" y="2130603"/>
                        <a:pt x="103255" y="4260437"/>
                        <a:pt x="103255" y="6392581"/>
                      </a:cubicBezTo>
                    </a:path>
                  </a:pathLst>
                </a:custGeom>
                <a:grpFill/>
                <a:ln w="7704" cap="flat">
                  <a:noFill/>
                  <a:prstDash val="solid"/>
                  <a:miter/>
                </a:ln>
              </p:spPr>
              <p:txBody>
                <a:bodyPr rtlCol="0" anchor="ctr"/>
                <a:lstStyle/>
                <a:p>
                  <a:endParaRPr lang="en-US" dirty="0">
                    <a:solidFill>
                      <a:srgbClr val="C00000"/>
                    </a:solidFill>
                    <a:latin typeface="Times New Roman" panose="02020603050405020304" pitchFamily="18" charset="0"/>
                    <a:cs typeface="Times New Roman" pitchFamily="18" charset="0"/>
                  </a:endParaRPr>
                </a:p>
              </p:txBody>
            </p:sp>
            <p:sp>
              <p:nvSpPr>
                <p:cNvPr id="22" name="Freeform: Shape 21">
                  <a:extLst>
                    <a:ext uri="{FF2B5EF4-FFF2-40B4-BE49-F238E27FC236}">
                      <a16:creationId xmlns:a16="http://schemas.microsoft.com/office/drawing/2014/main" id="{3EE00667-7B8F-4892-BF72-8EA3745153E0}"/>
                    </a:ext>
                  </a:extLst>
                </p:cNvPr>
                <p:cNvSpPr/>
                <p:nvPr/>
              </p:nvSpPr>
              <p:spPr>
                <a:xfrm>
                  <a:off x="7616134" y="2926994"/>
                  <a:ext cx="28885" cy="2567886"/>
                </a:xfrm>
                <a:custGeom>
                  <a:avLst/>
                  <a:gdLst>
                    <a:gd name="connsiteX0" fmla="*/ 0 w 77056"/>
                    <a:gd name="connsiteY0" fmla="*/ 6854918 h 6850294"/>
                    <a:gd name="connsiteX1" fmla="*/ 0 w 77056"/>
                    <a:gd name="connsiteY1" fmla="*/ 0 h 6850294"/>
                    <a:gd name="connsiteX2" fmla="*/ 78597 w 77056"/>
                    <a:gd name="connsiteY2" fmla="*/ 0 h 6850294"/>
                    <a:gd name="connsiteX3" fmla="*/ 78597 w 77056"/>
                    <a:gd name="connsiteY3" fmla="*/ 6854918 h 6850294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</a:cxnLst>
                  <a:rect l="l" t="t" r="r" b="b"/>
                  <a:pathLst>
                    <a:path w="77056" h="6850294">
                      <a:moveTo>
                        <a:pt x="0" y="6854918"/>
                      </a:moveTo>
                      <a:cubicBezTo>
                        <a:pt x="0" y="4570202"/>
                        <a:pt x="0" y="2286257"/>
                        <a:pt x="0" y="0"/>
                      </a:cubicBezTo>
                      <a:cubicBezTo>
                        <a:pt x="25428" y="0"/>
                        <a:pt x="50087" y="0"/>
                        <a:pt x="78597" y="0"/>
                      </a:cubicBezTo>
                      <a:cubicBezTo>
                        <a:pt x="78597" y="2283175"/>
                        <a:pt x="78597" y="4566350"/>
                        <a:pt x="78597" y="6854918"/>
                      </a:cubicBezTo>
                    </a:path>
                  </a:pathLst>
                </a:custGeom>
                <a:grpFill/>
                <a:ln w="7704" cap="flat">
                  <a:noFill/>
                  <a:prstDash val="solid"/>
                  <a:miter/>
                </a:ln>
              </p:spPr>
              <p:txBody>
                <a:bodyPr rtlCol="0" anchor="ctr"/>
                <a:lstStyle/>
                <a:p>
                  <a:endParaRPr lang="en-US" dirty="0">
                    <a:solidFill>
                      <a:srgbClr val="C00000"/>
                    </a:solidFill>
                    <a:latin typeface="Times New Roman" panose="02020603050405020304" pitchFamily="18" charset="0"/>
                    <a:cs typeface="Times New Roman" pitchFamily="18" charset="0"/>
                  </a:endParaRPr>
                </a:p>
              </p:txBody>
            </p:sp>
            <p:sp>
              <p:nvSpPr>
                <p:cNvPr id="23" name="Freeform: Shape 22">
                  <a:extLst>
                    <a:ext uri="{FF2B5EF4-FFF2-40B4-BE49-F238E27FC236}">
                      <a16:creationId xmlns:a16="http://schemas.microsoft.com/office/drawing/2014/main" id="{902A81A6-28D8-4522-B490-B37A255B8416}"/>
                    </a:ext>
                  </a:extLst>
                </p:cNvPr>
                <p:cNvSpPr/>
                <p:nvPr/>
              </p:nvSpPr>
              <p:spPr>
                <a:xfrm>
                  <a:off x="6838507" y="2926994"/>
                  <a:ext cx="109764" cy="2394576"/>
                </a:xfrm>
                <a:custGeom>
                  <a:avLst/>
                  <a:gdLst>
                    <a:gd name="connsiteX0" fmla="*/ 0 w 292813"/>
                    <a:gd name="connsiteY0" fmla="*/ 6393351 h 6387957"/>
                    <a:gd name="connsiteX1" fmla="*/ 0 w 292813"/>
                    <a:gd name="connsiteY1" fmla="*/ 0 h 6387957"/>
                    <a:gd name="connsiteX2" fmla="*/ 295125 w 292813"/>
                    <a:gd name="connsiteY2" fmla="*/ 0 h 6387957"/>
                    <a:gd name="connsiteX3" fmla="*/ 295125 w 292813"/>
                    <a:gd name="connsiteY3" fmla="*/ 6393351 h 6387957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</a:cxnLst>
                  <a:rect l="l" t="t" r="r" b="b"/>
                  <a:pathLst>
                    <a:path w="292813" h="6387957">
                      <a:moveTo>
                        <a:pt x="0" y="6393351"/>
                      </a:moveTo>
                      <a:cubicBezTo>
                        <a:pt x="0" y="4261207"/>
                        <a:pt x="0" y="2131374"/>
                        <a:pt x="0" y="0"/>
                      </a:cubicBezTo>
                      <a:cubicBezTo>
                        <a:pt x="99403" y="0"/>
                        <a:pt x="196493" y="0"/>
                        <a:pt x="295125" y="0"/>
                      </a:cubicBezTo>
                      <a:cubicBezTo>
                        <a:pt x="295125" y="2132145"/>
                        <a:pt x="295125" y="4261207"/>
                        <a:pt x="295125" y="6393351"/>
                      </a:cubicBezTo>
                    </a:path>
                  </a:pathLst>
                </a:custGeom>
                <a:grpFill/>
                <a:ln w="7704" cap="flat">
                  <a:noFill/>
                  <a:prstDash val="solid"/>
                  <a:miter/>
                </a:ln>
              </p:spPr>
              <p:txBody>
                <a:bodyPr rtlCol="0" anchor="ctr"/>
                <a:lstStyle/>
                <a:p>
                  <a:endParaRPr lang="en-US" dirty="0">
                    <a:solidFill>
                      <a:srgbClr val="C00000"/>
                    </a:solidFill>
                    <a:latin typeface="Times New Roman" panose="02020603050405020304" pitchFamily="18" charset="0"/>
                    <a:cs typeface="Times New Roman" pitchFamily="18" charset="0"/>
                  </a:endParaRPr>
                </a:p>
              </p:txBody>
            </p:sp>
            <p:sp>
              <p:nvSpPr>
                <p:cNvPr id="24" name="Freeform: Shape 23">
                  <a:extLst>
                    <a:ext uri="{FF2B5EF4-FFF2-40B4-BE49-F238E27FC236}">
                      <a16:creationId xmlns:a16="http://schemas.microsoft.com/office/drawing/2014/main" id="{2A569EB6-2490-40DF-9A4A-639E65D35F5C}"/>
                    </a:ext>
                  </a:extLst>
                </p:cNvPr>
                <p:cNvSpPr/>
                <p:nvPr/>
              </p:nvSpPr>
              <p:spPr>
                <a:xfrm>
                  <a:off x="6980994" y="2927282"/>
                  <a:ext cx="37550" cy="2394576"/>
                </a:xfrm>
                <a:custGeom>
                  <a:avLst/>
                  <a:gdLst>
                    <a:gd name="connsiteX0" fmla="*/ 0 w 100173"/>
                    <a:gd name="connsiteY0" fmla="*/ 6392581 h 6387957"/>
                    <a:gd name="connsiteX1" fmla="*/ 0 w 100173"/>
                    <a:gd name="connsiteY1" fmla="*/ 0 h 6387957"/>
                    <a:gd name="connsiteX2" fmla="*/ 103255 w 100173"/>
                    <a:gd name="connsiteY2" fmla="*/ 0 h 6387957"/>
                    <a:gd name="connsiteX3" fmla="*/ 103255 w 100173"/>
                    <a:gd name="connsiteY3" fmla="*/ 6392581 h 6387957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</a:cxnLst>
                  <a:rect l="l" t="t" r="r" b="b"/>
                  <a:pathLst>
                    <a:path w="100173" h="6387957">
                      <a:moveTo>
                        <a:pt x="0" y="6392581"/>
                      </a:moveTo>
                      <a:cubicBezTo>
                        <a:pt x="0" y="4261978"/>
                        <a:pt x="0" y="2132145"/>
                        <a:pt x="0" y="0"/>
                      </a:cubicBezTo>
                      <a:cubicBezTo>
                        <a:pt x="33904" y="0"/>
                        <a:pt x="67809" y="0"/>
                        <a:pt x="103255" y="0"/>
                      </a:cubicBezTo>
                      <a:cubicBezTo>
                        <a:pt x="103255" y="2130603"/>
                        <a:pt x="103255" y="4258895"/>
                        <a:pt x="103255" y="6392581"/>
                      </a:cubicBezTo>
                    </a:path>
                  </a:pathLst>
                </a:custGeom>
                <a:grpFill/>
                <a:ln w="7704" cap="flat">
                  <a:noFill/>
                  <a:prstDash val="solid"/>
                  <a:miter/>
                </a:ln>
              </p:spPr>
              <p:txBody>
                <a:bodyPr rtlCol="0" anchor="ctr"/>
                <a:lstStyle/>
                <a:p>
                  <a:endParaRPr lang="en-US" dirty="0">
                    <a:solidFill>
                      <a:srgbClr val="C00000"/>
                    </a:solidFill>
                    <a:latin typeface="Times New Roman" panose="02020603050405020304" pitchFamily="18" charset="0"/>
                    <a:cs typeface="Times New Roman" pitchFamily="18" charset="0"/>
                  </a:endParaRPr>
                </a:p>
              </p:txBody>
            </p:sp>
            <p:sp>
              <p:nvSpPr>
                <p:cNvPr id="25" name="Freeform: Shape 24">
                  <a:extLst>
                    <a:ext uri="{FF2B5EF4-FFF2-40B4-BE49-F238E27FC236}">
                      <a16:creationId xmlns:a16="http://schemas.microsoft.com/office/drawing/2014/main" id="{7DC04B7B-FFF7-4CAC-BF2B-7AF98E950FE2}"/>
                    </a:ext>
                  </a:extLst>
                </p:cNvPr>
                <p:cNvSpPr/>
                <p:nvPr/>
              </p:nvSpPr>
              <p:spPr>
                <a:xfrm>
                  <a:off x="7065051" y="2926994"/>
                  <a:ext cx="37550" cy="2394576"/>
                </a:xfrm>
                <a:custGeom>
                  <a:avLst/>
                  <a:gdLst>
                    <a:gd name="connsiteX0" fmla="*/ 0 w 100173"/>
                    <a:gd name="connsiteY0" fmla="*/ 6392581 h 6387957"/>
                    <a:gd name="connsiteX1" fmla="*/ 0 w 100173"/>
                    <a:gd name="connsiteY1" fmla="*/ 0 h 6387957"/>
                    <a:gd name="connsiteX2" fmla="*/ 103255 w 100173"/>
                    <a:gd name="connsiteY2" fmla="*/ 0 h 6387957"/>
                    <a:gd name="connsiteX3" fmla="*/ 103255 w 100173"/>
                    <a:gd name="connsiteY3" fmla="*/ 6392581 h 6387957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</a:cxnLst>
                  <a:rect l="l" t="t" r="r" b="b"/>
                  <a:pathLst>
                    <a:path w="100173" h="6387957">
                      <a:moveTo>
                        <a:pt x="0" y="6392581"/>
                      </a:moveTo>
                      <a:cubicBezTo>
                        <a:pt x="0" y="4261978"/>
                        <a:pt x="0" y="2132145"/>
                        <a:pt x="0" y="0"/>
                      </a:cubicBezTo>
                      <a:cubicBezTo>
                        <a:pt x="33904" y="0"/>
                        <a:pt x="67809" y="0"/>
                        <a:pt x="103255" y="0"/>
                      </a:cubicBezTo>
                      <a:cubicBezTo>
                        <a:pt x="103255" y="2130603"/>
                        <a:pt x="103255" y="4258895"/>
                        <a:pt x="103255" y="6392581"/>
                      </a:cubicBezTo>
                    </a:path>
                  </a:pathLst>
                </a:custGeom>
                <a:grpFill/>
                <a:ln w="7704" cap="flat">
                  <a:noFill/>
                  <a:prstDash val="solid"/>
                  <a:miter/>
                </a:ln>
              </p:spPr>
              <p:txBody>
                <a:bodyPr rtlCol="0" anchor="ctr"/>
                <a:lstStyle/>
                <a:p>
                  <a:endParaRPr lang="en-US" dirty="0">
                    <a:solidFill>
                      <a:srgbClr val="C00000"/>
                    </a:solidFill>
                    <a:latin typeface="Times New Roman" panose="02020603050405020304" pitchFamily="18" charset="0"/>
                    <a:cs typeface="Times New Roman" pitchFamily="18" charset="0"/>
                  </a:endParaRPr>
                </a:p>
              </p:txBody>
            </p:sp>
            <p:sp>
              <p:nvSpPr>
                <p:cNvPr id="26" name="Freeform: Shape 25">
                  <a:extLst>
                    <a:ext uri="{FF2B5EF4-FFF2-40B4-BE49-F238E27FC236}">
                      <a16:creationId xmlns:a16="http://schemas.microsoft.com/office/drawing/2014/main" id="{99FD279C-9B71-46A5-9519-57C2FDE43882}"/>
                    </a:ext>
                  </a:extLst>
                </p:cNvPr>
                <p:cNvSpPr/>
                <p:nvPr/>
              </p:nvSpPr>
              <p:spPr>
                <a:xfrm>
                  <a:off x="6754449" y="2926127"/>
                  <a:ext cx="37550" cy="2394576"/>
                </a:xfrm>
                <a:custGeom>
                  <a:avLst/>
                  <a:gdLst>
                    <a:gd name="connsiteX0" fmla="*/ 0 w 100173"/>
                    <a:gd name="connsiteY0" fmla="*/ 6392581 h 6387957"/>
                    <a:gd name="connsiteX1" fmla="*/ 0 w 100173"/>
                    <a:gd name="connsiteY1" fmla="*/ 0 h 6387957"/>
                    <a:gd name="connsiteX2" fmla="*/ 103255 w 100173"/>
                    <a:gd name="connsiteY2" fmla="*/ 0 h 6387957"/>
                    <a:gd name="connsiteX3" fmla="*/ 103255 w 100173"/>
                    <a:gd name="connsiteY3" fmla="*/ 6392581 h 6387957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</a:cxnLst>
                  <a:rect l="l" t="t" r="r" b="b"/>
                  <a:pathLst>
                    <a:path w="100173" h="6387957">
                      <a:moveTo>
                        <a:pt x="0" y="6392581"/>
                      </a:moveTo>
                      <a:cubicBezTo>
                        <a:pt x="0" y="4261978"/>
                        <a:pt x="0" y="2132145"/>
                        <a:pt x="0" y="0"/>
                      </a:cubicBezTo>
                      <a:cubicBezTo>
                        <a:pt x="33905" y="0"/>
                        <a:pt x="67810" y="0"/>
                        <a:pt x="103255" y="0"/>
                      </a:cubicBezTo>
                      <a:cubicBezTo>
                        <a:pt x="103255" y="2131374"/>
                        <a:pt x="103255" y="4260436"/>
                        <a:pt x="103255" y="6392581"/>
                      </a:cubicBezTo>
                    </a:path>
                  </a:pathLst>
                </a:custGeom>
                <a:grpFill/>
                <a:ln w="7704" cap="flat">
                  <a:noFill/>
                  <a:prstDash val="solid"/>
                  <a:miter/>
                </a:ln>
              </p:spPr>
              <p:txBody>
                <a:bodyPr rtlCol="0" anchor="ctr"/>
                <a:lstStyle/>
                <a:p>
                  <a:endParaRPr lang="en-US" dirty="0">
                    <a:solidFill>
                      <a:srgbClr val="C00000"/>
                    </a:solidFill>
                    <a:latin typeface="Times New Roman" panose="02020603050405020304" pitchFamily="18" charset="0"/>
                    <a:cs typeface="Times New Roman" pitchFamily="18" charset="0"/>
                  </a:endParaRPr>
                </a:p>
              </p:txBody>
            </p:sp>
            <p:sp>
              <p:nvSpPr>
                <p:cNvPr id="27" name="Freeform: Shape 26">
                  <a:extLst>
                    <a:ext uri="{FF2B5EF4-FFF2-40B4-BE49-F238E27FC236}">
                      <a16:creationId xmlns:a16="http://schemas.microsoft.com/office/drawing/2014/main" id="{E77F362F-1E3A-429A-8A7A-092562BB2825}"/>
                    </a:ext>
                  </a:extLst>
                </p:cNvPr>
                <p:cNvSpPr/>
                <p:nvPr/>
              </p:nvSpPr>
              <p:spPr>
                <a:xfrm>
                  <a:off x="6334914" y="2927282"/>
                  <a:ext cx="37550" cy="2394576"/>
                </a:xfrm>
                <a:custGeom>
                  <a:avLst/>
                  <a:gdLst>
                    <a:gd name="connsiteX0" fmla="*/ 0 w 100173"/>
                    <a:gd name="connsiteY0" fmla="*/ 6393351 h 6387957"/>
                    <a:gd name="connsiteX1" fmla="*/ 0 w 100173"/>
                    <a:gd name="connsiteY1" fmla="*/ 0 h 6387957"/>
                    <a:gd name="connsiteX2" fmla="*/ 103255 w 100173"/>
                    <a:gd name="connsiteY2" fmla="*/ 0 h 6387957"/>
                    <a:gd name="connsiteX3" fmla="*/ 103255 w 100173"/>
                    <a:gd name="connsiteY3" fmla="*/ 6393351 h 6387957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</a:cxnLst>
                  <a:rect l="l" t="t" r="r" b="b"/>
                  <a:pathLst>
                    <a:path w="100173" h="6387957">
                      <a:moveTo>
                        <a:pt x="0" y="6393351"/>
                      </a:moveTo>
                      <a:cubicBezTo>
                        <a:pt x="0" y="4262748"/>
                        <a:pt x="0" y="2132915"/>
                        <a:pt x="0" y="0"/>
                      </a:cubicBezTo>
                      <a:cubicBezTo>
                        <a:pt x="33904" y="0"/>
                        <a:pt x="67809" y="0"/>
                        <a:pt x="103255" y="0"/>
                      </a:cubicBezTo>
                      <a:cubicBezTo>
                        <a:pt x="103255" y="2131374"/>
                        <a:pt x="103255" y="4260436"/>
                        <a:pt x="103255" y="6393351"/>
                      </a:cubicBezTo>
                    </a:path>
                  </a:pathLst>
                </a:custGeom>
                <a:grpFill/>
                <a:ln w="7704" cap="flat">
                  <a:noFill/>
                  <a:prstDash val="solid"/>
                  <a:miter/>
                </a:ln>
              </p:spPr>
              <p:txBody>
                <a:bodyPr rtlCol="0" anchor="ctr"/>
                <a:lstStyle/>
                <a:p>
                  <a:endParaRPr lang="en-US" dirty="0">
                    <a:solidFill>
                      <a:srgbClr val="C00000"/>
                    </a:solidFill>
                    <a:latin typeface="Times New Roman" panose="02020603050405020304" pitchFamily="18" charset="0"/>
                    <a:cs typeface="Times New Roman" pitchFamily="18" charset="0"/>
                  </a:endParaRPr>
                </a:p>
              </p:txBody>
            </p:sp>
            <p:sp>
              <p:nvSpPr>
                <p:cNvPr id="28" name="Freeform: Shape 27">
                  <a:extLst>
                    <a:ext uri="{FF2B5EF4-FFF2-40B4-BE49-F238E27FC236}">
                      <a16:creationId xmlns:a16="http://schemas.microsoft.com/office/drawing/2014/main" id="{BA25F615-E11E-4379-BA54-9819ACDC6FD8}"/>
                    </a:ext>
                  </a:extLst>
                </p:cNvPr>
                <p:cNvSpPr/>
                <p:nvPr/>
              </p:nvSpPr>
              <p:spPr>
                <a:xfrm>
                  <a:off x="6159871" y="2926127"/>
                  <a:ext cx="37550" cy="2397464"/>
                </a:xfrm>
                <a:custGeom>
                  <a:avLst/>
                  <a:gdLst>
                    <a:gd name="connsiteX0" fmla="*/ 0 w 100173"/>
                    <a:gd name="connsiteY0" fmla="*/ 6395663 h 6395662"/>
                    <a:gd name="connsiteX1" fmla="*/ 0 w 100173"/>
                    <a:gd name="connsiteY1" fmla="*/ 0 h 6395662"/>
                    <a:gd name="connsiteX2" fmla="*/ 52398 w 100173"/>
                    <a:gd name="connsiteY2" fmla="*/ 0 h 6395662"/>
                    <a:gd name="connsiteX3" fmla="*/ 103255 w 100173"/>
                    <a:gd name="connsiteY3" fmla="*/ 0 h 6395662"/>
                    <a:gd name="connsiteX4" fmla="*/ 103255 w 100173"/>
                    <a:gd name="connsiteY4" fmla="*/ 6395663 h 6395662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  <a:cxn ang="0">
                      <a:pos x="connsiteX4" y="connsiteY4"/>
                    </a:cxn>
                  </a:cxnLst>
                  <a:rect l="l" t="t" r="r" b="b"/>
                  <a:pathLst>
                    <a:path w="100173" h="6395662">
                      <a:moveTo>
                        <a:pt x="0" y="6395663"/>
                      </a:moveTo>
                      <a:cubicBezTo>
                        <a:pt x="0" y="4265060"/>
                        <a:pt x="0" y="2135227"/>
                        <a:pt x="0" y="0"/>
                      </a:cubicBezTo>
                      <a:cubicBezTo>
                        <a:pt x="17723" y="0"/>
                        <a:pt x="34675" y="0"/>
                        <a:pt x="52398" y="0"/>
                      </a:cubicBezTo>
                      <a:cubicBezTo>
                        <a:pt x="68580" y="0"/>
                        <a:pt x="84762" y="0"/>
                        <a:pt x="103255" y="0"/>
                      </a:cubicBezTo>
                      <a:cubicBezTo>
                        <a:pt x="103255" y="2132915"/>
                        <a:pt x="103255" y="4261977"/>
                        <a:pt x="103255" y="6395663"/>
                      </a:cubicBezTo>
                    </a:path>
                  </a:pathLst>
                </a:custGeom>
                <a:grpFill/>
                <a:ln w="7704" cap="flat">
                  <a:noFill/>
                  <a:prstDash val="solid"/>
                  <a:miter/>
                </a:ln>
              </p:spPr>
              <p:txBody>
                <a:bodyPr rtlCol="0" anchor="ctr"/>
                <a:lstStyle/>
                <a:p>
                  <a:endParaRPr lang="en-US" dirty="0">
                    <a:solidFill>
                      <a:srgbClr val="C00000"/>
                    </a:solidFill>
                    <a:latin typeface="Times New Roman" panose="02020603050405020304" pitchFamily="18" charset="0"/>
                    <a:cs typeface="Times New Roman" pitchFamily="18" charset="0"/>
                  </a:endParaRPr>
                </a:p>
              </p:txBody>
            </p:sp>
            <p:sp>
              <p:nvSpPr>
                <p:cNvPr id="29" name="Freeform: Shape 28">
                  <a:extLst>
                    <a:ext uri="{FF2B5EF4-FFF2-40B4-BE49-F238E27FC236}">
                      <a16:creationId xmlns:a16="http://schemas.microsoft.com/office/drawing/2014/main" id="{43767ECE-21FE-4B4C-89B1-0E19BEADDA56}"/>
                    </a:ext>
                  </a:extLst>
                </p:cNvPr>
                <p:cNvSpPr/>
                <p:nvPr/>
              </p:nvSpPr>
              <p:spPr>
                <a:xfrm>
                  <a:off x="6231712" y="2926127"/>
                  <a:ext cx="72212" cy="2394576"/>
                </a:xfrm>
                <a:custGeom>
                  <a:avLst/>
                  <a:gdLst>
                    <a:gd name="connsiteX0" fmla="*/ 0 w 192640"/>
                    <a:gd name="connsiteY0" fmla="*/ 6392581 h 6387957"/>
                    <a:gd name="connsiteX1" fmla="*/ 0 w 192640"/>
                    <a:gd name="connsiteY1" fmla="*/ 0 h 6387957"/>
                    <a:gd name="connsiteX2" fmla="*/ 198805 w 192640"/>
                    <a:gd name="connsiteY2" fmla="*/ 0 h 6387957"/>
                    <a:gd name="connsiteX3" fmla="*/ 198805 w 192640"/>
                    <a:gd name="connsiteY3" fmla="*/ 6392581 h 6387957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</a:cxnLst>
                  <a:rect l="l" t="t" r="r" b="b"/>
                  <a:pathLst>
                    <a:path w="192640" h="6387957">
                      <a:moveTo>
                        <a:pt x="0" y="6392581"/>
                      </a:moveTo>
                      <a:cubicBezTo>
                        <a:pt x="0" y="4261207"/>
                        <a:pt x="0" y="2132145"/>
                        <a:pt x="0" y="0"/>
                      </a:cubicBezTo>
                      <a:cubicBezTo>
                        <a:pt x="66268" y="0"/>
                        <a:pt x="131766" y="0"/>
                        <a:pt x="198805" y="0"/>
                      </a:cubicBezTo>
                      <a:cubicBezTo>
                        <a:pt x="198805" y="2131374"/>
                        <a:pt x="198805" y="4261207"/>
                        <a:pt x="198805" y="6392581"/>
                      </a:cubicBezTo>
                    </a:path>
                  </a:pathLst>
                </a:custGeom>
                <a:grpFill/>
                <a:ln w="7704" cap="flat">
                  <a:noFill/>
                  <a:prstDash val="solid"/>
                  <a:miter/>
                </a:ln>
              </p:spPr>
              <p:txBody>
                <a:bodyPr rtlCol="0" anchor="ctr"/>
                <a:lstStyle/>
                <a:p>
                  <a:endParaRPr lang="en-US" dirty="0">
                    <a:solidFill>
                      <a:srgbClr val="C00000"/>
                    </a:solidFill>
                    <a:latin typeface="Times New Roman" panose="02020603050405020304" pitchFamily="18" charset="0"/>
                    <a:cs typeface="Times New Roman" pitchFamily="18" charset="0"/>
                  </a:endParaRPr>
                </a:p>
              </p:txBody>
            </p:sp>
            <p:sp>
              <p:nvSpPr>
                <p:cNvPr id="30" name="Freeform: Shape 29">
                  <a:extLst>
                    <a:ext uri="{FF2B5EF4-FFF2-40B4-BE49-F238E27FC236}">
                      <a16:creationId xmlns:a16="http://schemas.microsoft.com/office/drawing/2014/main" id="{E117A468-C0B3-46FD-8EC1-6AE134264BA0}"/>
                    </a:ext>
                  </a:extLst>
                </p:cNvPr>
                <p:cNvSpPr/>
                <p:nvPr/>
              </p:nvSpPr>
              <p:spPr>
                <a:xfrm>
                  <a:off x="6598401" y="2927282"/>
                  <a:ext cx="37550" cy="2394576"/>
                </a:xfrm>
                <a:custGeom>
                  <a:avLst/>
                  <a:gdLst>
                    <a:gd name="connsiteX0" fmla="*/ 0 w 100173"/>
                    <a:gd name="connsiteY0" fmla="*/ 6392581 h 6387957"/>
                    <a:gd name="connsiteX1" fmla="*/ 0 w 100173"/>
                    <a:gd name="connsiteY1" fmla="*/ 0 h 6387957"/>
                    <a:gd name="connsiteX2" fmla="*/ 103255 w 100173"/>
                    <a:gd name="connsiteY2" fmla="*/ 0 h 6387957"/>
                    <a:gd name="connsiteX3" fmla="*/ 103255 w 100173"/>
                    <a:gd name="connsiteY3" fmla="*/ 6392581 h 6387957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</a:cxnLst>
                  <a:rect l="l" t="t" r="r" b="b"/>
                  <a:pathLst>
                    <a:path w="100173" h="6387957">
                      <a:moveTo>
                        <a:pt x="0" y="6392581"/>
                      </a:moveTo>
                      <a:cubicBezTo>
                        <a:pt x="0" y="4261207"/>
                        <a:pt x="0" y="2131374"/>
                        <a:pt x="0" y="0"/>
                      </a:cubicBezTo>
                      <a:cubicBezTo>
                        <a:pt x="34675" y="0"/>
                        <a:pt x="67809" y="0"/>
                        <a:pt x="103255" y="0"/>
                      </a:cubicBezTo>
                      <a:cubicBezTo>
                        <a:pt x="103255" y="2130603"/>
                        <a:pt x="103255" y="4260437"/>
                        <a:pt x="103255" y="6392581"/>
                      </a:cubicBezTo>
                    </a:path>
                  </a:pathLst>
                </a:custGeom>
                <a:grpFill/>
                <a:ln w="7704" cap="flat">
                  <a:noFill/>
                  <a:prstDash val="solid"/>
                  <a:miter/>
                </a:ln>
              </p:spPr>
              <p:txBody>
                <a:bodyPr rtlCol="0" anchor="ctr"/>
                <a:lstStyle/>
                <a:p>
                  <a:endParaRPr lang="en-US" dirty="0">
                    <a:solidFill>
                      <a:srgbClr val="C00000"/>
                    </a:solidFill>
                    <a:latin typeface="Times New Roman" panose="02020603050405020304" pitchFamily="18" charset="0"/>
                    <a:cs typeface="Times New Roman" pitchFamily="18" charset="0"/>
                  </a:endParaRPr>
                </a:p>
              </p:txBody>
            </p:sp>
            <p:sp>
              <p:nvSpPr>
                <p:cNvPr id="31" name="Freeform: Shape 30">
                  <a:extLst>
                    <a:ext uri="{FF2B5EF4-FFF2-40B4-BE49-F238E27FC236}">
                      <a16:creationId xmlns:a16="http://schemas.microsoft.com/office/drawing/2014/main" id="{939B7FCC-CDDF-4A11-A2F1-C8F70FF2EEB4}"/>
                    </a:ext>
                  </a:extLst>
                </p:cNvPr>
                <p:cNvSpPr/>
                <p:nvPr/>
              </p:nvSpPr>
              <p:spPr>
                <a:xfrm>
                  <a:off x="6680669" y="2927282"/>
                  <a:ext cx="37550" cy="2394576"/>
                </a:xfrm>
                <a:custGeom>
                  <a:avLst/>
                  <a:gdLst>
                    <a:gd name="connsiteX0" fmla="*/ 0 w 100173"/>
                    <a:gd name="connsiteY0" fmla="*/ 6392581 h 6387957"/>
                    <a:gd name="connsiteX1" fmla="*/ 0 w 100173"/>
                    <a:gd name="connsiteY1" fmla="*/ 0 h 6387957"/>
                    <a:gd name="connsiteX2" fmla="*/ 103255 w 100173"/>
                    <a:gd name="connsiteY2" fmla="*/ 0 h 6387957"/>
                    <a:gd name="connsiteX3" fmla="*/ 103255 w 100173"/>
                    <a:gd name="connsiteY3" fmla="*/ 6392581 h 6387957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</a:cxnLst>
                  <a:rect l="l" t="t" r="r" b="b"/>
                  <a:pathLst>
                    <a:path w="100173" h="6387957">
                      <a:moveTo>
                        <a:pt x="0" y="6392581"/>
                      </a:moveTo>
                      <a:cubicBezTo>
                        <a:pt x="0" y="4261978"/>
                        <a:pt x="0" y="2132145"/>
                        <a:pt x="0" y="0"/>
                      </a:cubicBezTo>
                      <a:cubicBezTo>
                        <a:pt x="33905" y="0"/>
                        <a:pt x="67810" y="0"/>
                        <a:pt x="103255" y="0"/>
                      </a:cubicBezTo>
                      <a:cubicBezTo>
                        <a:pt x="103255" y="2131374"/>
                        <a:pt x="103255" y="4260436"/>
                        <a:pt x="103255" y="6392581"/>
                      </a:cubicBezTo>
                    </a:path>
                  </a:pathLst>
                </a:custGeom>
                <a:grpFill/>
                <a:ln w="7704" cap="flat">
                  <a:noFill/>
                  <a:prstDash val="solid"/>
                  <a:miter/>
                </a:ln>
              </p:spPr>
              <p:txBody>
                <a:bodyPr rtlCol="0" anchor="ctr"/>
                <a:lstStyle/>
                <a:p>
                  <a:endParaRPr lang="en-US" dirty="0">
                    <a:solidFill>
                      <a:srgbClr val="C00000"/>
                    </a:solidFill>
                    <a:latin typeface="Times New Roman" panose="02020603050405020304" pitchFamily="18" charset="0"/>
                    <a:cs typeface="Times New Roman" pitchFamily="18" charset="0"/>
                  </a:endParaRPr>
                </a:p>
              </p:txBody>
            </p:sp>
            <p:sp>
              <p:nvSpPr>
                <p:cNvPr id="32" name="Freeform: Shape 31">
                  <a:extLst>
                    <a:ext uri="{FF2B5EF4-FFF2-40B4-BE49-F238E27FC236}">
                      <a16:creationId xmlns:a16="http://schemas.microsoft.com/office/drawing/2014/main" id="{79A45683-A3FC-4243-9523-B723BBD003A1}"/>
                    </a:ext>
                  </a:extLst>
                </p:cNvPr>
                <p:cNvSpPr/>
                <p:nvPr/>
              </p:nvSpPr>
              <p:spPr>
                <a:xfrm>
                  <a:off x="6516134" y="2927282"/>
                  <a:ext cx="37550" cy="2394576"/>
                </a:xfrm>
                <a:custGeom>
                  <a:avLst/>
                  <a:gdLst>
                    <a:gd name="connsiteX0" fmla="*/ 0 w 100173"/>
                    <a:gd name="connsiteY0" fmla="*/ 6391811 h 6387957"/>
                    <a:gd name="connsiteX1" fmla="*/ 0 w 100173"/>
                    <a:gd name="connsiteY1" fmla="*/ 0 h 6387957"/>
                    <a:gd name="connsiteX2" fmla="*/ 103255 w 100173"/>
                    <a:gd name="connsiteY2" fmla="*/ 0 h 6387957"/>
                    <a:gd name="connsiteX3" fmla="*/ 103255 w 100173"/>
                    <a:gd name="connsiteY3" fmla="*/ 6391811 h 6387957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</a:cxnLst>
                  <a:rect l="l" t="t" r="r" b="b"/>
                  <a:pathLst>
                    <a:path w="100173" h="6387957">
                      <a:moveTo>
                        <a:pt x="0" y="6391811"/>
                      </a:moveTo>
                      <a:cubicBezTo>
                        <a:pt x="0" y="4261978"/>
                        <a:pt x="0" y="2132145"/>
                        <a:pt x="0" y="0"/>
                      </a:cubicBezTo>
                      <a:cubicBezTo>
                        <a:pt x="33134" y="0"/>
                        <a:pt x="67039" y="0"/>
                        <a:pt x="103255" y="0"/>
                      </a:cubicBezTo>
                      <a:cubicBezTo>
                        <a:pt x="103255" y="2130603"/>
                        <a:pt x="103255" y="4260436"/>
                        <a:pt x="103255" y="6391811"/>
                      </a:cubicBezTo>
                    </a:path>
                  </a:pathLst>
                </a:custGeom>
                <a:grpFill/>
                <a:ln w="7704" cap="flat">
                  <a:noFill/>
                  <a:prstDash val="solid"/>
                  <a:miter/>
                </a:ln>
              </p:spPr>
              <p:txBody>
                <a:bodyPr rtlCol="0" anchor="ctr"/>
                <a:lstStyle/>
                <a:p>
                  <a:endParaRPr lang="en-US" dirty="0">
                    <a:solidFill>
                      <a:srgbClr val="C00000"/>
                    </a:solidFill>
                    <a:latin typeface="Times New Roman" panose="02020603050405020304" pitchFamily="18" charset="0"/>
                    <a:cs typeface="Times New Roman" pitchFamily="18" charset="0"/>
                  </a:endParaRPr>
                </a:p>
              </p:txBody>
            </p:sp>
            <p:sp>
              <p:nvSpPr>
                <p:cNvPr id="33" name="Freeform: Shape 32">
                  <a:extLst>
                    <a:ext uri="{FF2B5EF4-FFF2-40B4-BE49-F238E27FC236}">
                      <a16:creationId xmlns:a16="http://schemas.microsoft.com/office/drawing/2014/main" id="{B40B3F0D-8DF8-4702-99BD-23B1475CD452}"/>
                    </a:ext>
                  </a:extLst>
                </p:cNvPr>
                <p:cNvSpPr/>
                <p:nvPr/>
              </p:nvSpPr>
              <p:spPr>
                <a:xfrm>
                  <a:off x="6399205" y="2927282"/>
                  <a:ext cx="72212" cy="2394576"/>
                </a:xfrm>
                <a:custGeom>
                  <a:avLst/>
                  <a:gdLst>
                    <a:gd name="connsiteX0" fmla="*/ 0 w 192640"/>
                    <a:gd name="connsiteY0" fmla="*/ 6392581 h 6387957"/>
                    <a:gd name="connsiteX1" fmla="*/ 0 w 192640"/>
                    <a:gd name="connsiteY1" fmla="*/ 0 h 6387957"/>
                    <a:gd name="connsiteX2" fmla="*/ 198805 w 192640"/>
                    <a:gd name="connsiteY2" fmla="*/ 0 h 6387957"/>
                    <a:gd name="connsiteX3" fmla="*/ 198805 w 192640"/>
                    <a:gd name="connsiteY3" fmla="*/ 6392581 h 6387957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</a:cxnLst>
                  <a:rect l="l" t="t" r="r" b="b"/>
                  <a:pathLst>
                    <a:path w="192640" h="6387957">
                      <a:moveTo>
                        <a:pt x="0" y="6392581"/>
                      </a:moveTo>
                      <a:cubicBezTo>
                        <a:pt x="0" y="4261207"/>
                        <a:pt x="0" y="2132145"/>
                        <a:pt x="0" y="0"/>
                      </a:cubicBezTo>
                      <a:cubicBezTo>
                        <a:pt x="66268" y="0"/>
                        <a:pt x="131766" y="0"/>
                        <a:pt x="198805" y="0"/>
                      </a:cubicBezTo>
                      <a:cubicBezTo>
                        <a:pt x="198805" y="2131374"/>
                        <a:pt x="198805" y="4261207"/>
                        <a:pt x="198805" y="6392581"/>
                      </a:cubicBezTo>
                    </a:path>
                  </a:pathLst>
                </a:custGeom>
                <a:grpFill/>
                <a:ln w="7704" cap="flat">
                  <a:noFill/>
                  <a:prstDash val="solid"/>
                  <a:miter/>
                </a:ln>
              </p:spPr>
              <p:txBody>
                <a:bodyPr rtlCol="0" anchor="ctr"/>
                <a:lstStyle/>
                <a:p>
                  <a:endParaRPr lang="en-US" dirty="0">
                    <a:solidFill>
                      <a:srgbClr val="C00000"/>
                    </a:solidFill>
                    <a:latin typeface="Times New Roman" panose="02020603050405020304" pitchFamily="18" charset="0"/>
                    <a:cs typeface="Times New Roman" pitchFamily="18" charset="0"/>
                  </a:endParaRPr>
                </a:p>
              </p:txBody>
            </p:sp>
            <p:sp>
              <p:nvSpPr>
                <p:cNvPr id="34" name="Freeform: Shape 33">
                  <a:extLst>
                    <a:ext uri="{FF2B5EF4-FFF2-40B4-BE49-F238E27FC236}">
                      <a16:creationId xmlns:a16="http://schemas.microsoft.com/office/drawing/2014/main" id="{0B972A39-D5F1-4DBE-B2F6-AA9010526F16}"/>
                    </a:ext>
                  </a:extLst>
                </p:cNvPr>
                <p:cNvSpPr/>
                <p:nvPr/>
              </p:nvSpPr>
              <p:spPr>
                <a:xfrm>
                  <a:off x="5237391" y="2926127"/>
                  <a:ext cx="144425" cy="2394576"/>
                </a:xfrm>
                <a:custGeom>
                  <a:avLst/>
                  <a:gdLst>
                    <a:gd name="connsiteX0" fmla="*/ 0 w 385280"/>
                    <a:gd name="connsiteY0" fmla="*/ 6393351 h 6387957"/>
                    <a:gd name="connsiteX1" fmla="*/ 0 w 385280"/>
                    <a:gd name="connsiteY1" fmla="*/ 0 h 6387957"/>
                    <a:gd name="connsiteX2" fmla="*/ 387593 w 385280"/>
                    <a:gd name="connsiteY2" fmla="*/ 0 h 6387957"/>
                    <a:gd name="connsiteX3" fmla="*/ 387593 w 385280"/>
                    <a:gd name="connsiteY3" fmla="*/ 6393351 h 6387957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</a:cxnLst>
                  <a:rect l="l" t="t" r="r" b="b"/>
                  <a:pathLst>
                    <a:path w="385280" h="6387957">
                      <a:moveTo>
                        <a:pt x="0" y="6393351"/>
                      </a:moveTo>
                      <a:cubicBezTo>
                        <a:pt x="0" y="4262748"/>
                        <a:pt x="0" y="2132145"/>
                        <a:pt x="0" y="0"/>
                      </a:cubicBezTo>
                      <a:cubicBezTo>
                        <a:pt x="128684" y="0"/>
                        <a:pt x="256597" y="0"/>
                        <a:pt x="387593" y="0"/>
                      </a:cubicBezTo>
                      <a:cubicBezTo>
                        <a:pt x="387593" y="2130603"/>
                        <a:pt x="387593" y="4261207"/>
                        <a:pt x="387593" y="6393351"/>
                      </a:cubicBezTo>
                    </a:path>
                  </a:pathLst>
                </a:custGeom>
                <a:grpFill/>
                <a:ln w="7704" cap="flat">
                  <a:noFill/>
                  <a:prstDash val="solid"/>
                  <a:miter/>
                </a:ln>
              </p:spPr>
              <p:txBody>
                <a:bodyPr rtlCol="0" anchor="ctr"/>
                <a:lstStyle/>
                <a:p>
                  <a:endParaRPr lang="en-US" dirty="0">
                    <a:solidFill>
                      <a:srgbClr val="C00000"/>
                    </a:solidFill>
                    <a:latin typeface="Times New Roman" panose="02020603050405020304" pitchFamily="18" charset="0"/>
                    <a:cs typeface="Times New Roman" pitchFamily="18" charset="0"/>
                  </a:endParaRPr>
                </a:p>
              </p:txBody>
            </p:sp>
            <p:sp>
              <p:nvSpPr>
                <p:cNvPr id="35" name="Freeform: Shape 34">
                  <a:extLst>
                    <a:ext uri="{FF2B5EF4-FFF2-40B4-BE49-F238E27FC236}">
                      <a16:creationId xmlns:a16="http://schemas.microsoft.com/office/drawing/2014/main" id="{C6F21A28-C5C3-423E-816C-EFF154B420AF}"/>
                    </a:ext>
                  </a:extLst>
                </p:cNvPr>
                <p:cNvSpPr/>
                <p:nvPr/>
              </p:nvSpPr>
              <p:spPr>
                <a:xfrm>
                  <a:off x="5123269" y="2926994"/>
                  <a:ext cx="72212" cy="2394576"/>
                </a:xfrm>
                <a:custGeom>
                  <a:avLst/>
                  <a:gdLst>
                    <a:gd name="connsiteX0" fmla="*/ 0 w 192640"/>
                    <a:gd name="connsiteY0" fmla="*/ 6392581 h 6387957"/>
                    <a:gd name="connsiteX1" fmla="*/ 0 w 192640"/>
                    <a:gd name="connsiteY1" fmla="*/ 0 h 6387957"/>
                    <a:gd name="connsiteX2" fmla="*/ 198805 w 192640"/>
                    <a:gd name="connsiteY2" fmla="*/ 0 h 6387957"/>
                    <a:gd name="connsiteX3" fmla="*/ 198805 w 192640"/>
                    <a:gd name="connsiteY3" fmla="*/ 6392581 h 6387957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</a:cxnLst>
                  <a:rect l="l" t="t" r="r" b="b"/>
                  <a:pathLst>
                    <a:path w="192640" h="6387957">
                      <a:moveTo>
                        <a:pt x="0" y="6392581"/>
                      </a:moveTo>
                      <a:cubicBezTo>
                        <a:pt x="0" y="4261207"/>
                        <a:pt x="0" y="2132145"/>
                        <a:pt x="0" y="0"/>
                      </a:cubicBezTo>
                      <a:cubicBezTo>
                        <a:pt x="67039" y="0"/>
                        <a:pt x="131766" y="0"/>
                        <a:pt x="198805" y="0"/>
                      </a:cubicBezTo>
                      <a:cubicBezTo>
                        <a:pt x="198805" y="2130603"/>
                        <a:pt x="198805" y="4259666"/>
                        <a:pt x="198805" y="6392581"/>
                      </a:cubicBezTo>
                    </a:path>
                  </a:pathLst>
                </a:custGeom>
                <a:grpFill/>
                <a:ln w="7704" cap="flat">
                  <a:noFill/>
                  <a:prstDash val="solid"/>
                  <a:miter/>
                </a:ln>
              </p:spPr>
              <p:txBody>
                <a:bodyPr rtlCol="0" anchor="ctr"/>
                <a:lstStyle/>
                <a:p>
                  <a:endParaRPr lang="en-US" dirty="0">
                    <a:solidFill>
                      <a:srgbClr val="C00000"/>
                    </a:solidFill>
                    <a:latin typeface="Times New Roman" panose="02020603050405020304" pitchFamily="18" charset="0"/>
                    <a:cs typeface="Times New Roman" pitchFamily="18" charset="0"/>
                  </a:endParaRPr>
                </a:p>
              </p:txBody>
            </p:sp>
            <p:sp>
              <p:nvSpPr>
                <p:cNvPr id="36" name="Freeform: Shape 35">
                  <a:extLst>
                    <a:ext uri="{FF2B5EF4-FFF2-40B4-BE49-F238E27FC236}">
                      <a16:creationId xmlns:a16="http://schemas.microsoft.com/office/drawing/2014/main" id="{CD2D5180-3504-4AF5-A04B-07F487071B22}"/>
                    </a:ext>
                  </a:extLst>
                </p:cNvPr>
                <p:cNvSpPr/>
                <p:nvPr/>
              </p:nvSpPr>
              <p:spPr>
                <a:xfrm>
                  <a:off x="5611343" y="2927282"/>
                  <a:ext cx="72212" cy="2394576"/>
                </a:xfrm>
                <a:custGeom>
                  <a:avLst/>
                  <a:gdLst>
                    <a:gd name="connsiteX0" fmla="*/ 0 w 192640"/>
                    <a:gd name="connsiteY0" fmla="*/ 6392581 h 6387957"/>
                    <a:gd name="connsiteX1" fmla="*/ 0 w 192640"/>
                    <a:gd name="connsiteY1" fmla="*/ 0 h 6387957"/>
                    <a:gd name="connsiteX2" fmla="*/ 198805 w 192640"/>
                    <a:gd name="connsiteY2" fmla="*/ 0 h 6387957"/>
                    <a:gd name="connsiteX3" fmla="*/ 198805 w 192640"/>
                    <a:gd name="connsiteY3" fmla="*/ 6392581 h 6387957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</a:cxnLst>
                  <a:rect l="l" t="t" r="r" b="b"/>
                  <a:pathLst>
                    <a:path w="192640" h="6387957">
                      <a:moveTo>
                        <a:pt x="0" y="6392581"/>
                      </a:moveTo>
                      <a:cubicBezTo>
                        <a:pt x="0" y="4261207"/>
                        <a:pt x="0" y="2132145"/>
                        <a:pt x="0" y="0"/>
                      </a:cubicBezTo>
                      <a:cubicBezTo>
                        <a:pt x="66268" y="0"/>
                        <a:pt x="131766" y="0"/>
                        <a:pt x="198805" y="0"/>
                      </a:cubicBezTo>
                      <a:cubicBezTo>
                        <a:pt x="198805" y="2131374"/>
                        <a:pt x="198805" y="4261207"/>
                        <a:pt x="198805" y="6392581"/>
                      </a:cubicBezTo>
                    </a:path>
                  </a:pathLst>
                </a:custGeom>
                <a:grpFill/>
                <a:ln w="7704" cap="flat">
                  <a:noFill/>
                  <a:prstDash val="solid"/>
                  <a:miter/>
                </a:ln>
              </p:spPr>
              <p:txBody>
                <a:bodyPr rtlCol="0" anchor="ctr"/>
                <a:lstStyle/>
                <a:p>
                  <a:endParaRPr lang="en-US" dirty="0">
                    <a:solidFill>
                      <a:srgbClr val="C00000"/>
                    </a:solidFill>
                    <a:latin typeface="Times New Roman" panose="02020603050405020304" pitchFamily="18" charset="0"/>
                    <a:cs typeface="Times New Roman" pitchFamily="18" charset="0"/>
                  </a:endParaRPr>
                </a:p>
              </p:txBody>
            </p:sp>
            <p:sp>
              <p:nvSpPr>
                <p:cNvPr id="37" name="Freeform: Shape 36">
                  <a:extLst>
                    <a:ext uri="{FF2B5EF4-FFF2-40B4-BE49-F238E27FC236}">
                      <a16:creationId xmlns:a16="http://schemas.microsoft.com/office/drawing/2014/main" id="{6078D920-7771-4459-9280-C4992F522CBA}"/>
                    </a:ext>
                  </a:extLst>
                </p:cNvPr>
                <p:cNvSpPr/>
                <p:nvPr/>
              </p:nvSpPr>
              <p:spPr>
                <a:xfrm>
                  <a:off x="5407259" y="2926994"/>
                  <a:ext cx="37550" cy="2394576"/>
                </a:xfrm>
                <a:custGeom>
                  <a:avLst/>
                  <a:gdLst>
                    <a:gd name="connsiteX0" fmla="*/ 0 w 100173"/>
                    <a:gd name="connsiteY0" fmla="*/ 6392581 h 6387957"/>
                    <a:gd name="connsiteX1" fmla="*/ 0 w 100173"/>
                    <a:gd name="connsiteY1" fmla="*/ 0 h 6387957"/>
                    <a:gd name="connsiteX2" fmla="*/ 103255 w 100173"/>
                    <a:gd name="connsiteY2" fmla="*/ 0 h 6387957"/>
                    <a:gd name="connsiteX3" fmla="*/ 103255 w 100173"/>
                    <a:gd name="connsiteY3" fmla="*/ 6392581 h 6387957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</a:cxnLst>
                  <a:rect l="l" t="t" r="r" b="b"/>
                  <a:pathLst>
                    <a:path w="100173" h="6387957">
                      <a:moveTo>
                        <a:pt x="0" y="6392581"/>
                      </a:moveTo>
                      <a:cubicBezTo>
                        <a:pt x="0" y="4261978"/>
                        <a:pt x="0" y="2132145"/>
                        <a:pt x="0" y="0"/>
                      </a:cubicBezTo>
                      <a:cubicBezTo>
                        <a:pt x="34675" y="0"/>
                        <a:pt x="67810" y="0"/>
                        <a:pt x="103255" y="0"/>
                      </a:cubicBezTo>
                      <a:cubicBezTo>
                        <a:pt x="103255" y="2130603"/>
                        <a:pt x="103255" y="4259666"/>
                        <a:pt x="103255" y="6392581"/>
                      </a:cubicBezTo>
                    </a:path>
                  </a:pathLst>
                </a:custGeom>
                <a:grpFill/>
                <a:ln w="7704" cap="flat">
                  <a:noFill/>
                  <a:prstDash val="solid"/>
                  <a:miter/>
                </a:ln>
              </p:spPr>
              <p:txBody>
                <a:bodyPr rtlCol="0" anchor="ctr"/>
                <a:lstStyle/>
                <a:p>
                  <a:endParaRPr lang="en-US" dirty="0">
                    <a:solidFill>
                      <a:srgbClr val="C00000"/>
                    </a:solidFill>
                    <a:latin typeface="Times New Roman" panose="02020603050405020304" pitchFamily="18" charset="0"/>
                    <a:cs typeface="Times New Roman" pitchFamily="18" charset="0"/>
                  </a:endParaRPr>
                </a:p>
              </p:txBody>
            </p:sp>
            <p:sp>
              <p:nvSpPr>
                <p:cNvPr id="38" name="Freeform: Shape 37">
                  <a:extLst>
                    <a:ext uri="{FF2B5EF4-FFF2-40B4-BE49-F238E27FC236}">
                      <a16:creationId xmlns:a16="http://schemas.microsoft.com/office/drawing/2014/main" id="{C3F5AF82-D5F9-4252-B824-36671DB16639}"/>
                    </a:ext>
                  </a:extLst>
                </p:cNvPr>
                <p:cNvSpPr/>
                <p:nvPr/>
              </p:nvSpPr>
              <p:spPr>
                <a:xfrm>
                  <a:off x="5470252" y="2926994"/>
                  <a:ext cx="37550" cy="2394576"/>
                </a:xfrm>
                <a:custGeom>
                  <a:avLst/>
                  <a:gdLst>
                    <a:gd name="connsiteX0" fmla="*/ 0 w 100173"/>
                    <a:gd name="connsiteY0" fmla="*/ 6392581 h 6387957"/>
                    <a:gd name="connsiteX1" fmla="*/ 0 w 100173"/>
                    <a:gd name="connsiteY1" fmla="*/ 0 h 6387957"/>
                    <a:gd name="connsiteX2" fmla="*/ 103255 w 100173"/>
                    <a:gd name="connsiteY2" fmla="*/ 0 h 6387957"/>
                    <a:gd name="connsiteX3" fmla="*/ 103255 w 100173"/>
                    <a:gd name="connsiteY3" fmla="*/ 6392581 h 6387957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</a:cxnLst>
                  <a:rect l="l" t="t" r="r" b="b"/>
                  <a:pathLst>
                    <a:path w="100173" h="6387957">
                      <a:moveTo>
                        <a:pt x="0" y="6392581"/>
                      </a:moveTo>
                      <a:cubicBezTo>
                        <a:pt x="0" y="4261978"/>
                        <a:pt x="0" y="2132145"/>
                        <a:pt x="0" y="0"/>
                      </a:cubicBezTo>
                      <a:cubicBezTo>
                        <a:pt x="34675" y="0"/>
                        <a:pt x="67809" y="0"/>
                        <a:pt x="103255" y="0"/>
                      </a:cubicBezTo>
                      <a:cubicBezTo>
                        <a:pt x="103255" y="2130603"/>
                        <a:pt x="103255" y="4259666"/>
                        <a:pt x="103255" y="6392581"/>
                      </a:cubicBezTo>
                    </a:path>
                  </a:pathLst>
                </a:custGeom>
                <a:grpFill/>
                <a:ln w="7704" cap="flat">
                  <a:noFill/>
                  <a:prstDash val="solid"/>
                  <a:miter/>
                </a:ln>
              </p:spPr>
              <p:txBody>
                <a:bodyPr rtlCol="0" anchor="ctr"/>
                <a:lstStyle/>
                <a:p>
                  <a:endParaRPr lang="en-US" dirty="0">
                    <a:solidFill>
                      <a:srgbClr val="C00000"/>
                    </a:solidFill>
                    <a:latin typeface="Times New Roman" panose="02020603050405020304" pitchFamily="18" charset="0"/>
                    <a:cs typeface="Times New Roman" pitchFamily="18" charset="0"/>
                  </a:endParaRPr>
                </a:p>
              </p:txBody>
            </p:sp>
            <p:sp>
              <p:nvSpPr>
                <p:cNvPr id="39" name="Freeform: Shape 38">
                  <a:extLst>
                    <a:ext uri="{FF2B5EF4-FFF2-40B4-BE49-F238E27FC236}">
                      <a16:creationId xmlns:a16="http://schemas.microsoft.com/office/drawing/2014/main" id="{608790BC-CF74-4127-A790-27CC4E8D7766}"/>
                    </a:ext>
                  </a:extLst>
                </p:cNvPr>
                <p:cNvSpPr/>
                <p:nvPr/>
              </p:nvSpPr>
              <p:spPr>
                <a:xfrm>
                  <a:off x="5533244" y="2926127"/>
                  <a:ext cx="37550" cy="2394576"/>
                </a:xfrm>
                <a:custGeom>
                  <a:avLst/>
                  <a:gdLst>
                    <a:gd name="connsiteX0" fmla="*/ 0 w 100173"/>
                    <a:gd name="connsiteY0" fmla="*/ 6392581 h 6387957"/>
                    <a:gd name="connsiteX1" fmla="*/ 0 w 100173"/>
                    <a:gd name="connsiteY1" fmla="*/ 0 h 6387957"/>
                    <a:gd name="connsiteX2" fmla="*/ 103255 w 100173"/>
                    <a:gd name="connsiteY2" fmla="*/ 0 h 6387957"/>
                    <a:gd name="connsiteX3" fmla="*/ 103255 w 100173"/>
                    <a:gd name="connsiteY3" fmla="*/ 6392581 h 6387957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</a:cxnLst>
                  <a:rect l="l" t="t" r="r" b="b"/>
                  <a:pathLst>
                    <a:path w="100173" h="6387957">
                      <a:moveTo>
                        <a:pt x="0" y="6392581"/>
                      </a:moveTo>
                      <a:cubicBezTo>
                        <a:pt x="0" y="4261978"/>
                        <a:pt x="0" y="2132145"/>
                        <a:pt x="0" y="0"/>
                      </a:cubicBezTo>
                      <a:cubicBezTo>
                        <a:pt x="34675" y="0"/>
                        <a:pt x="67809" y="0"/>
                        <a:pt x="103255" y="0"/>
                      </a:cubicBezTo>
                      <a:cubicBezTo>
                        <a:pt x="103255" y="2130603"/>
                        <a:pt x="103255" y="4259666"/>
                        <a:pt x="103255" y="6392581"/>
                      </a:cubicBezTo>
                    </a:path>
                  </a:pathLst>
                </a:custGeom>
                <a:grpFill/>
                <a:ln w="7704" cap="flat">
                  <a:noFill/>
                  <a:prstDash val="solid"/>
                  <a:miter/>
                </a:ln>
              </p:spPr>
              <p:txBody>
                <a:bodyPr rtlCol="0" anchor="ctr"/>
                <a:lstStyle/>
                <a:p>
                  <a:endParaRPr lang="en-US" dirty="0">
                    <a:solidFill>
                      <a:srgbClr val="C00000"/>
                    </a:solidFill>
                    <a:latin typeface="Times New Roman" panose="02020603050405020304" pitchFamily="18" charset="0"/>
                    <a:cs typeface="Times New Roman" pitchFamily="18" charset="0"/>
                  </a:endParaRPr>
                </a:p>
              </p:txBody>
            </p:sp>
          </p:grpSp>
        </p:grpSp>
        <p:grpSp>
          <p:nvGrpSpPr>
            <p:cNvPr id="40" name="Group 39">
              <a:extLst>
                <a:ext uri="{FF2B5EF4-FFF2-40B4-BE49-F238E27FC236}">
                  <a16:creationId xmlns:a16="http://schemas.microsoft.com/office/drawing/2014/main" id="{79445F8C-1794-4081-97F9-DDCDE8889481}"/>
                </a:ext>
              </a:extLst>
            </p:cNvPr>
            <p:cNvGrpSpPr/>
            <p:nvPr/>
          </p:nvGrpSpPr>
          <p:grpSpPr>
            <a:xfrm>
              <a:off x="166248" y="6490548"/>
              <a:ext cx="4247655" cy="273466"/>
              <a:chOff x="4366684" y="2926127"/>
              <a:chExt cx="3278335" cy="2571063"/>
            </a:xfrm>
          </p:grpSpPr>
          <p:sp>
            <p:nvSpPr>
              <p:cNvPr id="41" name="Freeform: Shape 4">
                <a:extLst>
                  <a:ext uri="{FF2B5EF4-FFF2-40B4-BE49-F238E27FC236}">
                    <a16:creationId xmlns:a16="http://schemas.microsoft.com/office/drawing/2014/main" id="{74D575C7-16A7-4D8B-BCCC-3A2CC2EAF554}"/>
                  </a:ext>
                </a:extLst>
              </p:cNvPr>
              <p:cNvSpPr/>
              <p:nvPr/>
            </p:nvSpPr>
            <p:spPr>
              <a:xfrm>
                <a:off x="4744501" y="2926994"/>
                <a:ext cx="72212" cy="2394576"/>
              </a:xfrm>
              <a:custGeom>
                <a:avLst/>
                <a:gdLst>
                  <a:gd name="connsiteX0" fmla="*/ 0 w 192640"/>
                  <a:gd name="connsiteY0" fmla="*/ 6393351 h 6387957"/>
                  <a:gd name="connsiteX1" fmla="*/ 0 w 192640"/>
                  <a:gd name="connsiteY1" fmla="*/ 0 h 6387957"/>
                  <a:gd name="connsiteX2" fmla="*/ 198034 w 192640"/>
                  <a:gd name="connsiteY2" fmla="*/ 0 h 6387957"/>
                  <a:gd name="connsiteX3" fmla="*/ 198034 w 192640"/>
                  <a:gd name="connsiteY3" fmla="*/ 6393351 h 6387957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</a:cxnLst>
                <a:rect l="l" t="t" r="r" b="b"/>
                <a:pathLst>
                  <a:path w="192640" h="6387957">
                    <a:moveTo>
                      <a:pt x="0" y="6393351"/>
                    </a:moveTo>
                    <a:cubicBezTo>
                      <a:pt x="0" y="4261207"/>
                      <a:pt x="0" y="2132145"/>
                      <a:pt x="0" y="0"/>
                    </a:cubicBezTo>
                    <a:cubicBezTo>
                      <a:pt x="67039" y="0"/>
                      <a:pt x="131766" y="0"/>
                      <a:pt x="198034" y="0"/>
                    </a:cubicBezTo>
                    <a:cubicBezTo>
                      <a:pt x="198034" y="2132145"/>
                      <a:pt x="198034" y="4261207"/>
                      <a:pt x="198034" y="6393351"/>
                    </a:cubicBezTo>
                  </a:path>
                </a:pathLst>
              </a:custGeom>
              <a:solidFill>
                <a:schemeClr val="accent5"/>
              </a:solidFill>
              <a:ln w="7704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US" dirty="0">
                  <a:latin typeface="Times New Roman" panose="02020603050405020304" pitchFamily="18" charset="0"/>
                  <a:cs typeface="Times New Roman" pitchFamily="18" charset="0"/>
                </a:endParaRPr>
              </a:p>
            </p:txBody>
          </p:sp>
          <p:sp>
            <p:nvSpPr>
              <p:cNvPr id="42" name="Freeform: Shape 5">
                <a:extLst>
                  <a:ext uri="{FF2B5EF4-FFF2-40B4-BE49-F238E27FC236}">
                    <a16:creationId xmlns:a16="http://schemas.microsoft.com/office/drawing/2014/main" id="{F6284352-7A7E-48DA-8B26-7B51CCB5A721}"/>
                  </a:ext>
                </a:extLst>
              </p:cNvPr>
              <p:cNvSpPr/>
              <p:nvPr/>
            </p:nvSpPr>
            <p:spPr>
              <a:xfrm>
                <a:off x="4676621" y="2926994"/>
                <a:ext cx="37550" cy="2394576"/>
              </a:xfrm>
              <a:custGeom>
                <a:avLst/>
                <a:gdLst>
                  <a:gd name="connsiteX0" fmla="*/ 0 w 100173"/>
                  <a:gd name="connsiteY0" fmla="*/ 6392581 h 6387957"/>
                  <a:gd name="connsiteX1" fmla="*/ 0 w 100173"/>
                  <a:gd name="connsiteY1" fmla="*/ 0 h 6387957"/>
                  <a:gd name="connsiteX2" fmla="*/ 103255 w 100173"/>
                  <a:gd name="connsiteY2" fmla="*/ 0 h 6387957"/>
                  <a:gd name="connsiteX3" fmla="*/ 103255 w 100173"/>
                  <a:gd name="connsiteY3" fmla="*/ 6392581 h 6387957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</a:cxnLst>
                <a:rect l="l" t="t" r="r" b="b"/>
                <a:pathLst>
                  <a:path w="100173" h="6387957">
                    <a:moveTo>
                      <a:pt x="0" y="6392581"/>
                    </a:moveTo>
                    <a:cubicBezTo>
                      <a:pt x="0" y="4261207"/>
                      <a:pt x="0" y="2131374"/>
                      <a:pt x="0" y="0"/>
                    </a:cubicBezTo>
                    <a:cubicBezTo>
                      <a:pt x="34675" y="0"/>
                      <a:pt x="67809" y="0"/>
                      <a:pt x="103255" y="0"/>
                    </a:cubicBezTo>
                    <a:cubicBezTo>
                      <a:pt x="103255" y="2130603"/>
                      <a:pt x="103255" y="4260437"/>
                      <a:pt x="103255" y="6392581"/>
                    </a:cubicBezTo>
                  </a:path>
                </a:pathLst>
              </a:custGeom>
              <a:solidFill>
                <a:schemeClr val="accent5"/>
              </a:solidFill>
              <a:ln w="7704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US" dirty="0">
                  <a:latin typeface="Times New Roman" panose="02020603050405020304" pitchFamily="18" charset="0"/>
                  <a:cs typeface="Times New Roman" pitchFamily="18" charset="0"/>
                </a:endParaRPr>
              </a:p>
            </p:txBody>
          </p:sp>
          <p:sp>
            <p:nvSpPr>
              <p:cNvPr id="43" name="Freeform: Shape 6">
                <a:extLst>
                  <a:ext uri="{FF2B5EF4-FFF2-40B4-BE49-F238E27FC236}">
                    <a16:creationId xmlns:a16="http://schemas.microsoft.com/office/drawing/2014/main" id="{8AB1A5A0-486E-4510-BCA8-845A3DA94D58}"/>
                  </a:ext>
                </a:extLst>
              </p:cNvPr>
              <p:cNvSpPr/>
              <p:nvPr/>
            </p:nvSpPr>
            <p:spPr>
              <a:xfrm>
                <a:off x="5706626" y="2927282"/>
                <a:ext cx="109764" cy="2394576"/>
              </a:xfrm>
              <a:custGeom>
                <a:avLst/>
                <a:gdLst>
                  <a:gd name="connsiteX0" fmla="*/ 0 w 292813"/>
                  <a:gd name="connsiteY0" fmla="*/ 6392581 h 6387957"/>
                  <a:gd name="connsiteX1" fmla="*/ 0 w 292813"/>
                  <a:gd name="connsiteY1" fmla="*/ 0 h 6387957"/>
                  <a:gd name="connsiteX2" fmla="*/ 295125 w 292813"/>
                  <a:gd name="connsiteY2" fmla="*/ 0 h 6387957"/>
                  <a:gd name="connsiteX3" fmla="*/ 295125 w 292813"/>
                  <a:gd name="connsiteY3" fmla="*/ 6392581 h 6387957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</a:cxnLst>
                <a:rect l="l" t="t" r="r" b="b"/>
                <a:pathLst>
                  <a:path w="292813" h="6387957">
                    <a:moveTo>
                      <a:pt x="0" y="6392581"/>
                    </a:moveTo>
                    <a:cubicBezTo>
                      <a:pt x="0" y="4261978"/>
                      <a:pt x="0" y="2132145"/>
                      <a:pt x="0" y="0"/>
                    </a:cubicBezTo>
                    <a:cubicBezTo>
                      <a:pt x="97091" y="0"/>
                      <a:pt x="194952" y="0"/>
                      <a:pt x="295125" y="0"/>
                    </a:cubicBezTo>
                    <a:cubicBezTo>
                      <a:pt x="295125" y="2130603"/>
                      <a:pt x="295125" y="4259666"/>
                      <a:pt x="295125" y="6392581"/>
                    </a:cubicBezTo>
                  </a:path>
                </a:pathLst>
              </a:custGeom>
              <a:solidFill>
                <a:schemeClr val="accent2"/>
              </a:solidFill>
              <a:ln w="7704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US" dirty="0">
                  <a:latin typeface="Times New Roman" panose="02020603050405020304" pitchFamily="18" charset="0"/>
                  <a:cs typeface="Times New Roman" pitchFamily="18" charset="0"/>
                </a:endParaRPr>
              </a:p>
            </p:txBody>
          </p:sp>
          <p:sp>
            <p:nvSpPr>
              <p:cNvPr id="44" name="Freeform: Shape 7">
                <a:extLst>
                  <a:ext uri="{FF2B5EF4-FFF2-40B4-BE49-F238E27FC236}">
                    <a16:creationId xmlns:a16="http://schemas.microsoft.com/office/drawing/2014/main" id="{D81590AB-AD28-44BD-8461-22FE3E26E6E0}"/>
                  </a:ext>
                </a:extLst>
              </p:cNvPr>
              <p:cNvSpPr/>
              <p:nvPr/>
            </p:nvSpPr>
            <p:spPr>
              <a:xfrm>
                <a:off x="5022376" y="2926994"/>
                <a:ext cx="75101" cy="2394576"/>
              </a:xfrm>
              <a:custGeom>
                <a:avLst/>
                <a:gdLst>
                  <a:gd name="connsiteX0" fmla="*/ 0 w 200346"/>
                  <a:gd name="connsiteY0" fmla="*/ 6392581 h 6387957"/>
                  <a:gd name="connsiteX1" fmla="*/ 0 w 200346"/>
                  <a:gd name="connsiteY1" fmla="*/ 0 h 6387957"/>
                  <a:gd name="connsiteX2" fmla="*/ 201117 w 200346"/>
                  <a:gd name="connsiteY2" fmla="*/ 0 h 6387957"/>
                  <a:gd name="connsiteX3" fmla="*/ 201117 w 200346"/>
                  <a:gd name="connsiteY3" fmla="*/ 6392581 h 6387957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</a:cxnLst>
                <a:rect l="l" t="t" r="r" b="b"/>
                <a:pathLst>
                  <a:path w="200346" h="6387957">
                    <a:moveTo>
                      <a:pt x="0" y="6392581"/>
                    </a:moveTo>
                    <a:cubicBezTo>
                      <a:pt x="0" y="4261207"/>
                      <a:pt x="0" y="2132145"/>
                      <a:pt x="0" y="0"/>
                    </a:cubicBezTo>
                    <a:cubicBezTo>
                      <a:pt x="67039" y="0"/>
                      <a:pt x="133307" y="0"/>
                      <a:pt x="201117" y="0"/>
                    </a:cubicBezTo>
                    <a:cubicBezTo>
                      <a:pt x="201117" y="2131374"/>
                      <a:pt x="201117" y="4260437"/>
                      <a:pt x="201117" y="6392581"/>
                    </a:cubicBezTo>
                  </a:path>
                </a:pathLst>
              </a:custGeom>
              <a:solidFill>
                <a:schemeClr val="accent4"/>
              </a:solidFill>
              <a:ln w="7704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US" dirty="0">
                  <a:latin typeface="Times New Roman" panose="02020603050405020304" pitchFamily="18" charset="0"/>
                  <a:cs typeface="Times New Roman" pitchFamily="18" charset="0"/>
                </a:endParaRPr>
              </a:p>
            </p:txBody>
          </p:sp>
          <p:sp>
            <p:nvSpPr>
              <p:cNvPr id="45" name="Freeform: Shape 8">
                <a:extLst>
                  <a:ext uri="{FF2B5EF4-FFF2-40B4-BE49-F238E27FC236}">
                    <a16:creationId xmlns:a16="http://schemas.microsoft.com/office/drawing/2014/main" id="{C3640730-A67E-4C43-A7C2-B4C32BF965C4}"/>
                  </a:ext>
                </a:extLst>
              </p:cNvPr>
              <p:cNvSpPr/>
              <p:nvPr/>
            </p:nvSpPr>
            <p:spPr>
              <a:xfrm>
                <a:off x="4877829" y="2926994"/>
                <a:ext cx="72212" cy="2394576"/>
              </a:xfrm>
              <a:custGeom>
                <a:avLst/>
                <a:gdLst>
                  <a:gd name="connsiteX0" fmla="*/ 0 w 192640"/>
                  <a:gd name="connsiteY0" fmla="*/ 6392581 h 6387957"/>
                  <a:gd name="connsiteX1" fmla="*/ 0 w 192640"/>
                  <a:gd name="connsiteY1" fmla="*/ 0 h 6387957"/>
                  <a:gd name="connsiteX2" fmla="*/ 198805 w 192640"/>
                  <a:gd name="connsiteY2" fmla="*/ 0 h 6387957"/>
                  <a:gd name="connsiteX3" fmla="*/ 198805 w 192640"/>
                  <a:gd name="connsiteY3" fmla="*/ 6392581 h 6387957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</a:cxnLst>
                <a:rect l="l" t="t" r="r" b="b"/>
                <a:pathLst>
                  <a:path w="192640" h="6387957">
                    <a:moveTo>
                      <a:pt x="0" y="6392581"/>
                    </a:moveTo>
                    <a:cubicBezTo>
                      <a:pt x="0" y="4261207"/>
                      <a:pt x="0" y="2131374"/>
                      <a:pt x="0" y="0"/>
                    </a:cubicBezTo>
                    <a:cubicBezTo>
                      <a:pt x="67039" y="0"/>
                      <a:pt x="131766" y="0"/>
                      <a:pt x="198805" y="0"/>
                    </a:cubicBezTo>
                    <a:cubicBezTo>
                      <a:pt x="198805" y="2130603"/>
                      <a:pt x="198805" y="4260437"/>
                      <a:pt x="198805" y="6392581"/>
                    </a:cubicBezTo>
                  </a:path>
                </a:pathLst>
              </a:custGeom>
              <a:solidFill>
                <a:schemeClr val="accent4"/>
              </a:solidFill>
              <a:ln w="7704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US" dirty="0">
                  <a:latin typeface="Times New Roman" panose="02020603050405020304" pitchFamily="18" charset="0"/>
                  <a:cs typeface="Times New Roman" pitchFamily="18" charset="0"/>
                </a:endParaRPr>
              </a:p>
            </p:txBody>
          </p:sp>
          <p:sp>
            <p:nvSpPr>
              <p:cNvPr id="46" name="Freeform: Shape 9">
                <a:extLst>
                  <a:ext uri="{FF2B5EF4-FFF2-40B4-BE49-F238E27FC236}">
                    <a16:creationId xmlns:a16="http://schemas.microsoft.com/office/drawing/2014/main" id="{8F91D3B5-0631-4E10-8E8F-A90BDB6CEF8C}"/>
                  </a:ext>
                </a:extLst>
              </p:cNvPr>
              <p:cNvSpPr/>
              <p:nvPr/>
            </p:nvSpPr>
            <p:spPr>
              <a:xfrm>
                <a:off x="4559765" y="2926994"/>
                <a:ext cx="72212" cy="2394576"/>
              </a:xfrm>
              <a:custGeom>
                <a:avLst/>
                <a:gdLst>
                  <a:gd name="connsiteX0" fmla="*/ 0 w 192640"/>
                  <a:gd name="connsiteY0" fmla="*/ 6393351 h 6387957"/>
                  <a:gd name="connsiteX1" fmla="*/ 0 w 192640"/>
                  <a:gd name="connsiteY1" fmla="*/ 0 h 6387957"/>
                  <a:gd name="connsiteX2" fmla="*/ 198034 w 192640"/>
                  <a:gd name="connsiteY2" fmla="*/ 0 h 6387957"/>
                  <a:gd name="connsiteX3" fmla="*/ 198034 w 192640"/>
                  <a:gd name="connsiteY3" fmla="*/ 6393351 h 6387957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</a:cxnLst>
                <a:rect l="l" t="t" r="r" b="b"/>
                <a:pathLst>
                  <a:path w="192640" h="6387957">
                    <a:moveTo>
                      <a:pt x="0" y="6393351"/>
                    </a:moveTo>
                    <a:cubicBezTo>
                      <a:pt x="0" y="4261207"/>
                      <a:pt x="0" y="2132145"/>
                      <a:pt x="0" y="0"/>
                    </a:cubicBezTo>
                    <a:cubicBezTo>
                      <a:pt x="67039" y="0"/>
                      <a:pt x="131766" y="0"/>
                      <a:pt x="198034" y="0"/>
                    </a:cubicBezTo>
                    <a:cubicBezTo>
                      <a:pt x="198034" y="2132145"/>
                      <a:pt x="198034" y="4261207"/>
                      <a:pt x="198034" y="6393351"/>
                    </a:cubicBezTo>
                  </a:path>
                </a:pathLst>
              </a:custGeom>
              <a:solidFill>
                <a:schemeClr val="accent6"/>
              </a:solidFill>
              <a:ln w="7704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US" dirty="0">
                  <a:latin typeface="Times New Roman" panose="02020603050405020304" pitchFamily="18" charset="0"/>
                  <a:cs typeface="Times New Roman" pitchFamily="18" charset="0"/>
                </a:endParaRPr>
              </a:p>
            </p:txBody>
          </p:sp>
          <p:sp>
            <p:nvSpPr>
              <p:cNvPr id="47" name="Freeform: Shape 10">
                <a:extLst>
                  <a:ext uri="{FF2B5EF4-FFF2-40B4-BE49-F238E27FC236}">
                    <a16:creationId xmlns:a16="http://schemas.microsoft.com/office/drawing/2014/main" id="{9833ED5E-247A-4AFE-956E-D90EE783EDB3}"/>
                  </a:ext>
                </a:extLst>
              </p:cNvPr>
              <p:cNvSpPr/>
              <p:nvPr/>
            </p:nvSpPr>
            <p:spPr>
              <a:xfrm>
                <a:off x="4433987" y="2926705"/>
                <a:ext cx="37550" cy="2567886"/>
              </a:xfrm>
              <a:custGeom>
                <a:avLst/>
                <a:gdLst>
                  <a:gd name="connsiteX0" fmla="*/ 0 w 100173"/>
                  <a:gd name="connsiteY0" fmla="*/ 6854918 h 6850294"/>
                  <a:gd name="connsiteX1" fmla="*/ 0 w 100173"/>
                  <a:gd name="connsiteY1" fmla="*/ 0 h 6850294"/>
                  <a:gd name="connsiteX2" fmla="*/ 103255 w 100173"/>
                  <a:gd name="connsiteY2" fmla="*/ 0 h 6850294"/>
                  <a:gd name="connsiteX3" fmla="*/ 103255 w 100173"/>
                  <a:gd name="connsiteY3" fmla="*/ 6854918 h 6850294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</a:cxnLst>
                <a:rect l="l" t="t" r="r" b="b"/>
                <a:pathLst>
                  <a:path w="100173" h="6850294">
                    <a:moveTo>
                      <a:pt x="0" y="6854918"/>
                    </a:moveTo>
                    <a:cubicBezTo>
                      <a:pt x="0" y="4570202"/>
                      <a:pt x="0" y="2286257"/>
                      <a:pt x="0" y="0"/>
                    </a:cubicBezTo>
                    <a:cubicBezTo>
                      <a:pt x="34675" y="0"/>
                      <a:pt x="67809" y="0"/>
                      <a:pt x="103255" y="0"/>
                    </a:cubicBezTo>
                    <a:cubicBezTo>
                      <a:pt x="103255" y="2284716"/>
                      <a:pt x="103255" y="4567891"/>
                      <a:pt x="103255" y="6854918"/>
                    </a:cubicBezTo>
                  </a:path>
                </a:pathLst>
              </a:custGeom>
              <a:solidFill>
                <a:schemeClr val="accent6"/>
              </a:solidFill>
              <a:ln w="7704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US" dirty="0">
                  <a:latin typeface="Times New Roman" panose="02020603050405020304" pitchFamily="18" charset="0"/>
                  <a:cs typeface="Times New Roman" pitchFamily="18" charset="0"/>
                </a:endParaRPr>
              </a:p>
            </p:txBody>
          </p:sp>
          <p:sp>
            <p:nvSpPr>
              <p:cNvPr id="48" name="Freeform: Shape 11">
                <a:extLst>
                  <a:ext uri="{FF2B5EF4-FFF2-40B4-BE49-F238E27FC236}">
                    <a16:creationId xmlns:a16="http://schemas.microsoft.com/office/drawing/2014/main" id="{E5EC525C-3908-4545-B9F0-C982F2420877}"/>
                  </a:ext>
                </a:extLst>
              </p:cNvPr>
              <p:cNvSpPr/>
              <p:nvPr/>
            </p:nvSpPr>
            <p:spPr>
              <a:xfrm>
                <a:off x="4366684" y="2927282"/>
                <a:ext cx="37550" cy="2567886"/>
              </a:xfrm>
              <a:custGeom>
                <a:avLst/>
                <a:gdLst>
                  <a:gd name="connsiteX0" fmla="*/ 0 w 100173"/>
                  <a:gd name="connsiteY0" fmla="*/ 6854148 h 6850294"/>
                  <a:gd name="connsiteX1" fmla="*/ 0 w 100173"/>
                  <a:gd name="connsiteY1" fmla="*/ 0 h 6850294"/>
                  <a:gd name="connsiteX2" fmla="*/ 103255 w 100173"/>
                  <a:gd name="connsiteY2" fmla="*/ 0 h 6850294"/>
                  <a:gd name="connsiteX3" fmla="*/ 103255 w 100173"/>
                  <a:gd name="connsiteY3" fmla="*/ 6854918 h 6850294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</a:cxnLst>
                <a:rect l="l" t="t" r="r" b="b"/>
                <a:pathLst>
                  <a:path w="100173" h="6850294">
                    <a:moveTo>
                      <a:pt x="0" y="6854148"/>
                    </a:moveTo>
                    <a:cubicBezTo>
                      <a:pt x="0" y="4569432"/>
                      <a:pt x="0" y="2286257"/>
                      <a:pt x="0" y="0"/>
                    </a:cubicBezTo>
                    <a:cubicBezTo>
                      <a:pt x="33905" y="0"/>
                      <a:pt x="67809" y="0"/>
                      <a:pt x="103255" y="0"/>
                    </a:cubicBezTo>
                    <a:cubicBezTo>
                      <a:pt x="103255" y="2285486"/>
                      <a:pt x="103255" y="4568661"/>
                      <a:pt x="103255" y="6854918"/>
                    </a:cubicBezTo>
                  </a:path>
                </a:pathLst>
              </a:custGeom>
              <a:solidFill>
                <a:schemeClr val="accent6"/>
              </a:solidFill>
              <a:ln w="7704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US" dirty="0">
                  <a:latin typeface="Times New Roman" panose="02020603050405020304" pitchFamily="18" charset="0"/>
                  <a:cs typeface="Times New Roman" pitchFamily="18" charset="0"/>
                </a:endParaRPr>
              </a:p>
            </p:txBody>
          </p:sp>
          <p:sp>
            <p:nvSpPr>
              <p:cNvPr id="49" name="Freeform: Shape 12">
                <a:extLst>
                  <a:ext uri="{FF2B5EF4-FFF2-40B4-BE49-F238E27FC236}">
                    <a16:creationId xmlns:a16="http://schemas.microsoft.com/office/drawing/2014/main" id="{09C432BF-83BF-44C7-8A68-9B35111165C4}"/>
                  </a:ext>
                </a:extLst>
              </p:cNvPr>
              <p:cNvSpPr/>
              <p:nvPr/>
            </p:nvSpPr>
            <p:spPr>
              <a:xfrm>
                <a:off x="5957386" y="2926705"/>
                <a:ext cx="37550" cy="2567886"/>
              </a:xfrm>
              <a:custGeom>
                <a:avLst/>
                <a:gdLst>
                  <a:gd name="connsiteX0" fmla="*/ 0 w 100173"/>
                  <a:gd name="connsiteY0" fmla="*/ 6854918 h 6850294"/>
                  <a:gd name="connsiteX1" fmla="*/ 0 w 100173"/>
                  <a:gd name="connsiteY1" fmla="*/ 0 h 6850294"/>
                  <a:gd name="connsiteX2" fmla="*/ 103255 w 100173"/>
                  <a:gd name="connsiteY2" fmla="*/ 0 h 6850294"/>
                  <a:gd name="connsiteX3" fmla="*/ 103255 w 100173"/>
                  <a:gd name="connsiteY3" fmla="*/ 6854918 h 6850294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</a:cxnLst>
                <a:rect l="l" t="t" r="r" b="b"/>
                <a:pathLst>
                  <a:path w="100173" h="6850294">
                    <a:moveTo>
                      <a:pt x="0" y="6854918"/>
                    </a:moveTo>
                    <a:cubicBezTo>
                      <a:pt x="0" y="4570202"/>
                      <a:pt x="0" y="2286257"/>
                      <a:pt x="0" y="0"/>
                    </a:cubicBezTo>
                    <a:cubicBezTo>
                      <a:pt x="34675" y="0"/>
                      <a:pt x="67809" y="0"/>
                      <a:pt x="103255" y="0"/>
                    </a:cubicBezTo>
                    <a:cubicBezTo>
                      <a:pt x="103255" y="2283945"/>
                      <a:pt x="103255" y="4567891"/>
                      <a:pt x="103255" y="6854918"/>
                    </a:cubicBezTo>
                  </a:path>
                </a:pathLst>
              </a:custGeom>
              <a:solidFill>
                <a:schemeClr val="accent6"/>
              </a:solidFill>
              <a:ln w="7704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US" dirty="0">
                  <a:latin typeface="Times New Roman" panose="02020603050405020304" pitchFamily="18" charset="0"/>
                  <a:cs typeface="Times New Roman" pitchFamily="18" charset="0"/>
                </a:endParaRPr>
              </a:p>
            </p:txBody>
          </p:sp>
          <p:sp>
            <p:nvSpPr>
              <p:cNvPr id="50" name="Freeform: Shape 13">
                <a:extLst>
                  <a:ext uri="{FF2B5EF4-FFF2-40B4-BE49-F238E27FC236}">
                    <a16:creationId xmlns:a16="http://schemas.microsoft.com/office/drawing/2014/main" id="{4D5F14F6-BD9C-4471-B822-35693E0ECCEE}"/>
                  </a:ext>
                </a:extLst>
              </p:cNvPr>
              <p:cNvSpPr/>
              <p:nvPr/>
            </p:nvSpPr>
            <p:spPr>
              <a:xfrm>
                <a:off x="6024689" y="2926127"/>
                <a:ext cx="37550" cy="2567886"/>
              </a:xfrm>
              <a:custGeom>
                <a:avLst/>
                <a:gdLst>
                  <a:gd name="connsiteX0" fmla="*/ 0 w 100173"/>
                  <a:gd name="connsiteY0" fmla="*/ 6857230 h 6850294"/>
                  <a:gd name="connsiteX1" fmla="*/ 0 w 100173"/>
                  <a:gd name="connsiteY1" fmla="*/ 0 h 6850294"/>
                  <a:gd name="connsiteX2" fmla="*/ 52398 w 100173"/>
                  <a:gd name="connsiteY2" fmla="*/ 0 h 6850294"/>
                  <a:gd name="connsiteX3" fmla="*/ 103255 w 100173"/>
                  <a:gd name="connsiteY3" fmla="*/ 0 h 6850294"/>
                  <a:gd name="connsiteX4" fmla="*/ 103255 w 100173"/>
                  <a:gd name="connsiteY4" fmla="*/ 6857230 h 6850294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</a:cxnLst>
                <a:rect l="l" t="t" r="r" b="b"/>
                <a:pathLst>
                  <a:path w="100173" h="6850294">
                    <a:moveTo>
                      <a:pt x="0" y="6857230"/>
                    </a:moveTo>
                    <a:cubicBezTo>
                      <a:pt x="0" y="4572514"/>
                      <a:pt x="0" y="2288569"/>
                      <a:pt x="0" y="0"/>
                    </a:cubicBezTo>
                    <a:cubicBezTo>
                      <a:pt x="17723" y="0"/>
                      <a:pt x="34675" y="0"/>
                      <a:pt x="52398" y="0"/>
                    </a:cubicBezTo>
                    <a:cubicBezTo>
                      <a:pt x="68580" y="0"/>
                      <a:pt x="84762" y="0"/>
                      <a:pt x="103255" y="0"/>
                    </a:cubicBezTo>
                    <a:cubicBezTo>
                      <a:pt x="103255" y="2287798"/>
                      <a:pt x="103255" y="4571743"/>
                      <a:pt x="103255" y="6857230"/>
                    </a:cubicBezTo>
                  </a:path>
                </a:pathLst>
              </a:custGeom>
              <a:solidFill>
                <a:schemeClr val="accent6"/>
              </a:solidFill>
              <a:ln w="7704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US" dirty="0">
                  <a:latin typeface="Times New Roman" panose="02020603050405020304" pitchFamily="18" charset="0"/>
                  <a:cs typeface="Times New Roman" pitchFamily="18" charset="0"/>
                </a:endParaRPr>
              </a:p>
            </p:txBody>
          </p:sp>
          <p:sp>
            <p:nvSpPr>
              <p:cNvPr id="51" name="Freeform: Shape 14">
                <a:extLst>
                  <a:ext uri="{FF2B5EF4-FFF2-40B4-BE49-F238E27FC236}">
                    <a16:creationId xmlns:a16="http://schemas.microsoft.com/office/drawing/2014/main" id="{35B6ED53-E8E4-4DE2-BE76-D07542427D91}"/>
                  </a:ext>
                </a:extLst>
              </p:cNvPr>
              <p:cNvSpPr/>
              <p:nvPr/>
            </p:nvSpPr>
            <p:spPr>
              <a:xfrm>
                <a:off x="5890084" y="2926994"/>
                <a:ext cx="37550" cy="2394576"/>
              </a:xfrm>
              <a:custGeom>
                <a:avLst/>
                <a:gdLst>
                  <a:gd name="connsiteX0" fmla="*/ 0 w 100173"/>
                  <a:gd name="connsiteY0" fmla="*/ 6392581 h 6387957"/>
                  <a:gd name="connsiteX1" fmla="*/ 0 w 100173"/>
                  <a:gd name="connsiteY1" fmla="*/ 0 h 6387957"/>
                  <a:gd name="connsiteX2" fmla="*/ 101714 w 100173"/>
                  <a:gd name="connsiteY2" fmla="*/ 0 h 6387957"/>
                  <a:gd name="connsiteX3" fmla="*/ 101714 w 100173"/>
                  <a:gd name="connsiteY3" fmla="*/ 6392581 h 6387957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</a:cxnLst>
                <a:rect l="l" t="t" r="r" b="b"/>
                <a:pathLst>
                  <a:path w="100173" h="6387957">
                    <a:moveTo>
                      <a:pt x="0" y="6392581"/>
                    </a:moveTo>
                    <a:cubicBezTo>
                      <a:pt x="0" y="4262748"/>
                      <a:pt x="0" y="2132145"/>
                      <a:pt x="0" y="0"/>
                    </a:cubicBezTo>
                    <a:cubicBezTo>
                      <a:pt x="33904" y="0"/>
                      <a:pt x="67039" y="0"/>
                      <a:pt x="101714" y="0"/>
                    </a:cubicBezTo>
                    <a:cubicBezTo>
                      <a:pt x="101714" y="2130603"/>
                      <a:pt x="101714" y="4260437"/>
                      <a:pt x="101714" y="6392581"/>
                    </a:cubicBezTo>
                  </a:path>
                </a:pathLst>
              </a:custGeom>
              <a:solidFill>
                <a:schemeClr val="accent6"/>
              </a:solidFill>
              <a:ln w="7704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US" dirty="0">
                  <a:latin typeface="Times New Roman" panose="02020603050405020304" pitchFamily="18" charset="0"/>
                  <a:cs typeface="Times New Roman" pitchFamily="18" charset="0"/>
                </a:endParaRPr>
              </a:p>
            </p:txBody>
          </p:sp>
          <p:sp>
            <p:nvSpPr>
              <p:cNvPr id="52" name="Freeform: Shape 15">
                <a:extLst>
                  <a:ext uri="{FF2B5EF4-FFF2-40B4-BE49-F238E27FC236}">
                    <a16:creationId xmlns:a16="http://schemas.microsoft.com/office/drawing/2014/main" id="{A8A97A24-DC2C-49EC-B707-A0A7A527B0A9}"/>
                  </a:ext>
                </a:extLst>
              </p:cNvPr>
              <p:cNvSpPr/>
              <p:nvPr/>
            </p:nvSpPr>
            <p:spPr>
              <a:xfrm>
                <a:off x="6091991" y="2926994"/>
                <a:ext cx="37550" cy="2394576"/>
              </a:xfrm>
              <a:custGeom>
                <a:avLst/>
                <a:gdLst>
                  <a:gd name="connsiteX0" fmla="*/ 0 w 100173"/>
                  <a:gd name="connsiteY0" fmla="*/ 6393351 h 6387957"/>
                  <a:gd name="connsiteX1" fmla="*/ 0 w 100173"/>
                  <a:gd name="connsiteY1" fmla="*/ 0 h 6387957"/>
                  <a:gd name="connsiteX2" fmla="*/ 103255 w 100173"/>
                  <a:gd name="connsiteY2" fmla="*/ 0 h 6387957"/>
                  <a:gd name="connsiteX3" fmla="*/ 103255 w 100173"/>
                  <a:gd name="connsiteY3" fmla="*/ 6393351 h 6387957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</a:cxnLst>
                <a:rect l="l" t="t" r="r" b="b"/>
                <a:pathLst>
                  <a:path w="100173" h="6387957">
                    <a:moveTo>
                      <a:pt x="0" y="6393351"/>
                    </a:moveTo>
                    <a:cubicBezTo>
                      <a:pt x="0" y="4261978"/>
                      <a:pt x="0" y="2132915"/>
                      <a:pt x="0" y="0"/>
                    </a:cubicBezTo>
                    <a:cubicBezTo>
                      <a:pt x="34675" y="0"/>
                      <a:pt x="67809" y="0"/>
                      <a:pt x="103255" y="0"/>
                    </a:cubicBezTo>
                    <a:cubicBezTo>
                      <a:pt x="103255" y="2131374"/>
                      <a:pt x="103255" y="4261207"/>
                      <a:pt x="103255" y="6393351"/>
                    </a:cubicBezTo>
                  </a:path>
                </a:pathLst>
              </a:custGeom>
              <a:solidFill>
                <a:schemeClr val="accent6"/>
              </a:solidFill>
              <a:ln w="7704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US" dirty="0">
                  <a:latin typeface="Times New Roman" panose="02020603050405020304" pitchFamily="18" charset="0"/>
                  <a:cs typeface="Times New Roman" pitchFamily="18" charset="0"/>
                </a:endParaRPr>
              </a:p>
            </p:txBody>
          </p:sp>
          <p:sp>
            <p:nvSpPr>
              <p:cNvPr id="53" name="Freeform: Shape 16">
                <a:extLst>
                  <a:ext uri="{FF2B5EF4-FFF2-40B4-BE49-F238E27FC236}">
                    <a16:creationId xmlns:a16="http://schemas.microsoft.com/office/drawing/2014/main" id="{4ED0FC69-47AA-4FC9-8D08-3147EA5A1734}"/>
                  </a:ext>
                </a:extLst>
              </p:cNvPr>
              <p:cNvSpPr/>
              <p:nvPr/>
            </p:nvSpPr>
            <p:spPr>
              <a:xfrm>
                <a:off x="7139759" y="2926994"/>
                <a:ext cx="109764" cy="2394576"/>
              </a:xfrm>
              <a:custGeom>
                <a:avLst/>
                <a:gdLst>
                  <a:gd name="connsiteX0" fmla="*/ 0 w 292813"/>
                  <a:gd name="connsiteY0" fmla="*/ 6393351 h 6387957"/>
                  <a:gd name="connsiteX1" fmla="*/ 0 w 292813"/>
                  <a:gd name="connsiteY1" fmla="*/ 0 h 6387957"/>
                  <a:gd name="connsiteX2" fmla="*/ 295125 w 292813"/>
                  <a:gd name="connsiteY2" fmla="*/ 0 h 6387957"/>
                  <a:gd name="connsiteX3" fmla="*/ 295125 w 292813"/>
                  <a:gd name="connsiteY3" fmla="*/ 6393351 h 6387957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</a:cxnLst>
                <a:rect l="l" t="t" r="r" b="b"/>
                <a:pathLst>
                  <a:path w="292813" h="6387957">
                    <a:moveTo>
                      <a:pt x="0" y="6393351"/>
                    </a:moveTo>
                    <a:cubicBezTo>
                      <a:pt x="0" y="4261207"/>
                      <a:pt x="0" y="2131374"/>
                      <a:pt x="0" y="0"/>
                    </a:cubicBezTo>
                    <a:cubicBezTo>
                      <a:pt x="99403" y="0"/>
                      <a:pt x="196493" y="0"/>
                      <a:pt x="295125" y="0"/>
                    </a:cubicBezTo>
                    <a:cubicBezTo>
                      <a:pt x="295125" y="2132145"/>
                      <a:pt x="295125" y="4261207"/>
                      <a:pt x="295125" y="6393351"/>
                    </a:cubicBezTo>
                  </a:path>
                </a:pathLst>
              </a:custGeom>
              <a:solidFill>
                <a:schemeClr val="accent2"/>
              </a:solidFill>
              <a:ln w="7704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US" dirty="0">
                  <a:latin typeface="Times New Roman" panose="02020603050405020304" pitchFamily="18" charset="0"/>
                  <a:cs typeface="Times New Roman" pitchFamily="18" charset="0"/>
                </a:endParaRPr>
              </a:p>
            </p:txBody>
          </p:sp>
          <p:sp>
            <p:nvSpPr>
              <p:cNvPr id="54" name="Freeform: Shape 17">
                <a:extLst>
                  <a:ext uri="{FF2B5EF4-FFF2-40B4-BE49-F238E27FC236}">
                    <a16:creationId xmlns:a16="http://schemas.microsoft.com/office/drawing/2014/main" id="{2757EAE5-8C6A-452C-9A4B-7A71BBF68BB8}"/>
                  </a:ext>
                </a:extLst>
              </p:cNvPr>
              <p:cNvSpPr/>
              <p:nvPr/>
            </p:nvSpPr>
            <p:spPr>
              <a:xfrm>
                <a:off x="7280788" y="2926994"/>
                <a:ext cx="37550" cy="2394576"/>
              </a:xfrm>
              <a:custGeom>
                <a:avLst/>
                <a:gdLst>
                  <a:gd name="connsiteX0" fmla="*/ 0 w 100173"/>
                  <a:gd name="connsiteY0" fmla="*/ 6392581 h 6387957"/>
                  <a:gd name="connsiteX1" fmla="*/ 0 w 100173"/>
                  <a:gd name="connsiteY1" fmla="*/ 0 h 6387957"/>
                  <a:gd name="connsiteX2" fmla="*/ 103255 w 100173"/>
                  <a:gd name="connsiteY2" fmla="*/ 0 h 6387957"/>
                  <a:gd name="connsiteX3" fmla="*/ 103255 w 100173"/>
                  <a:gd name="connsiteY3" fmla="*/ 6392581 h 6387957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</a:cxnLst>
                <a:rect l="l" t="t" r="r" b="b"/>
                <a:pathLst>
                  <a:path w="100173" h="6387957">
                    <a:moveTo>
                      <a:pt x="0" y="6392581"/>
                    </a:moveTo>
                    <a:cubicBezTo>
                      <a:pt x="0" y="4261207"/>
                      <a:pt x="0" y="2131374"/>
                      <a:pt x="0" y="0"/>
                    </a:cubicBezTo>
                    <a:cubicBezTo>
                      <a:pt x="34675" y="0"/>
                      <a:pt x="67809" y="0"/>
                      <a:pt x="103255" y="0"/>
                    </a:cubicBezTo>
                    <a:cubicBezTo>
                      <a:pt x="103255" y="2130603"/>
                      <a:pt x="103255" y="4260437"/>
                      <a:pt x="103255" y="6392581"/>
                    </a:cubicBezTo>
                  </a:path>
                </a:pathLst>
              </a:custGeom>
              <a:solidFill>
                <a:schemeClr val="accent2"/>
              </a:solidFill>
              <a:ln w="7704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US" dirty="0">
                  <a:latin typeface="Times New Roman" panose="02020603050405020304" pitchFamily="18" charset="0"/>
                  <a:cs typeface="Times New Roman" pitchFamily="18" charset="0"/>
                </a:endParaRPr>
              </a:p>
            </p:txBody>
          </p:sp>
          <p:sp>
            <p:nvSpPr>
              <p:cNvPr id="55" name="Freeform: Shape 18">
                <a:extLst>
                  <a:ext uri="{FF2B5EF4-FFF2-40B4-BE49-F238E27FC236}">
                    <a16:creationId xmlns:a16="http://schemas.microsoft.com/office/drawing/2014/main" id="{9A398514-6CBA-493F-8416-AE84CB3E34D9}"/>
                  </a:ext>
                </a:extLst>
              </p:cNvPr>
              <p:cNvSpPr/>
              <p:nvPr/>
            </p:nvSpPr>
            <p:spPr>
              <a:xfrm>
                <a:off x="7349773" y="2926994"/>
                <a:ext cx="109764" cy="2394576"/>
              </a:xfrm>
              <a:custGeom>
                <a:avLst/>
                <a:gdLst>
                  <a:gd name="connsiteX0" fmla="*/ 0 w 292813"/>
                  <a:gd name="connsiteY0" fmla="*/ 6393351 h 6387957"/>
                  <a:gd name="connsiteX1" fmla="*/ 0 w 292813"/>
                  <a:gd name="connsiteY1" fmla="*/ 0 h 6387957"/>
                  <a:gd name="connsiteX2" fmla="*/ 295125 w 292813"/>
                  <a:gd name="connsiteY2" fmla="*/ 0 h 6387957"/>
                  <a:gd name="connsiteX3" fmla="*/ 295125 w 292813"/>
                  <a:gd name="connsiteY3" fmla="*/ 6393351 h 6387957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</a:cxnLst>
                <a:rect l="l" t="t" r="r" b="b"/>
                <a:pathLst>
                  <a:path w="292813" h="6387957">
                    <a:moveTo>
                      <a:pt x="0" y="6393351"/>
                    </a:moveTo>
                    <a:cubicBezTo>
                      <a:pt x="0" y="4261207"/>
                      <a:pt x="0" y="2132145"/>
                      <a:pt x="0" y="0"/>
                    </a:cubicBezTo>
                    <a:cubicBezTo>
                      <a:pt x="99402" y="0"/>
                      <a:pt x="195722" y="0"/>
                      <a:pt x="295125" y="0"/>
                    </a:cubicBezTo>
                    <a:cubicBezTo>
                      <a:pt x="295125" y="2132145"/>
                      <a:pt x="295125" y="4261207"/>
                      <a:pt x="295125" y="6393351"/>
                    </a:cubicBezTo>
                  </a:path>
                </a:pathLst>
              </a:custGeom>
              <a:solidFill>
                <a:schemeClr val="accent1"/>
              </a:solidFill>
              <a:ln w="7704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US" dirty="0">
                  <a:latin typeface="Times New Roman" panose="02020603050405020304" pitchFamily="18" charset="0"/>
                  <a:cs typeface="Times New Roman" pitchFamily="18" charset="0"/>
                </a:endParaRPr>
              </a:p>
            </p:txBody>
          </p:sp>
          <p:sp>
            <p:nvSpPr>
              <p:cNvPr id="56" name="Freeform: Shape 19">
                <a:extLst>
                  <a:ext uri="{FF2B5EF4-FFF2-40B4-BE49-F238E27FC236}">
                    <a16:creationId xmlns:a16="http://schemas.microsoft.com/office/drawing/2014/main" id="{248BDF24-2CD8-4F98-A671-38A09AFC3B84}"/>
                  </a:ext>
                </a:extLst>
              </p:cNvPr>
              <p:cNvSpPr/>
              <p:nvPr/>
            </p:nvSpPr>
            <p:spPr>
              <a:xfrm>
                <a:off x="7548511" y="2927282"/>
                <a:ext cx="41911" cy="2569908"/>
              </a:xfrm>
              <a:custGeom>
                <a:avLst/>
                <a:gdLst>
                  <a:gd name="connsiteX0" fmla="*/ 0 w 115584"/>
                  <a:gd name="connsiteY0" fmla="*/ 6753975 h 6850294"/>
                  <a:gd name="connsiteX1" fmla="*/ 13099 w 115584"/>
                  <a:gd name="connsiteY1" fmla="*/ 0 h 6850294"/>
                  <a:gd name="connsiteX2" fmla="*/ 118666 w 115584"/>
                  <a:gd name="connsiteY2" fmla="*/ 0 h 6850294"/>
                  <a:gd name="connsiteX3" fmla="*/ 118666 w 115584"/>
                  <a:gd name="connsiteY3" fmla="*/ 6855688 h 6850294"/>
                  <a:gd name="connsiteX0" fmla="*/ 0 w 111805"/>
                  <a:gd name="connsiteY0" fmla="*/ 6836322 h 6855688"/>
                  <a:gd name="connsiteX1" fmla="*/ 6237 w 111805"/>
                  <a:gd name="connsiteY1" fmla="*/ 0 h 6855688"/>
                  <a:gd name="connsiteX2" fmla="*/ 111804 w 111805"/>
                  <a:gd name="connsiteY2" fmla="*/ 0 h 6855688"/>
                  <a:gd name="connsiteX3" fmla="*/ 111804 w 111805"/>
                  <a:gd name="connsiteY3" fmla="*/ 6855688 h 6855688"/>
                  <a:gd name="connsiteX0" fmla="*/ 0 w 111804"/>
                  <a:gd name="connsiteY0" fmla="*/ 6853478 h 6855688"/>
                  <a:gd name="connsiteX1" fmla="*/ 6237 w 111804"/>
                  <a:gd name="connsiteY1" fmla="*/ 0 h 6855688"/>
                  <a:gd name="connsiteX2" fmla="*/ 111804 w 111804"/>
                  <a:gd name="connsiteY2" fmla="*/ 0 h 6855688"/>
                  <a:gd name="connsiteX3" fmla="*/ 111804 w 111804"/>
                  <a:gd name="connsiteY3" fmla="*/ 6855688 h 6855688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</a:cxnLst>
                <a:rect l="l" t="t" r="r" b="b"/>
                <a:pathLst>
                  <a:path w="111804" h="6855688">
                    <a:moveTo>
                      <a:pt x="0" y="6853478"/>
                    </a:moveTo>
                    <a:cubicBezTo>
                      <a:pt x="14640" y="4603437"/>
                      <a:pt x="3155" y="2253123"/>
                      <a:pt x="6237" y="0"/>
                    </a:cubicBezTo>
                    <a:lnTo>
                      <a:pt x="111804" y="0"/>
                    </a:lnTo>
                    <a:lnTo>
                      <a:pt x="111804" y="6855688"/>
                    </a:lnTo>
                  </a:path>
                </a:pathLst>
              </a:custGeom>
              <a:solidFill>
                <a:schemeClr val="accent1"/>
              </a:solidFill>
              <a:ln w="7704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US" dirty="0">
                  <a:latin typeface="Times New Roman" panose="02020603050405020304" pitchFamily="18" charset="0"/>
                  <a:cs typeface="Times New Roman" pitchFamily="18" charset="0"/>
                </a:endParaRPr>
              </a:p>
            </p:txBody>
          </p:sp>
          <p:sp>
            <p:nvSpPr>
              <p:cNvPr id="57" name="Freeform: Shape 20">
                <a:extLst>
                  <a:ext uri="{FF2B5EF4-FFF2-40B4-BE49-F238E27FC236}">
                    <a16:creationId xmlns:a16="http://schemas.microsoft.com/office/drawing/2014/main" id="{7984C3E4-7628-40C8-85CA-E19FCBCEF3F1}"/>
                  </a:ext>
                </a:extLst>
              </p:cNvPr>
              <p:cNvSpPr/>
              <p:nvPr/>
            </p:nvSpPr>
            <p:spPr>
              <a:xfrm>
                <a:off x="7485249" y="2926994"/>
                <a:ext cx="37550" cy="2394576"/>
              </a:xfrm>
              <a:custGeom>
                <a:avLst/>
                <a:gdLst>
                  <a:gd name="connsiteX0" fmla="*/ 0 w 100173"/>
                  <a:gd name="connsiteY0" fmla="*/ 6392581 h 6387957"/>
                  <a:gd name="connsiteX1" fmla="*/ 0 w 100173"/>
                  <a:gd name="connsiteY1" fmla="*/ 0 h 6387957"/>
                  <a:gd name="connsiteX2" fmla="*/ 103255 w 100173"/>
                  <a:gd name="connsiteY2" fmla="*/ 0 h 6387957"/>
                  <a:gd name="connsiteX3" fmla="*/ 103255 w 100173"/>
                  <a:gd name="connsiteY3" fmla="*/ 6392581 h 6387957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</a:cxnLst>
                <a:rect l="l" t="t" r="r" b="b"/>
                <a:pathLst>
                  <a:path w="100173" h="6387957">
                    <a:moveTo>
                      <a:pt x="0" y="6392581"/>
                    </a:moveTo>
                    <a:cubicBezTo>
                      <a:pt x="0" y="4261207"/>
                      <a:pt x="0" y="2131374"/>
                      <a:pt x="0" y="0"/>
                    </a:cubicBezTo>
                    <a:cubicBezTo>
                      <a:pt x="34675" y="0"/>
                      <a:pt x="67809" y="0"/>
                      <a:pt x="103255" y="0"/>
                    </a:cubicBezTo>
                    <a:cubicBezTo>
                      <a:pt x="103255" y="2130603"/>
                      <a:pt x="103255" y="4260437"/>
                      <a:pt x="103255" y="6392581"/>
                    </a:cubicBezTo>
                  </a:path>
                </a:pathLst>
              </a:custGeom>
              <a:solidFill>
                <a:schemeClr val="accent1"/>
              </a:solidFill>
              <a:ln w="7704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US" dirty="0">
                  <a:latin typeface="Times New Roman" panose="02020603050405020304" pitchFamily="18" charset="0"/>
                  <a:cs typeface="Times New Roman" pitchFamily="18" charset="0"/>
                </a:endParaRPr>
              </a:p>
            </p:txBody>
          </p:sp>
          <p:sp>
            <p:nvSpPr>
              <p:cNvPr id="58" name="Freeform: Shape 21">
                <a:extLst>
                  <a:ext uri="{FF2B5EF4-FFF2-40B4-BE49-F238E27FC236}">
                    <a16:creationId xmlns:a16="http://schemas.microsoft.com/office/drawing/2014/main" id="{8C53762C-C9DB-488B-A6C3-D2EF997D4824}"/>
                  </a:ext>
                </a:extLst>
              </p:cNvPr>
              <p:cNvSpPr/>
              <p:nvPr/>
            </p:nvSpPr>
            <p:spPr>
              <a:xfrm>
                <a:off x="7616134" y="2926994"/>
                <a:ext cx="28885" cy="2567886"/>
              </a:xfrm>
              <a:custGeom>
                <a:avLst/>
                <a:gdLst>
                  <a:gd name="connsiteX0" fmla="*/ 0 w 77056"/>
                  <a:gd name="connsiteY0" fmla="*/ 6854918 h 6850294"/>
                  <a:gd name="connsiteX1" fmla="*/ 0 w 77056"/>
                  <a:gd name="connsiteY1" fmla="*/ 0 h 6850294"/>
                  <a:gd name="connsiteX2" fmla="*/ 78597 w 77056"/>
                  <a:gd name="connsiteY2" fmla="*/ 0 h 6850294"/>
                  <a:gd name="connsiteX3" fmla="*/ 78597 w 77056"/>
                  <a:gd name="connsiteY3" fmla="*/ 6854918 h 6850294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</a:cxnLst>
                <a:rect l="l" t="t" r="r" b="b"/>
                <a:pathLst>
                  <a:path w="77056" h="6850294">
                    <a:moveTo>
                      <a:pt x="0" y="6854918"/>
                    </a:moveTo>
                    <a:cubicBezTo>
                      <a:pt x="0" y="4570202"/>
                      <a:pt x="0" y="2286257"/>
                      <a:pt x="0" y="0"/>
                    </a:cubicBezTo>
                    <a:cubicBezTo>
                      <a:pt x="25428" y="0"/>
                      <a:pt x="50087" y="0"/>
                      <a:pt x="78597" y="0"/>
                    </a:cubicBezTo>
                    <a:cubicBezTo>
                      <a:pt x="78597" y="2283175"/>
                      <a:pt x="78597" y="4566350"/>
                      <a:pt x="78597" y="6854918"/>
                    </a:cubicBezTo>
                  </a:path>
                </a:pathLst>
              </a:custGeom>
              <a:solidFill>
                <a:schemeClr val="accent1"/>
              </a:solidFill>
              <a:ln w="7704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US" dirty="0">
                  <a:latin typeface="Times New Roman" panose="02020603050405020304" pitchFamily="18" charset="0"/>
                  <a:cs typeface="Times New Roman" pitchFamily="18" charset="0"/>
                </a:endParaRPr>
              </a:p>
            </p:txBody>
          </p:sp>
          <p:sp>
            <p:nvSpPr>
              <p:cNvPr id="59" name="Freeform: Shape 22">
                <a:extLst>
                  <a:ext uri="{FF2B5EF4-FFF2-40B4-BE49-F238E27FC236}">
                    <a16:creationId xmlns:a16="http://schemas.microsoft.com/office/drawing/2014/main" id="{1A8ED041-2586-48E4-ACBE-6C2ED338E966}"/>
                  </a:ext>
                </a:extLst>
              </p:cNvPr>
              <p:cNvSpPr/>
              <p:nvPr/>
            </p:nvSpPr>
            <p:spPr>
              <a:xfrm>
                <a:off x="6838507" y="2926994"/>
                <a:ext cx="109764" cy="2394576"/>
              </a:xfrm>
              <a:custGeom>
                <a:avLst/>
                <a:gdLst>
                  <a:gd name="connsiteX0" fmla="*/ 0 w 292813"/>
                  <a:gd name="connsiteY0" fmla="*/ 6393351 h 6387957"/>
                  <a:gd name="connsiteX1" fmla="*/ 0 w 292813"/>
                  <a:gd name="connsiteY1" fmla="*/ 0 h 6387957"/>
                  <a:gd name="connsiteX2" fmla="*/ 295125 w 292813"/>
                  <a:gd name="connsiteY2" fmla="*/ 0 h 6387957"/>
                  <a:gd name="connsiteX3" fmla="*/ 295125 w 292813"/>
                  <a:gd name="connsiteY3" fmla="*/ 6393351 h 6387957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</a:cxnLst>
                <a:rect l="l" t="t" r="r" b="b"/>
                <a:pathLst>
                  <a:path w="292813" h="6387957">
                    <a:moveTo>
                      <a:pt x="0" y="6393351"/>
                    </a:moveTo>
                    <a:cubicBezTo>
                      <a:pt x="0" y="4261207"/>
                      <a:pt x="0" y="2131374"/>
                      <a:pt x="0" y="0"/>
                    </a:cubicBezTo>
                    <a:cubicBezTo>
                      <a:pt x="99403" y="0"/>
                      <a:pt x="196493" y="0"/>
                      <a:pt x="295125" y="0"/>
                    </a:cubicBezTo>
                    <a:cubicBezTo>
                      <a:pt x="295125" y="2132145"/>
                      <a:pt x="295125" y="4261207"/>
                      <a:pt x="295125" y="6393351"/>
                    </a:cubicBezTo>
                  </a:path>
                </a:pathLst>
              </a:custGeom>
              <a:solidFill>
                <a:schemeClr val="accent3"/>
              </a:solidFill>
              <a:ln w="7704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US" dirty="0">
                  <a:latin typeface="Times New Roman" panose="02020603050405020304" pitchFamily="18" charset="0"/>
                  <a:cs typeface="Times New Roman" pitchFamily="18" charset="0"/>
                </a:endParaRPr>
              </a:p>
            </p:txBody>
          </p:sp>
          <p:sp>
            <p:nvSpPr>
              <p:cNvPr id="60" name="Freeform: Shape 23">
                <a:extLst>
                  <a:ext uri="{FF2B5EF4-FFF2-40B4-BE49-F238E27FC236}">
                    <a16:creationId xmlns:a16="http://schemas.microsoft.com/office/drawing/2014/main" id="{E2E2C08D-AFC1-4D38-B19D-ECAA791E7E03}"/>
                  </a:ext>
                </a:extLst>
              </p:cNvPr>
              <p:cNvSpPr/>
              <p:nvPr/>
            </p:nvSpPr>
            <p:spPr>
              <a:xfrm>
                <a:off x="6980994" y="2927282"/>
                <a:ext cx="37550" cy="2394576"/>
              </a:xfrm>
              <a:custGeom>
                <a:avLst/>
                <a:gdLst>
                  <a:gd name="connsiteX0" fmla="*/ 0 w 100173"/>
                  <a:gd name="connsiteY0" fmla="*/ 6392581 h 6387957"/>
                  <a:gd name="connsiteX1" fmla="*/ 0 w 100173"/>
                  <a:gd name="connsiteY1" fmla="*/ 0 h 6387957"/>
                  <a:gd name="connsiteX2" fmla="*/ 103255 w 100173"/>
                  <a:gd name="connsiteY2" fmla="*/ 0 h 6387957"/>
                  <a:gd name="connsiteX3" fmla="*/ 103255 w 100173"/>
                  <a:gd name="connsiteY3" fmla="*/ 6392581 h 6387957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</a:cxnLst>
                <a:rect l="l" t="t" r="r" b="b"/>
                <a:pathLst>
                  <a:path w="100173" h="6387957">
                    <a:moveTo>
                      <a:pt x="0" y="6392581"/>
                    </a:moveTo>
                    <a:cubicBezTo>
                      <a:pt x="0" y="4261978"/>
                      <a:pt x="0" y="2132145"/>
                      <a:pt x="0" y="0"/>
                    </a:cubicBezTo>
                    <a:cubicBezTo>
                      <a:pt x="33904" y="0"/>
                      <a:pt x="67809" y="0"/>
                      <a:pt x="103255" y="0"/>
                    </a:cubicBezTo>
                    <a:cubicBezTo>
                      <a:pt x="103255" y="2130603"/>
                      <a:pt x="103255" y="4258895"/>
                      <a:pt x="103255" y="6392581"/>
                    </a:cubicBezTo>
                  </a:path>
                </a:pathLst>
              </a:custGeom>
              <a:solidFill>
                <a:schemeClr val="accent3"/>
              </a:solidFill>
              <a:ln w="7704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US" dirty="0">
                  <a:latin typeface="Times New Roman" panose="02020603050405020304" pitchFamily="18" charset="0"/>
                  <a:cs typeface="Times New Roman" pitchFamily="18" charset="0"/>
                </a:endParaRPr>
              </a:p>
            </p:txBody>
          </p:sp>
          <p:sp>
            <p:nvSpPr>
              <p:cNvPr id="61" name="Freeform: Shape 24">
                <a:extLst>
                  <a:ext uri="{FF2B5EF4-FFF2-40B4-BE49-F238E27FC236}">
                    <a16:creationId xmlns:a16="http://schemas.microsoft.com/office/drawing/2014/main" id="{53B015E2-EB41-454F-B249-A3924B2C56A7}"/>
                  </a:ext>
                </a:extLst>
              </p:cNvPr>
              <p:cNvSpPr/>
              <p:nvPr/>
            </p:nvSpPr>
            <p:spPr>
              <a:xfrm>
                <a:off x="7065051" y="2926994"/>
                <a:ext cx="37550" cy="2394576"/>
              </a:xfrm>
              <a:custGeom>
                <a:avLst/>
                <a:gdLst>
                  <a:gd name="connsiteX0" fmla="*/ 0 w 100173"/>
                  <a:gd name="connsiteY0" fmla="*/ 6392581 h 6387957"/>
                  <a:gd name="connsiteX1" fmla="*/ 0 w 100173"/>
                  <a:gd name="connsiteY1" fmla="*/ 0 h 6387957"/>
                  <a:gd name="connsiteX2" fmla="*/ 103255 w 100173"/>
                  <a:gd name="connsiteY2" fmla="*/ 0 h 6387957"/>
                  <a:gd name="connsiteX3" fmla="*/ 103255 w 100173"/>
                  <a:gd name="connsiteY3" fmla="*/ 6392581 h 6387957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</a:cxnLst>
                <a:rect l="l" t="t" r="r" b="b"/>
                <a:pathLst>
                  <a:path w="100173" h="6387957">
                    <a:moveTo>
                      <a:pt x="0" y="6392581"/>
                    </a:moveTo>
                    <a:cubicBezTo>
                      <a:pt x="0" y="4261978"/>
                      <a:pt x="0" y="2132145"/>
                      <a:pt x="0" y="0"/>
                    </a:cubicBezTo>
                    <a:cubicBezTo>
                      <a:pt x="33904" y="0"/>
                      <a:pt x="67809" y="0"/>
                      <a:pt x="103255" y="0"/>
                    </a:cubicBezTo>
                    <a:cubicBezTo>
                      <a:pt x="103255" y="2130603"/>
                      <a:pt x="103255" y="4258895"/>
                      <a:pt x="103255" y="6392581"/>
                    </a:cubicBezTo>
                  </a:path>
                </a:pathLst>
              </a:custGeom>
              <a:solidFill>
                <a:schemeClr val="accent3"/>
              </a:solidFill>
              <a:ln w="7704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US" dirty="0">
                  <a:latin typeface="Times New Roman" panose="02020603050405020304" pitchFamily="18" charset="0"/>
                  <a:cs typeface="Times New Roman" pitchFamily="18" charset="0"/>
                </a:endParaRPr>
              </a:p>
            </p:txBody>
          </p:sp>
          <p:sp>
            <p:nvSpPr>
              <p:cNvPr id="62" name="Freeform: Shape 25">
                <a:extLst>
                  <a:ext uri="{FF2B5EF4-FFF2-40B4-BE49-F238E27FC236}">
                    <a16:creationId xmlns:a16="http://schemas.microsoft.com/office/drawing/2014/main" id="{018D5BE2-ED44-4289-8EFA-42F5721FBB85}"/>
                  </a:ext>
                </a:extLst>
              </p:cNvPr>
              <p:cNvSpPr/>
              <p:nvPr/>
            </p:nvSpPr>
            <p:spPr>
              <a:xfrm>
                <a:off x="6754449" y="2926127"/>
                <a:ext cx="37550" cy="2394576"/>
              </a:xfrm>
              <a:custGeom>
                <a:avLst/>
                <a:gdLst>
                  <a:gd name="connsiteX0" fmla="*/ 0 w 100173"/>
                  <a:gd name="connsiteY0" fmla="*/ 6392581 h 6387957"/>
                  <a:gd name="connsiteX1" fmla="*/ 0 w 100173"/>
                  <a:gd name="connsiteY1" fmla="*/ 0 h 6387957"/>
                  <a:gd name="connsiteX2" fmla="*/ 103255 w 100173"/>
                  <a:gd name="connsiteY2" fmla="*/ 0 h 6387957"/>
                  <a:gd name="connsiteX3" fmla="*/ 103255 w 100173"/>
                  <a:gd name="connsiteY3" fmla="*/ 6392581 h 6387957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</a:cxnLst>
                <a:rect l="l" t="t" r="r" b="b"/>
                <a:pathLst>
                  <a:path w="100173" h="6387957">
                    <a:moveTo>
                      <a:pt x="0" y="6392581"/>
                    </a:moveTo>
                    <a:cubicBezTo>
                      <a:pt x="0" y="4261978"/>
                      <a:pt x="0" y="2132145"/>
                      <a:pt x="0" y="0"/>
                    </a:cubicBezTo>
                    <a:cubicBezTo>
                      <a:pt x="33905" y="0"/>
                      <a:pt x="67810" y="0"/>
                      <a:pt x="103255" y="0"/>
                    </a:cubicBezTo>
                    <a:cubicBezTo>
                      <a:pt x="103255" y="2131374"/>
                      <a:pt x="103255" y="4260436"/>
                      <a:pt x="103255" y="6392581"/>
                    </a:cubicBezTo>
                  </a:path>
                </a:pathLst>
              </a:custGeom>
              <a:solidFill>
                <a:schemeClr val="accent3"/>
              </a:solidFill>
              <a:ln w="7704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US" dirty="0">
                  <a:latin typeface="Times New Roman" panose="02020603050405020304" pitchFamily="18" charset="0"/>
                  <a:cs typeface="Times New Roman" pitchFamily="18" charset="0"/>
                </a:endParaRPr>
              </a:p>
            </p:txBody>
          </p:sp>
          <p:sp>
            <p:nvSpPr>
              <p:cNvPr id="63" name="Freeform: Shape 26">
                <a:extLst>
                  <a:ext uri="{FF2B5EF4-FFF2-40B4-BE49-F238E27FC236}">
                    <a16:creationId xmlns:a16="http://schemas.microsoft.com/office/drawing/2014/main" id="{FEBA9FA3-A7E2-4C7A-A66C-36068833FD70}"/>
                  </a:ext>
                </a:extLst>
              </p:cNvPr>
              <p:cNvSpPr/>
              <p:nvPr/>
            </p:nvSpPr>
            <p:spPr>
              <a:xfrm>
                <a:off x="6334914" y="2927282"/>
                <a:ext cx="37550" cy="2394576"/>
              </a:xfrm>
              <a:custGeom>
                <a:avLst/>
                <a:gdLst>
                  <a:gd name="connsiteX0" fmla="*/ 0 w 100173"/>
                  <a:gd name="connsiteY0" fmla="*/ 6393351 h 6387957"/>
                  <a:gd name="connsiteX1" fmla="*/ 0 w 100173"/>
                  <a:gd name="connsiteY1" fmla="*/ 0 h 6387957"/>
                  <a:gd name="connsiteX2" fmla="*/ 103255 w 100173"/>
                  <a:gd name="connsiteY2" fmla="*/ 0 h 6387957"/>
                  <a:gd name="connsiteX3" fmla="*/ 103255 w 100173"/>
                  <a:gd name="connsiteY3" fmla="*/ 6393351 h 6387957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</a:cxnLst>
                <a:rect l="l" t="t" r="r" b="b"/>
                <a:pathLst>
                  <a:path w="100173" h="6387957">
                    <a:moveTo>
                      <a:pt x="0" y="6393351"/>
                    </a:moveTo>
                    <a:cubicBezTo>
                      <a:pt x="0" y="4262748"/>
                      <a:pt x="0" y="2132915"/>
                      <a:pt x="0" y="0"/>
                    </a:cubicBezTo>
                    <a:cubicBezTo>
                      <a:pt x="33904" y="0"/>
                      <a:pt x="67809" y="0"/>
                      <a:pt x="103255" y="0"/>
                    </a:cubicBezTo>
                    <a:cubicBezTo>
                      <a:pt x="103255" y="2131374"/>
                      <a:pt x="103255" y="4260436"/>
                      <a:pt x="103255" y="6393351"/>
                    </a:cubicBezTo>
                  </a:path>
                </a:pathLst>
              </a:custGeom>
              <a:solidFill>
                <a:schemeClr val="accent5"/>
              </a:solidFill>
              <a:ln w="7704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US" dirty="0">
                  <a:latin typeface="Times New Roman" panose="02020603050405020304" pitchFamily="18" charset="0"/>
                  <a:cs typeface="Times New Roman" pitchFamily="18" charset="0"/>
                </a:endParaRPr>
              </a:p>
            </p:txBody>
          </p:sp>
          <p:sp>
            <p:nvSpPr>
              <p:cNvPr id="64" name="Freeform: Shape 27">
                <a:extLst>
                  <a:ext uri="{FF2B5EF4-FFF2-40B4-BE49-F238E27FC236}">
                    <a16:creationId xmlns:a16="http://schemas.microsoft.com/office/drawing/2014/main" id="{DCE49181-A192-4FDD-8E4A-6CE1DB81A373}"/>
                  </a:ext>
                </a:extLst>
              </p:cNvPr>
              <p:cNvSpPr/>
              <p:nvPr/>
            </p:nvSpPr>
            <p:spPr>
              <a:xfrm>
                <a:off x="6159871" y="2926127"/>
                <a:ext cx="37550" cy="2397464"/>
              </a:xfrm>
              <a:custGeom>
                <a:avLst/>
                <a:gdLst>
                  <a:gd name="connsiteX0" fmla="*/ 0 w 100173"/>
                  <a:gd name="connsiteY0" fmla="*/ 6395663 h 6395662"/>
                  <a:gd name="connsiteX1" fmla="*/ 0 w 100173"/>
                  <a:gd name="connsiteY1" fmla="*/ 0 h 6395662"/>
                  <a:gd name="connsiteX2" fmla="*/ 52398 w 100173"/>
                  <a:gd name="connsiteY2" fmla="*/ 0 h 6395662"/>
                  <a:gd name="connsiteX3" fmla="*/ 103255 w 100173"/>
                  <a:gd name="connsiteY3" fmla="*/ 0 h 6395662"/>
                  <a:gd name="connsiteX4" fmla="*/ 103255 w 100173"/>
                  <a:gd name="connsiteY4" fmla="*/ 6395663 h 6395662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</a:cxnLst>
                <a:rect l="l" t="t" r="r" b="b"/>
                <a:pathLst>
                  <a:path w="100173" h="6395662">
                    <a:moveTo>
                      <a:pt x="0" y="6395663"/>
                    </a:moveTo>
                    <a:cubicBezTo>
                      <a:pt x="0" y="4265060"/>
                      <a:pt x="0" y="2135227"/>
                      <a:pt x="0" y="0"/>
                    </a:cubicBezTo>
                    <a:cubicBezTo>
                      <a:pt x="17723" y="0"/>
                      <a:pt x="34675" y="0"/>
                      <a:pt x="52398" y="0"/>
                    </a:cubicBezTo>
                    <a:cubicBezTo>
                      <a:pt x="68580" y="0"/>
                      <a:pt x="84762" y="0"/>
                      <a:pt x="103255" y="0"/>
                    </a:cubicBezTo>
                    <a:cubicBezTo>
                      <a:pt x="103255" y="2132915"/>
                      <a:pt x="103255" y="4261977"/>
                      <a:pt x="103255" y="6395663"/>
                    </a:cubicBezTo>
                  </a:path>
                </a:pathLst>
              </a:custGeom>
              <a:solidFill>
                <a:schemeClr val="accent5"/>
              </a:solidFill>
              <a:ln w="7704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US" dirty="0">
                  <a:latin typeface="Times New Roman" panose="02020603050405020304" pitchFamily="18" charset="0"/>
                  <a:cs typeface="Times New Roman" pitchFamily="18" charset="0"/>
                </a:endParaRPr>
              </a:p>
            </p:txBody>
          </p:sp>
          <p:sp>
            <p:nvSpPr>
              <p:cNvPr id="65" name="Freeform: Shape 28">
                <a:extLst>
                  <a:ext uri="{FF2B5EF4-FFF2-40B4-BE49-F238E27FC236}">
                    <a16:creationId xmlns:a16="http://schemas.microsoft.com/office/drawing/2014/main" id="{08B99DFA-675D-47CD-AAA5-48F4B7263F7F}"/>
                  </a:ext>
                </a:extLst>
              </p:cNvPr>
              <p:cNvSpPr/>
              <p:nvPr/>
            </p:nvSpPr>
            <p:spPr>
              <a:xfrm>
                <a:off x="6231712" y="2926127"/>
                <a:ext cx="72212" cy="2394576"/>
              </a:xfrm>
              <a:custGeom>
                <a:avLst/>
                <a:gdLst>
                  <a:gd name="connsiteX0" fmla="*/ 0 w 192640"/>
                  <a:gd name="connsiteY0" fmla="*/ 6392581 h 6387957"/>
                  <a:gd name="connsiteX1" fmla="*/ 0 w 192640"/>
                  <a:gd name="connsiteY1" fmla="*/ 0 h 6387957"/>
                  <a:gd name="connsiteX2" fmla="*/ 198805 w 192640"/>
                  <a:gd name="connsiteY2" fmla="*/ 0 h 6387957"/>
                  <a:gd name="connsiteX3" fmla="*/ 198805 w 192640"/>
                  <a:gd name="connsiteY3" fmla="*/ 6392581 h 6387957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</a:cxnLst>
                <a:rect l="l" t="t" r="r" b="b"/>
                <a:pathLst>
                  <a:path w="192640" h="6387957">
                    <a:moveTo>
                      <a:pt x="0" y="6392581"/>
                    </a:moveTo>
                    <a:cubicBezTo>
                      <a:pt x="0" y="4261207"/>
                      <a:pt x="0" y="2132145"/>
                      <a:pt x="0" y="0"/>
                    </a:cubicBezTo>
                    <a:cubicBezTo>
                      <a:pt x="66268" y="0"/>
                      <a:pt x="131766" y="0"/>
                      <a:pt x="198805" y="0"/>
                    </a:cubicBezTo>
                    <a:cubicBezTo>
                      <a:pt x="198805" y="2131374"/>
                      <a:pt x="198805" y="4261207"/>
                      <a:pt x="198805" y="6392581"/>
                    </a:cubicBezTo>
                  </a:path>
                </a:pathLst>
              </a:custGeom>
              <a:solidFill>
                <a:schemeClr val="accent5"/>
              </a:solidFill>
              <a:ln w="7704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US" dirty="0">
                  <a:latin typeface="Times New Roman" panose="02020603050405020304" pitchFamily="18" charset="0"/>
                  <a:cs typeface="Times New Roman" pitchFamily="18" charset="0"/>
                </a:endParaRPr>
              </a:p>
            </p:txBody>
          </p:sp>
          <p:sp>
            <p:nvSpPr>
              <p:cNvPr id="66" name="Freeform: Shape 29">
                <a:extLst>
                  <a:ext uri="{FF2B5EF4-FFF2-40B4-BE49-F238E27FC236}">
                    <a16:creationId xmlns:a16="http://schemas.microsoft.com/office/drawing/2014/main" id="{A3A52561-2F81-45D4-BB63-98DD6D95E5E9}"/>
                  </a:ext>
                </a:extLst>
              </p:cNvPr>
              <p:cNvSpPr/>
              <p:nvPr/>
            </p:nvSpPr>
            <p:spPr>
              <a:xfrm>
                <a:off x="6598401" y="2927282"/>
                <a:ext cx="37550" cy="2394576"/>
              </a:xfrm>
              <a:custGeom>
                <a:avLst/>
                <a:gdLst>
                  <a:gd name="connsiteX0" fmla="*/ 0 w 100173"/>
                  <a:gd name="connsiteY0" fmla="*/ 6392581 h 6387957"/>
                  <a:gd name="connsiteX1" fmla="*/ 0 w 100173"/>
                  <a:gd name="connsiteY1" fmla="*/ 0 h 6387957"/>
                  <a:gd name="connsiteX2" fmla="*/ 103255 w 100173"/>
                  <a:gd name="connsiteY2" fmla="*/ 0 h 6387957"/>
                  <a:gd name="connsiteX3" fmla="*/ 103255 w 100173"/>
                  <a:gd name="connsiteY3" fmla="*/ 6392581 h 6387957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</a:cxnLst>
                <a:rect l="l" t="t" r="r" b="b"/>
                <a:pathLst>
                  <a:path w="100173" h="6387957">
                    <a:moveTo>
                      <a:pt x="0" y="6392581"/>
                    </a:moveTo>
                    <a:cubicBezTo>
                      <a:pt x="0" y="4261207"/>
                      <a:pt x="0" y="2131374"/>
                      <a:pt x="0" y="0"/>
                    </a:cubicBezTo>
                    <a:cubicBezTo>
                      <a:pt x="34675" y="0"/>
                      <a:pt x="67809" y="0"/>
                      <a:pt x="103255" y="0"/>
                    </a:cubicBezTo>
                    <a:cubicBezTo>
                      <a:pt x="103255" y="2130603"/>
                      <a:pt x="103255" y="4260437"/>
                      <a:pt x="103255" y="6392581"/>
                    </a:cubicBezTo>
                  </a:path>
                </a:pathLst>
              </a:custGeom>
              <a:solidFill>
                <a:schemeClr val="accent4"/>
              </a:solidFill>
              <a:ln w="7704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US" dirty="0">
                  <a:latin typeface="Times New Roman" panose="02020603050405020304" pitchFamily="18" charset="0"/>
                  <a:cs typeface="Times New Roman" pitchFamily="18" charset="0"/>
                </a:endParaRPr>
              </a:p>
            </p:txBody>
          </p:sp>
          <p:sp>
            <p:nvSpPr>
              <p:cNvPr id="67" name="Freeform: Shape 30">
                <a:extLst>
                  <a:ext uri="{FF2B5EF4-FFF2-40B4-BE49-F238E27FC236}">
                    <a16:creationId xmlns:a16="http://schemas.microsoft.com/office/drawing/2014/main" id="{53780AFD-C7BF-438C-8ACF-ADB70736488F}"/>
                  </a:ext>
                </a:extLst>
              </p:cNvPr>
              <p:cNvSpPr/>
              <p:nvPr/>
            </p:nvSpPr>
            <p:spPr>
              <a:xfrm>
                <a:off x="6680669" y="2927282"/>
                <a:ext cx="37550" cy="2394576"/>
              </a:xfrm>
              <a:custGeom>
                <a:avLst/>
                <a:gdLst>
                  <a:gd name="connsiteX0" fmla="*/ 0 w 100173"/>
                  <a:gd name="connsiteY0" fmla="*/ 6392581 h 6387957"/>
                  <a:gd name="connsiteX1" fmla="*/ 0 w 100173"/>
                  <a:gd name="connsiteY1" fmla="*/ 0 h 6387957"/>
                  <a:gd name="connsiteX2" fmla="*/ 103255 w 100173"/>
                  <a:gd name="connsiteY2" fmla="*/ 0 h 6387957"/>
                  <a:gd name="connsiteX3" fmla="*/ 103255 w 100173"/>
                  <a:gd name="connsiteY3" fmla="*/ 6392581 h 6387957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</a:cxnLst>
                <a:rect l="l" t="t" r="r" b="b"/>
                <a:pathLst>
                  <a:path w="100173" h="6387957">
                    <a:moveTo>
                      <a:pt x="0" y="6392581"/>
                    </a:moveTo>
                    <a:cubicBezTo>
                      <a:pt x="0" y="4261978"/>
                      <a:pt x="0" y="2132145"/>
                      <a:pt x="0" y="0"/>
                    </a:cubicBezTo>
                    <a:cubicBezTo>
                      <a:pt x="33905" y="0"/>
                      <a:pt x="67810" y="0"/>
                      <a:pt x="103255" y="0"/>
                    </a:cubicBezTo>
                    <a:cubicBezTo>
                      <a:pt x="103255" y="2131374"/>
                      <a:pt x="103255" y="4260436"/>
                      <a:pt x="103255" y="6392581"/>
                    </a:cubicBezTo>
                  </a:path>
                </a:pathLst>
              </a:custGeom>
              <a:solidFill>
                <a:schemeClr val="accent4"/>
              </a:solidFill>
              <a:ln w="7704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US" dirty="0">
                  <a:latin typeface="Times New Roman" panose="02020603050405020304" pitchFamily="18" charset="0"/>
                  <a:cs typeface="Times New Roman" pitchFamily="18" charset="0"/>
                </a:endParaRPr>
              </a:p>
            </p:txBody>
          </p:sp>
          <p:sp>
            <p:nvSpPr>
              <p:cNvPr id="68" name="Freeform: Shape 31">
                <a:extLst>
                  <a:ext uri="{FF2B5EF4-FFF2-40B4-BE49-F238E27FC236}">
                    <a16:creationId xmlns:a16="http://schemas.microsoft.com/office/drawing/2014/main" id="{D1DA5EF5-6153-4FA1-B3B6-C7EA4D7C45C7}"/>
                  </a:ext>
                </a:extLst>
              </p:cNvPr>
              <p:cNvSpPr/>
              <p:nvPr/>
            </p:nvSpPr>
            <p:spPr>
              <a:xfrm>
                <a:off x="6516134" y="2927282"/>
                <a:ext cx="37550" cy="2394576"/>
              </a:xfrm>
              <a:custGeom>
                <a:avLst/>
                <a:gdLst>
                  <a:gd name="connsiteX0" fmla="*/ 0 w 100173"/>
                  <a:gd name="connsiteY0" fmla="*/ 6391811 h 6387957"/>
                  <a:gd name="connsiteX1" fmla="*/ 0 w 100173"/>
                  <a:gd name="connsiteY1" fmla="*/ 0 h 6387957"/>
                  <a:gd name="connsiteX2" fmla="*/ 103255 w 100173"/>
                  <a:gd name="connsiteY2" fmla="*/ 0 h 6387957"/>
                  <a:gd name="connsiteX3" fmla="*/ 103255 w 100173"/>
                  <a:gd name="connsiteY3" fmla="*/ 6391811 h 6387957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</a:cxnLst>
                <a:rect l="l" t="t" r="r" b="b"/>
                <a:pathLst>
                  <a:path w="100173" h="6387957">
                    <a:moveTo>
                      <a:pt x="0" y="6391811"/>
                    </a:moveTo>
                    <a:cubicBezTo>
                      <a:pt x="0" y="4261978"/>
                      <a:pt x="0" y="2132145"/>
                      <a:pt x="0" y="0"/>
                    </a:cubicBezTo>
                    <a:cubicBezTo>
                      <a:pt x="33134" y="0"/>
                      <a:pt x="67039" y="0"/>
                      <a:pt x="103255" y="0"/>
                    </a:cubicBezTo>
                    <a:cubicBezTo>
                      <a:pt x="103255" y="2130603"/>
                      <a:pt x="103255" y="4260436"/>
                      <a:pt x="103255" y="6391811"/>
                    </a:cubicBezTo>
                  </a:path>
                </a:pathLst>
              </a:custGeom>
              <a:solidFill>
                <a:schemeClr val="accent4"/>
              </a:solidFill>
              <a:ln w="7704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US" dirty="0">
                  <a:latin typeface="Times New Roman" panose="02020603050405020304" pitchFamily="18" charset="0"/>
                  <a:cs typeface="Times New Roman" pitchFamily="18" charset="0"/>
                </a:endParaRPr>
              </a:p>
            </p:txBody>
          </p:sp>
          <p:sp>
            <p:nvSpPr>
              <p:cNvPr id="69" name="Freeform: Shape 32">
                <a:extLst>
                  <a:ext uri="{FF2B5EF4-FFF2-40B4-BE49-F238E27FC236}">
                    <a16:creationId xmlns:a16="http://schemas.microsoft.com/office/drawing/2014/main" id="{F80C8E45-AA03-497B-9ABE-2E9B8BC26557}"/>
                  </a:ext>
                </a:extLst>
              </p:cNvPr>
              <p:cNvSpPr/>
              <p:nvPr/>
            </p:nvSpPr>
            <p:spPr>
              <a:xfrm>
                <a:off x="6399205" y="2927282"/>
                <a:ext cx="72212" cy="2394576"/>
              </a:xfrm>
              <a:custGeom>
                <a:avLst/>
                <a:gdLst>
                  <a:gd name="connsiteX0" fmla="*/ 0 w 192640"/>
                  <a:gd name="connsiteY0" fmla="*/ 6392581 h 6387957"/>
                  <a:gd name="connsiteX1" fmla="*/ 0 w 192640"/>
                  <a:gd name="connsiteY1" fmla="*/ 0 h 6387957"/>
                  <a:gd name="connsiteX2" fmla="*/ 198805 w 192640"/>
                  <a:gd name="connsiteY2" fmla="*/ 0 h 6387957"/>
                  <a:gd name="connsiteX3" fmla="*/ 198805 w 192640"/>
                  <a:gd name="connsiteY3" fmla="*/ 6392581 h 6387957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</a:cxnLst>
                <a:rect l="l" t="t" r="r" b="b"/>
                <a:pathLst>
                  <a:path w="192640" h="6387957">
                    <a:moveTo>
                      <a:pt x="0" y="6392581"/>
                    </a:moveTo>
                    <a:cubicBezTo>
                      <a:pt x="0" y="4261207"/>
                      <a:pt x="0" y="2132145"/>
                      <a:pt x="0" y="0"/>
                    </a:cubicBezTo>
                    <a:cubicBezTo>
                      <a:pt x="66268" y="0"/>
                      <a:pt x="131766" y="0"/>
                      <a:pt x="198805" y="0"/>
                    </a:cubicBezTo>
                    <a:cubicBezTo>
                      <a:pt x="198805" y="2131374"/>
                      <a:pt x="198805" y="4261207"/>
                      <a:pt x="198805" y="6392581"/>
                    </a:cubicBezTo>
                  </a:path>
                </a:pathLst>
              </a:custGeom>
              <a:solidFill>
                <a:schemeClr val="accent4"/>
              </a:solidFill>
              <a:ln w="7704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US" dirty="0">
                  <a:latin typeface="Times New Roman" panose="02020603050405020304" pitchFamily="18" charset="0"/>
                  <a:cs typeface="Times New Roman" pitchFamily="18" charset="0"/>
                </a:endParaRPr>
              </a:p>
            </p:txBody>
          </p:sp>
          <p:sp>
            <p:nvSpPr>
              <p:cNvPr id="70" name="Freeform: Shape 33">
                <a:extLst>
                  <a:ext uri="{FF2B5EF4-FFF2-40B4-BE49-F238E27FC236}">
                    <a16:creationId xmlns:a16="http://schemas.microsoft.com/office/drawing/2014/main" id="{B33154AB-DAF1-4E1D-AED0-2C8B79C6FE97}"/>
                  </a:ext>
                </a:extLst>
              </p:cNvPr>
              <p:cNvSpPr/>
              <p:nvPr/>
            </p:nvSpPr>
            <p:spPr>
              <a:xfrm>
                <a:off x="5237391" y="2926127"/>
                <a:ext cx="144425" cy="2394576"/>
              </a:xfrm>
              <a:custGeom>
                <a:avLst/>
                <a:gdLst>
                  <a:gd name="connsiteX0" fmla="*/ 0 w 385280"/>
                  <a:gd name="connsiteY0" fmla="*/ 6393351 h 6387957"/>
                  <a:gd name="connsiteX1" fmla="*/ 0 w 385280"/>
                  <a:gd name="connsiteY1" fmla="*/ 0 h 6387957"/>
                  <a:gd name="connsiteX2" fmla="*/ 387593 w 385280"/>
                  <a:gd name="connsiteY2" fmla="*/ 0 h 6387957"/>
                  <a:gd name="connsiteX3" fmla="*/ 387593 w 385280"/>
                  <a:gd name="connsiteY3" fmla="*/ 6393351 h 6387957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</a:cxnLst>
                <a:rect l="l" t="t" r="r" b="b"/>
                <a:pathLst>
                  <a:path w="385280" h="6387957">
                    <a:moveTo>
                      <a:pt x="0" y="6393351"/>
                    </a:moveTo>
                    <a:cubicBezTo>
                      <a:pt x="0" y="4262748"/>
                      <a:pt x="0" y="2132145"/>
                      <a:pt x="0" y="0"/>
                    </a:cubicBezTo>
                    <a:cubicBezTo>
                      <a:pt x="128684" y="0"/>
                      <a:pt x="256597" y="0"/>
                      <a:pt x="387593" y="0"/>
                    </a:cubicBezTo>
                    <a:cubicBezTo>
                      <a:pt x="387593" y="2130603"/>
                      <a:pt x="387593" y="4261207"/>
                      <a:pt x="387593" y="6393351"/>
                    </a:cubicBezTo>
                  </a:path>
                </a:pathLst>
              </a:custGeom>
              <a:solidFill>
                <a:schemeClr val="accent3"/>
              </a:solidFill>
              <a:ln w="7704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US" dirty="0">
                  <a:latin typeface="Times New Roman" panose="02020603050405020304" pitchFamily="18" charset="0"/>
                  <a:cs typeface="Times New Roman" pitchFamily="18" charset="0"/>
                </a:endParaRPr>
              </a:p>
            </p:txBody>
          </p:sp>
          <p:sp>
            <p:nvSpPr>
              <p:cNvPr id="71" name="Freeform: Shape 34">
                <a:extLst>
                  <a:ext uri="{FF2B5EF4-FFF2-40B4-BE49-F238E27FC236}">
                    <a16:creationId xmlns:a16="http://schemas.microsoft.com/office/drawing/2014/main" id="{6E905E38-B653-4270-89DB-6739B8AED375}"/>
                  </a:ext>
                </a:extLst>
              </p:cNvPr>
              <p:cNvSpPr/>
              <p:nvPr/>
            </p:nvSpPr>
            <p:spPr>
              <a:xfrm>
                <a:off x="5123269" y="2926994"/>
                <a:ext cx="72212" cy="2394576"/>
              </a:xfrm>
              <a:custGeom>
                <a:avLst/>
                <a:gdLst>
                  <a:gd name="connsiteX0" fmla="*/ 0 w 192640"/>
                  <a:gd name="connsiteY0" fmla="*/ 6392581 h 6387957"/>
                  <a:gd name="connsiteX1" fmla="*/ 0 w 192640"/>
                  <a:gd name="connsiteY1" fmla="*/ 0 h 6387957"/>
                  <a:gd name="connsiteX2" fmla="*/ 198805 w 192640"/>
                  <a:gd name="connsiteY2" fmla="*/ 0 h 6387957"/>
                  <a:gd name="connsiteX3" fmla="*/ 198805 w 192640"/>
                  <a:gd name="connsiteY3" fmla="*/ 6392581 h 6387957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</a:cxnLst>
                <a:rect l="l" t="t" r="r" b="b"/>
                <a:pathLst>
                  <a:path w="192640" h="6387957">
                    <a:moveTo>
                      <a:pt x="0" y="6392581"/>
                    </a:moveTo>
                    <a:cubicBezTo>
                      <a:pt x="0" y="4261207"/>
                      <a:pt x="0" y="2132145"/>
                      <a:pt x="0" y="0"/>
                    </a:cubicBezTo>
                    <a:cubicBezTo>
                      <a:pt x="67039" y="0"/>
                      <a:pt x="131766" y="0"/>
                      <a:pt x="198805" y="0"/>
                    </a:cubicBezTo>
                    <a:cubicBezTo>
                      <a:pt x="198805" y="2130603"/>
                      <a:pt x="198805" y="4259666"/>
                      <a:pt x="198805" y="6392581"/>
                    </a:cubicBezTo>
                  </a:path>
                </a:pathLst>
              </a:custGeom>
              <a:solidFill>
                <a:schemeClr val="accent3"/>
              </a:solidFill>
              <a:ln w="7704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US" dirty="0">
                  <a:latin typeface="Times New Roman" panose="02020603050405020304" pitchFamily="18" charset="0"/>
                  <a:cs typeface="Times New Roman" pitchFamily="18" charset="0"/>
                </a:endParaRPr>
              </a:p>
            </p:txBody>
          </p:sp>
          <p:sp>
            <p:nvSpPr>
              <p:cNvPr id="72" name="Freeform: Shape 35">
                <a:extLst>
                  <a:ext uri="{FF2B5EF4-FFF2-40B4-BE49-F238E27FC236}">
                    <a16:creationId xmlns:a16="http://schemas.microsoft.com/office/drawing/2014/main" id="{C46E5A34-F6FC-40B7-8BD9-CA4870D3EACB}"/>
                  </a:ext>
                </a:extLst>
              </p:cNvPr>
              <p:cNvSpPr/>
              <p:nvPr/>
            </p:nvSpPr>
            <p:spPr>
              <a:xfrm>
                <a:off x="5611343" y="2927282"/>
                <a:ext cx="72212" cy="2394576"/>
              </a:xfrm>
              <a:custGeom>
                <a:avLst/>
                <a:gdLst>
                  <a:gd name="connsiteX0" fmla="*/ 0 w 192640"/>
                  <a:gd name="connsiteY0" fmla="*/ 6392581 h 6387957"/>
                  <a:gd name="connsiteX1" fmla="*/ 0 w 192640"/>
                  <a:gd name="connsiteY1" fmla="*/ 0 h 6387957"/>
                  <a:gd name="connsiteX2" fmla="*/ 198805 w 192640"/>
                  <a:gd name="connsiteY2" fmla="*/ 0 h 6387957"/>
                  <a:gd name="connsiteX3" fmla="*/ 198805 w 192640"/>
                  <a:gd name="connsiteY3" fmla="*/ 6392581 h 6387957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</a:cxnLst>
                <a:rect l="l" t="t" r="r" b="b"/>
                <a:pathLst>
                  <a:path w="192640" h="6387957">
                    <a:moveTo>
                      <a:pt x="0" y="6392581"/>
                    </a:moveTo>
                    <a:cubicBezTo>
                      <a:pt x="0" y="4261207"/>
                      <a:pt x="0" y="2132145"/>
                      <a:pt x="0" y="0"/>
                    </a:cubicBezTo>
                    <a:cubicBezTo>
                      <a:pt x="66268" y="0"/>
                      <a:pt x="131766" y="0"/>
                      <a:pt x="198805" y="0"/>
                    </a:cubicBezTo>
                    <a:cubicBezTo>
                      <a:pt x="198805" y="2131374"/>
                      <a:pt x="198805" y="4261207"/>
                      <a:pt x="198805" y="6392581"/>
                    </a:cubicBezTo>
                  </a:path>
                </a:pathLst>
              </a:custGeom>
              <a:solidFill>
                <a:schemeClr val="accent3"/>
              </a:solidFill>
              <a:ln w="7704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US" dirty="0">
                  <a:latin typeface="Times New Roman" panose="02020603050405020304" pitchFamily="18" charset="0"/>
                  <a:cs typeface="Times New Roman" pitchFamily="18" charset="0"/>
                </a:endParaRPr>
              </a:p>
            </p:txBody>
          </p:sp>
          <p:sp>
            <p:nvSpPr>
              <p:cNvPr id="73" name="Freeform: Shape 36">
                <a:extLst>
                  <a:ext uri="{FF2B5EF4-FFF2-40B4-BE49-F238E27FC236}">
                    <a16:creationId xmlns:a16="http://schemas.microsoft.com/office/drawing/2014/main" id="{5FA3DBA7-F8ED-45A6-819E-A85FBC355BCB}"/>
                  </a:ext>
                </a:extLst>
              </p:cNvPr>
              <p:cNvSpPr/>
              <p:nvPr/>
            </p:nvSpPr>
            <p:spPr>
              <a:xfrm>
                <a:off x="5407259" y="2926994"/>
                <a:ext cx="37550" cy="2394576"/>
              </a:xfrm>
              <a:custGeom>
                <a:avLst/>
                <a:gdLst>
                  <a:gd name="connsiteX0" fmla="*/ 0 w 100173"/>
                  <a:gd name="connsiteY0" fmla="*/ 6392581 h 6387957"/>
                  <a:gd name="connsiteX1" fmla="*/ 0 w 100173"/>
                  <a:gd name="connsiteY1" fmla="*/ 0 h 6387957"/>
                  <a:gd name="connsiteX2" fmla="*/ 103255 w 100173"/>
                  <a:gd name="connsiteY2" fmla="*/ 0 h 6387957"/>
                  <a:gd name="connsiteX3" fmla="*/ 103255 w 100173"/>
                  <a:gd name="connsiteY3" fmla="*/ 6392581 h 6387957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</a:cxnLst>
                <a:rect l="l" t="t" r="r" b="b"/>
                <a:pathLst>
                  <a:path w="100173" h="6387957">
                    <a:moveTo>
                      <a:pt x="0" y="6392581"/>
                    </a:moveTo>
                    <a:cubicBezTo>
                      <a:pt x="0" y="4261978"/>
                      <a:pt x="0" y="2132145"/>
                      <a:pt x="0" y="0"/>
                    </a:cubicBezTo>
                    <a:cubicBezTo>
                      <a:pt x="34675" y="0"/>
                      <a:pt x="67810" y="0"/>
                      <a:pt x="103255" y="0"/>
                    </a:cubicBezTo>
                    <a:cubicBezTo>
                      <a:pt x="103255" y="2130603"/>
                      <a:pt x="103255" y="4259666"/>
                      <a:pt x="103255" y="6392581"/>
                    </a:cubicBezTo>
                  </a:path>
                </a:pathLst>
              </a:custGeom>
              <a:solidFill>
                <a:schemeClr val="accent3"/>
              </a:solidFill>
              <a:ln w="7704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US" dirty="0">
                  <a:latin typeface="Times New Roman" panose="02020603050405020304" pitchFamily="18" charset="0"/>
                  <a:cs typeface="Times New Roman" pitchFamily="18" charset="0"/>
                </a:endParaRPr>
              </a:p>
            </p:txBody>
          </p:sp>
          <p:sp>
            <p:nvSpPr>
              <p:cNvPr id="74" name="Freeform: Shape 37">
                <a:extLst>
                  <a:ext uri="{FF2B5EF4-FFF2-40B4-BE49-F238E27FC236}">
                    <a16:creationId xmlns:a16="http://schemas.microsoft.com/office/drawing/2014/main" id="{6D4897DB-997C-4440-9C15-09B6C34994D1}"/>
                  </a:ext>
                </a:extLst>
              </p:cNvPr>
              <p:cNvSpPr/>
              <p:nvPr/>
            </p:nvSpPr>
            <p:spPr>
              <a:xfrm>
                <a:off x="5470252" y="2926994"/>
                <a:ext cx="37550" cy="2394576"/>
              </a:xfrm>
              <a:custGeom>
                <a:avLst/>
                <a:gdLst>
                  <a:gd name="connsiteX0" fmla="*/ 0 w 100173"/>
                  <a:gd name="connsiteY0" fmla="*/ 6392581 h 6387957"/>
                  <a:gd name="connsiteX1" fmla="*/ 0 w 100173"/>
                  <a:gd name="connsiteY1" fmla="*/ 0 h 6387957"/>
                  <a:gd name="connsiteX2" fmla="*/ 103255 w 100173"/>
                  <a:gd name="connsiteY2" fmla="*/ 0 h 6387957"/>
                  <a:gd name="connsiteX3" fmla="*/ 103255 w 100173"/>
                  <a:gd name="connsiteY3" fmla="*/ 6392581 h 6387957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</a:cxnLst>
                <a:rect l="l" t="t" r="r" b="b"/>
                <a:pathLst>
                  <a:path w="100173" h="6387957">
                    <a:moveTo>
                      <a:pt x="0" y="6392581"/>
                    </a:moveTo>
                    <a:cubicBezTo>
                      <a:pt x="0" y="4261978"/>
                      <a:pt x="0" y="2132145"/>
                      <a:pt x="0" y="0"/>
                    </a:cubicBezTo>
                    <a:cubicBezTo>
                      <a:pt x="34675" y="0"/>
                      <a:pt x="67809" y="0"/>
                      <a:pt x="103255" y="0"/>
                    </a:cubicBezTo>
                    <a:cubicBezTo>
                      <a:pt x="103255" y="2130603"/>
                      <a:pt x="103255" y="4259666"/>
                      <a:pt x="103255" y="6392581"/>
                    </a:cubicBezTo>
                  </a:path>
                </a:pathLst>
              </a:custGeom>
              <a:solidFill>
                <a:schemeClr val="accent3"/>
              </a:solidFill>
              <a:ln w="7704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US" dirty="0">
                  <a:latin typeface="Times New Roman" panose="02020603050405020304" pitchFamily="18" charset="0"/>
                  <a:cs typeface="Times New Roman" pitchFamily="18" charset="0"/>
                </a:endParaRPr>
              </a:p>
            </p:txBody>
          </p:sp>
          <p:sp>
            <p:nvSpPr>
              <p:cNvPr id="75" name="Freeform: Shape 38">
                <a:extLst>
                  <a:ext uri="{FF2B5EF4-FFF2-40B4-BE49-F238E27FC236}">
                    <a16:creationId xmlns:a16="http://schemas.microsoft.com/office/drawing/2014/main" id="{60C5513F-881C-4B26-9ADB-6A46166CB483}"/>
                  </a:ext>
                </a:extLst>
              </p:cNvPr>
              <p:cNvSpPr/>
              <p:nvPr/>
            </p:nvSpPr>
            <p:spPr>
              <a:xfrm>
                <a:off x="5533244" y="2926127"/>
                <a:ext cx="37550" cy="2394576"/>
              </a:xfrm>
              <a:custGeom>
                <a:avLst/>
                <a:gdLst>
                  <a:gd name="connsiteX0" fmla="*/ 0 w 100173"/>
                  <a:gd name="connsiteY0" fmla="*/ 6392581 h 6387957"/>
                  <a:gd name="connsiteX1" fmla="*/ 0 w 100173"/>
                  <a:gd name="connsiteY1" fmla="*/ 0 h 6387957"/>
                  <a:gd name="connsiteX2" fmla="*/ 103255 w 100173"/>
                  <a:gd name="connsiteY2" fmla="*/ 0 h 6387957"/>
                  <a:gd name="connsiteX3" fmla="*/ 103255 w 100173"/>
                  <a:gd name="connsiteY3" fmla="*/ 6392581 h 6387957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</a:cxnLst>
                <a:rect l="l" t="t" r="r" b="b"/>
                <a:pathLst>
                  <a:path w="100173" h="6387957">
                    <a:moveTo>
                      <a:pt x="0" y="6392581"/>
                    </a:moveTo>
                    <a:cubicBezTo>
                      <a:pt x="0" y="4261978"/>
                      <a:pt x="0" y="2132145"/>
                      <a:pt x="0" y="0"/>
                    </a:cubicBezTo>
                    <a:cubicBezTo>
                      <a:pt x="34675" y="0"/>
                      <a:pt x="67809" y="0"/>
                      <a:pt x="103255" y="0"/>
                    </a:cubicBezTo>
                    <a:cubicBezTo>
                      <a:pt x="103255" y="2130603"/>
                      <a:pt x="103255" y="4259666"/>
                      <a:pt x="103255" y="6392581"/>
                    </a:cubicBezTo>
                  </a:path>
                </a:pathLst>
              </a:custGeom>
              <a:solidFill>
                <a:schemeClr val="accent3"/>
              </a:solidFill>
              <a:ln w="7704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US" dirty="0">
                  <a:latin typeface="Times New Roman" panose="02020603050405020304" pitchFamily="18" charset="0"/>
                  <a:cs typeface="Times New Roman" pitchFamily="18" charset="0"/>
                </a:endParaRPr>
              </a:p>
            </p:txBody>
          </p:sp>
        </p:grpSp>
        <p:sp>
          <p:nvSpPr>
            <p:cNvPr id="76" name="Rectangle 75">
              <a:extLst>
                <a:ext uri="{FF2B5EF4-FFF2-40B4-BE49-F238E27FC236}">
                  <a16:creationId xmlns:a16="http://schemas.microsoft.com/office/drawing/2014/main" id="{621D202A-5DDC-4586-837E-E89610285CC9}"/>
                </a:ext>
              </a:extLst>
            </p:cNvPr>
            <p:cNvSpPr/>
            <p:nvPr/>
          </p:nvSpPr>
          <p:spPr>
            <a:xfrm>
              <a:off x="0" y="-699"/>
              <a:ext cx="12191999" cy="646331"/>
            </a:xfrm>
            <a:prstGeom prst="rect">
              <a:avLst/>
            </a:prstGeom>
            <a:solidFill>
              <a:schemeClr val="bg1"/>
            </a:solidFill>
            <a:effectLst>
              <a:outerShdw blurRad="50800" dist="38100" dir="2700000" algn="tl" rotWithShape="0">
                <a:prstClr val="black">
                  <a:alpha val="40000"/>
                </a:prstClr>
              </a:outerShdw>
            </a:effectLst>
          </p:spPr>
          <p:txBody>
            <a:bodyPr wrap="square">
              <a:spAutoFit/>
            </a:bodyPr>
            <a:lstStyle/>
            <a:p>
              <a:pPr algn="ctr"/>
              <a:endParaRPr lang="ko-KR" altLang="en-US" sz="3600" dirty="0">
                <a:solidFill>
                  <a:srgbClr val="000099"/>
                </a:solidFill>
                <a:latin typeface="Times New Roman" panose="02020603050405020304" pitchFamily="18" charset="0"/>
                <a:cs typeface="Times New Roman" pitchFamily="18" charset="0"/>
              </a:endParaRPr>
            </a:p>
          </p:txBody>
        </p:sp>
        <p:pic>
          <p:nvPicPr>
            <p:cNvPr id="77" name="Picture 76">
              <a:extLst>
                <a:ext uri="{FF2B5EF4-FFF2-40B4-BE49-F238E27FC236}">
                  <a16:creationId xmlns:a16="http://schemas.microsoft.com/office/drawing/2014/main" id="{C10207E4-A41E-4E56-9165-4F7135FB076B}"/>
                </a:ext>
              </a:extLst>
            </p:cNvPr>
            <p:cNvPicPr>
              <a:picLocks noChangeAspect="1"/>
            </p:cNvPicPr>
            <p:nvPr/>
          </p:nvPicPr>
          <p:blipFill>
            <a:blip r:embed="rId2" cstate="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29587" y="34941"/>
              <a:ext cx="1343005" cy="575049"/>
            </a:xfrm>
            <a:prstGeom prst="rect">
              <a:avLst/>
            </a:prstGeom>
          </p:spPr>
        </p:pic>
        <p:sp>
          <p:nvSpPr>
            <p:cNvPr id="78" name="TextBox 77">
              <a:extLst>
                <a:ext uri="{FF2B5EF4-FFF2-40B4-BE49-F238E27FC236}">
                  <a16:creationId xmlns:a16="http://schemas.microsoft.com/office/drawing/2014/main" id="{8C098857-E541-4069-B9EA-AF75614C0ABE}"/>
                </a:ext>
              </a:extLst>
            </p:cNvPr>
            <p:cNvSpPr txBox="1"/>
            <p:nvPr/>
          </p:nvSpPr>
          <p:spPr>
            <a:xfrm>
              <a:off x="3258798" y="84039"/>
              <a:ext cx="5674404" cy="548099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>
                <a:lnSpc>
                  <a:spcPct val="115000"/>
                </a:lnSpc>
                <a:spcAft>
                  <a:spcPts val="800"/>
                </a:spcAft>
              </a:pPr>
              <a:endParaRPr lang="en-US" sz="2800" b="1" kern="100" dirty="0"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endParaRPr>
            </a:p>
          </p:txBody>
        </p:sp>
      </p:grpSp>
      <p:sp>
        <p:nvSpPr>
          <p:cNvPr id="80" name="TextBox 79">
            <a:extLst>
              <a:ext uri="{FF2B5EF4-FFF2-40B4-BE49-F238E27FC236}">
                <a16:creationId xmlns:a16="http://schemas.microsoft.com/office/drawing/2014/main" id="{45F3871D-D40A-DB0A-DA5B-FAC9725D0E7F}"/>
              </a:ext>
            </a:extLst>
          </p:cNvPr>
          <p:cNvSpPr txBox="1"/>
          <p:nvPr/>
        </p:nvSpPr>
        <p:spPr>
          <a:xfrm>
            <a:off x="2092853" y="30077"/>
            <a:ext cx="8006294" cy="584775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200" b="1"/>
            </a:pPr>
            <a:r>
              <a:rPr lang="en-US" sz="3200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India’s Banking “Deposit Heartland” (EDA)</a:t>
            </a:r>
            <a:endParaRPr sz="3200" dirty="0">
              <a:solidFill>
                <a:srgbClr val="FF0000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84" name="TextBox 83">
            <a:extLst>
              <a:ext uri="{FF2B5EF4-FFF2-40B4-BE49-F238E27FC236}">
                <a16:creationId xmlns:a16="http://schemas.microsoft.com/office/drawing/2014/main" id="{C3C41DD4-9C92-D0D4-5BAE-FDC99DA6068C}"/>
              </a:ext>
            </a:extLst>
          </p:cNvPr>
          <p:cNvSpPr txBox="1"/>
          <p:nvPr/>
        </p:nvSpPr>
        <p:spPr>
          <a:xfrm>
            <a:off x="5930678" y="1493234"/>
            <a:ext cx="6150076" cy="291361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just">
              <a:defRPr sz="2200" b="1"/>
            </a:pP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The Key Insights:</a:t>
            </a:r>
          </a:p>
          <a:p>
            <a:pPr algn="just">
              <a:defRPr sz="2200" b="1"/>
            </a:pP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1. Deposit activity is not uniform.</a:t>
            </a:r>
          </a:p>
          <a:p>
            <a:pPr algn="just">
              <a:spcAft>
                <a:spcPts val="1400"/>
              </a:spcAft>
              <a:defRPr sz="1800"/>
            </a:pP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Clear financial concentration visible.</a:t>
            </a:r>
          </a:p>
          <a:p>
            <a:pPr algn="just">
              <a:defRPr sz="2200" b="1"/>
            </a:pP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2. Top States.</a:t>
            </a:r>
          </a:p>
          <a:p>
            <a:pPr algn="just">
              <a:spcAft>
                <a:spcPts val="1400"/>
              </a:spcAft>
              <a:defRPr sz="1800"/>
            </a:pP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Maharashtra, Karnataka, Tamil Nadu and Delhi dominate deposit volume.</a:t>
            </a:r>
          </a:p>
          <a:p>
            <a:pPr algn="just">
              <a:defRPr sz="2200" b="1"/>
            </a:pP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3. District “Hotspots” emerge.</a:t>
            </a:r>
          </a:p>
          <a:p>
            <a:pPr algn="just">
              <a:defRPr sz="1800"/>
            </a:pP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A few districts contribute disproportionately high deposits.</a:t>
            </a:r>
          </a:p>
        </p:txBody>
      </p:sp>
      <p:sp>
        <p:nvSpPr>
          <p:cNvPr id="86" name="TextBox 85">
            <a:extLst>
              <a:ext uri="{FF2B5EF4-FFF2-40B4-BE49-F238E27FC236}">
                <a16:creationId xmlns:a16="http://schemas.microsoft.com/office/drawing/2014/main" id="{E6B0F53A-6C86-9EEA-D5A6-E36E0258CAD0}"/>
              </a:ext>
            </a:extLst>
          </p:cNvPr>
          <p:cNvSpPr txBox="1"/>
          <p:nvPr/>
        </p:nvSpPr>
        <p:spPr>
          <a:xfrm>
            <a:off x="999909" y="5533155"/>
            <a:ext cx="10192183" cy="40011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2000" dirty="0">
                <a:solidFill>
                  <a:schemeClr val="accent1">
                    <a:lumMod val="75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A one-size-fits-all banking strategy is inefficient. Need region-specific deposit development plans.</a:t>
            </a:r>
            <a:endParaRPr lang="en-IN" sz="2000" dirty="0">
              <a:solidFill>
                <a:schemeClr val="accent1">
                  <a:lumMod val="75000"/>
                </a:schemeClr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pic>
        <p:nvPicPr>
          <p:cNvPr id="81" name="Picture 80">
            <a:extLst>
              <a:ext uri="{FF2B5EF4-FFF2-40B4-BE49-F238E27FC236}">
                <a16:creationId xmlns:a16="http://schemas.microsoft.com/office/drawing/2014/main" id="{7A469559-1801-A26C-8AD3-AA1C7ABBD19B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9801" y="1643006"/>
            <a:ext cx="5714486" cy="261407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997360034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79" name="Group 78">
            <a:extLst>
              <a:ext uri="{FF2B5EF4-FFF2-40B4-BE49-F238E27FC236}">
                <a16:creationId xmlns:a16="http://schemas.microsoft.com/office/drawing/2014/main" id="{8AB83803-82FF-4FDF-A9E4-FA57E548D4DF}"/>
              </a:ext>
            </a:extLst>
          </p:cNvPr>
          <p:cNvGrpSpPr/>
          <p:nvPr/>
        </p:nvGrpSpPr>
        <p:grpSpPr>
          <a:xfrm>
            <a:off x="0" y="-699"/>
            <a:ext cx="12196232" cy="6859933"/>
            <a:chOff x="0" y="-699"/>
            <a:chExt cx="12196232" cy="6859933"/>
          </a:xfrm>
        </p:grpSpPr>
        <p:grpSp>
          <p:nvGrpSpPr>
            <p:cNvPr id="2" name="Group 1">
              <a:extLst>
                <a:ext uri="{FF2B5EF4-FFF2-40B4-BE49-F238E27FC236}">
                  <a16:creationId xmlns:a16="http://schemas.microsoft.com/office/drawing/2014/main" id="{4F7233E0-8B4C-403F-B4DC-1EAABD525929}"/>
                </a:ext>
              </a:extLst>
            </p:cNvPr>
            <p:cNvGrpSpPr/>
            <p:nvPr/>
          </p:nvGrpSpPr>
          <p:grpSpPr>
            <a:xfrm>
              <a:off x="4232" y="6382984"/>
              <a:ext cx="12192000" cy="476250"/>
              <a:chOff x="0" y="6381750"/>
              <a:chExt cx="12192000" cy="476250"/>
            </a:xfrm>
            <a:solidFill>
              <a:srgbClr val="C00000"/>
            </a:solidFill>
          </p:grpSpPr>
          <p:sp>
            <p:nvSpPr>
              <p:cNvPr id="3" name="Rectangle 2">
                <a:extLst>
                  <a:ext uri="{FF2B5EF4-FFF2-40B4-BE49-F238E27FC236}">
                    <a16:creationId xmlns:a16="http://schemas.microsoft.com/office/drawing/2014/main" id="{C3EDFE22-777C-4E40-82E4-FD5DB11D8B63}"/>
                  </a:ext>
                </a:extLst>
              </p:cNvPr>
              <p:cNvSpPr/>
              <p:nvPr/>
            </p:nvSpPr>
            <p:spPr>
              <a:xfrm>
                <a:off x="0" y="6381750"/>
                <a:ext cx="12192000" cy="476250"/>
              </a:xfrm>
              <a:prstGeom prst="rect">
                <a:avLst/>
              </a:prstGeom>
              <a:grpFill/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 dirty="0">
                  <a:solidFill>
                    <a:srgbClr val="C00000"/>
                  </a:solidFill>
                  <a:latin typeface="Times New Roman" panose="02020603050405020304" pitchFamily="18" charset="0"/>
                  <a:cs typeface="Times New Roman" pitchFamily="18" charset="0"/>
                </a:endParaRPr>
              </a:p>
            </p:txBody>
          </p:sp>
          <p:grpSp>
            <p:nvGrpSpPr>
              <p:cNvPr id="4" name="Group 3">
                <a:extLst>
                  <a:ext uri="{FF2B5EF4-FFF2-40B4-BE49-F238E27FC236}">
                    <a16:creationId xmlns:a16="http://schemas.microsoft.com/office/drawing/2014/main" id="{314080B3-0E2C-457A-A722-47CA48E69C19}"/>
                  </a:ext>
                </a:extLst>
              </p:cNvPr>
              <p:cNvGrpSpPr/>
              <p:nvPr/>
            </p:nvGrpSpPr>
            <p:grpSpPr>
              <a:xfrm>
                <a:off x="160089" y="6467143"/>
                <a:ext cx="4087748" cy="273466"/>
                <a:chOff x="4366684" y="2926127"/>
                <a:chExt cx="3278335" cy="2571063"/>
              </a:xfrm>
              <a:grpFill/>
            </p:grpSpPr>
            <p:sp>
              <p:nvSpPr>
                <p:cNvPr id="5" name="Freeform: Shape 4">
                  <a:extLst>
                    <a:ext uri="{FF2B5EF4-FFF2-40B4-BE49-F238E27FC236}">
                      <a16:creationId xmlns:a16="http://schemas.microsoft.com/office/drawing/2014/main" id="{375F0EE2-DB06-4E1C-9F66-EAACEFA99A97}"/>
                    </a:ext>
                  </a:extLst>
                </p:cNvPr>
                <p:cNvSpPr/>
                <p:nvPr/>
              </p:nvSpPr>
              <p:spPr>
                <a:xfrm>
                  <a:off x="4744501" y="2926994"/>
                  <a:ext cx="72212" cy="2394576"/>
                </a:xfrm>
                <a:custGeom>
                  <a:avLst/>
                  <a:gdLst>
                    <a:gd name="connsiteX0" fmla="*/ 0 w 192640"/>
                    <a:gd name="connsiteY0" fmla="*/ 6393351 h 6387957"/>
                    <a:gd name="connsiteX1" fmla="*/ 0 w 192640"/>
                    <a:gd name="connsiteY1" fmla="*/ 0 h 6387957"/>
                    <a:gd name="connsiteX2" fmla="*/ 198034 w 192640"/>
                    <a:gd name="connsiteY2" fmla="*/ 0 h 6387957"/>
                    <a:gd name="connsiteX3" fmla="*/ 198034 w 192640"/>
                    <a:gd name="connsiteY3" fmla="*/ 6393351 h 6387957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</a:cxnLst>
                  <a:rect l="l" t="t" r="r" b="b"/>
                  <a:pathLst>
                    <a:path w="192640" h="6387957">
                      <a:moveTo>
                        <a:pt x="0" y="6393351"/>
                      </a:moveTo>
                      <a:cubicBezTo>
                        <a:pt x="0" y="4261207"/>
                        <a:pt x="0" y="2132145"/>
                        <a:pt x="0" y="0"/>
                      </a:cubicBezTo>
                      <a:cubicBezTo>
                        <a:pt x="67039" y="0"/>
                        <a:pt x="131766" y="0"/>
                        <a:pt x="198034" y="0"/>
                      </a:cubicBezTo>
                      <a:cubicBezTo>
                        <a:pt x="198034" y="2132145"/>
                        <a:pt x="198034" y="4261207"/>
                        <a:pt x="198034" y="6393351"/>
                      </a:cubicBezTo>
                    </a:path>
                  </a:pathLst>
                </a:custGeom>
                <a:grpFill/>
                <a:ln w="7704" cap="flat">
                  <a:noFill/>
                  <a:prstDash val="solid"/>
                  <a:miter/>
                </a:ln>
              </p:spPr>
              <p:txBody>
                <a:bodyPr rtlCol="0" anchor="ctr"/>
                <a:lstStyle/>
                <a:p>
                  <a:endParaRPr lang="en-US" dirty="0">
                    <a:solidFill>
                      <a:srgbClr val="C00000"/>
                    </a:solidFill>
                    <a:latin typeface="Times New Roman" panose="02020603050405020304" pitchFamily="18" charset="0"/>
                    <a:cs typeface="Times New Roman" pitchFamily="18" charset="0"/>
                  </a:endParaRPr>
                </a:p>
              </p:txBody>
            </p:sp>
            <p:sp>
              <p:nvSpPr>
                <p:cNvPr id="6" name="Freeform: Shape 5">
                  <a:extLst>
                    <a:ext uri="{FF2B5EF4-FFF2-40B4-BE49-F238E27FC236}">
                      <a16:creationId xmlns:a16="http://schemas.microsoft.com/office/drawing/2014/main" id="{175E547C-4DF2-4010-A85D-7C2F6E73C80D}"/>
                    </a:ext>
                  </a:extLst>
                </p:cNvPr>
                <p:cNvSpPr/>
                <p:nvPr/>
              </p:nvSpPr>
              <p:spPr>
                <a:xfrm>
                  <a:off x="4676621" y="2926994"/>
                  <a:ext cx="37550" cy="2394576"/>
                </a:xfrm>
                <a:custGeom>
                  <a:avLst/>
                  <a:gdLst>
                    <a:gd name="connsiteX0" fmla="*/ 0 w 100173"/>
                    <a:gd name="connsiteY0" fmla="*/ 6392581 h 6387957"/>
                    <a:gd name="connsiteX1" fmla="*/ 0 w 100173"/>
                    <a:gd name="connsiteY1" fmla="*/ 0 h 6387957"/>
                    <a:gd name="connsiteX2" fmla="*/ 103255 w 100173"/>
                    <a:gd name="connsiteY2" fmla="*/ 0 h 6387957"/>
                    <a:gd name="connsiteX3" fmla="*/ 103255 w 100173"/>
                    <a:gd name="connsiteY3" fmla="*/ 6392581 h 6387957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</a:cxnLst>
                  <a:rect l="l" t="t" r="r" b="b"/>
                  <a:pathLst>
                    <a:path w="100173" h="6387957">
                      <a:moveTo>
                        <a:pt x="0" y="6392581"/>
                      </a:moveTo>
                      <a:cubicBezTo>
                        <a:pt x="0" y="4261207"/>
                        <a:pt x="0" y="2131374"/>
                        <a:pt x="0" y="0"/>
                      </a:cubicBezTo>
                      <a:cubicBezTo>
                        <a:pt x="34675" y="0"/>
                        <a:pt x="67809" y="0"/>
                        <a:pt x="103255" y="0"/>
                      </a:cubicBezTo>
                      <a:cubicBezTo>
                        <a:pt x="103255" y="2130603"/>
                        <a:pt x="103255" y="4260437"/>
                        <a:pt x="103255" y="6392581"/>
                      </a:cubicBezTo>
                    </a:path>
                  </a:pathLst>
                </a:custGeom>
                <a:grpFill/>
                <a:ln w="7704" cap="flat">
                  <a:noFill/>
                  <a:prstDash val="solid"/>
                  <a:miter/>
                </a:ln>
              </p:spPr>
              <p:txBody>
                <a:bodyPr rtlCol="0" anchor="ctr"/>
                <a:lstStyle/>
                <a:p>
                  <a:endParaRPr lang="en-US" dirty="0">
                    <a:solidFill>
                      <a:srgbClr val="C00000"/>
                    </a:solidFill>
                    <a:latin typeface="Times New Roman" panose="02020603050405020304" pitchFamily="18" charset="0"/>
                    <a:cs typeface="Times New Roman" pitchFamily="18" charset="0"/>
                  </a:endParaRPr>
                </a:p>
              </p:txBody>
            </p:sp>
            <p:sp>
              <p:nvSpPr>
                <p:cNvPr id="7" name="Freeform: Shape 6">
                  <a:extLst>
                    <a:ext uri="{FF2B5EF4-FFF2-40B4-BE49-F238E27FC236}">
                      <a16:creationId xmlns:a16="http://schemas.microsoft.com/office/drawing/2014/main" id="{3F8BF4F1-A2B9-4C23-BC26-20CA699DD57A}"/>
                    </a:ext>
                  </a:extLst>
                </p:cNvPr>
                <p:cNvSpPr/>
                <p:nvPr/>
              </p:nvSpPr>
              <p:spPr>
                <a:xfrm>
                  <a:off x="5706626" y="2927282"/>
                  <a:ext cx="109764" cy="2394576"/>
                </a:xfrm>
                <a:custGeom>
                  <a:avLst/>
                  <a:gdLst>
                    <a:gd name="connsiteX0" fmla="*/ 0 w 292813"/>
                    <a:gd name="connsiteY0" fmla="*/ 6392581 h 6387957"/>
                    <a:gd name="connsiteX1" fmla="*/ 0 w 292813"/>
                    <a:gd name="connsiteY1" fmla="*/ 0 h 6387957"/>
                    <a:gd name="connsiteX2" fmla="*/ 295125 w 292813"/>
                    <a:gd name="connsiteY2" fmla="*/ 0 h 6387957"/>
                    <a:gd name="connsiteX3" fmla="*/ 295125 w 292813"/>
                    <a:gd name="connsiteY3" fmla="*/ 6392581 h 6387957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</a:cxnLst>
                  <a:rect l="l" t="t" r="r" b="b"/>
                  <a:pathLst>
                    <a:path w="292813" h="6387957">
                      <a:moveTo>
                        <a:pt x="0" y="6392581"/>
                      </a:moveTo>
                      <a:cubicBezTo>
                        <a:pt x="0" y="4261978"/>
                        <a:pt x="0" y="2132145"/>
                        <a:pt x="0" y="0"/>
                      </a:cubicBezTo>
                      <a:cubicBezTo>
                        <a:pt x="97091" y="0"/>
                        <a:pt x="194952" y="0"/>
                        <a:pt x="295125" y="0"/>
                      </a:cubicBezTo>
                      <a:cubicBezTo>
                        <a:pt x="295125" y="2130603"/>
                        <a:pt x="295125" y="4259666"/>
                        <a:pt x="295125" y="6392581"/>
                      </a:cubicBezTo>
                    </a:path>
                  </a:pathLst>
                </a:custGeom>
                <a:grpFill/>
                <a:ln w="7704" cap="flat">
                  <a:noFill/>
                  <a:prstDash val="solid"/>
                  <a:miter/>
                </a:ln>
              </p:spPr>
              <p:txBody>
                <a:bodyPr rtlCol="0" anchor="ctr"/>
                <a:lstStyle/>
                <a:p>
                  <a:endParaRPr lang="en-US" dirty="0">
                    <a:solidFill>
                      <a:srgbClr val="C00000"/>
                    </a:solidFill>
                    <a:latin typeface="Times New Roman" panose="02020603050405020304" pitchFamily="18" charset="0"/>
                    <a:cs typeface="Times New Roman" pitchFamily="18" charset="0"/>
                  </a:endParaRPr>
                </a:p>
              </p:txBody>
            </p:sp>
            <p:sp>
              <p:nvSpPr>
                <p:cNvPr id="8" name="Freeform: Shape 7">
                  <a:extLst>
                    <a:ext uri="{FF2B5EF4-FFF2-40B4-BE49-F238E27FC236}">
                      <a16:creationId xmlns:a16="http://schemas.microsoft.com/office/drawing/2014/main" id="{1BB7A337-F067-4346-AD27-97742504B3F6}"/>
                    </a:ext>
                  </a:extLst>
                </p:cNvPr>
                <p:cNvSpPr/>
                <p:nvPr/>
              </p:nvSpPr>
              <p:spPr>
                <a:xfrm>
                  <a:off x="5022376" y="2926994"/>
                  <a:ext cx="75101" cy="2394576"/>
                </a:xfrm>
                <a:custGeom>
                  <a:avLst/>
                  <a:gdLst>
                    <a:gd name="connsiteX0" fmla="*/ 0 w 200346"/>
                    <a:gd name="connsiteY0" fmla="*/ 6392581 h 6387957"/>
                    <a:gd name="connsiteX1" fmla="*/ 0 w 200346"/>
                    <a:gd name="connsiteY1" fmla="*/ 0 h 6387957"/>
                    <a:gd name="connsiteX2" fmla="*/ 201117 w 200346"/>
                    <a:gd name="connsiteY2" fmla="*/ 0 h 6387957"/>
                    <a:gd name="connsiteX3" fmla="*/ 201117 w 200346"/>
                    <a:gd name="connsiteY3" fmla="*/ 6392581 h 6387957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</a:cxnLst>
                  <a:rect l="l" t="t" r="r" b="b"/>
                  <a:pathLst>
                    <a:path w="200346" h="6387957">
                      <a:moveTo>
                        <a:pt x="0" y="6392581"/>
                      </a:moveTo>
                      <a:cubicBezTo>
                        <a:pt x="0" y="4261207"/>
                        <a:pt x="0" y="2132145"/>
                        <a:pt x="0" y="0"/>
                      </a:cubicBezTo>
                      <a:cubicBezTo>
                        <a:pt x="67039" y="0"/>
                        <a:pt x="133307" y="0"/>
                        <a:pt x="201117" y="0"/>
                      </a:cubicBezTo>
                      <a:cubicBezTo>
                        <a:pt x="201117" y="2131374"/>
                        <a:pt x="201117" y="4260437"/>
                        <a:pt x="201117" y="6392581"/>
                      </a:cubicBezTo>
                    </a:path>
                  </a:pathLst>
                </a:custGeom>
                <a:grpFill/>
                <a:ln w="7704" cap="flat">
                  <a:noFill/>
                  <a:prstDash val="solid"/>
                  <a:miter/>
                </a:ln>
              </p:spPr>
              <p:txBody>
                <a:bodyPr rtlCol="0" anchor="ctr"/>
                <a:lstStyle/>
                <a:p>
                  <a:endParaRPr lang="en-US" dirty="0">
                    <a:solidFill>
                      <a:srgbClr val="C00000"/>
                    </a:solidFill>
                    <a:latin typeface="Times New Roman" panose="02020603050405020304" pitchFamily="18" charset="0"/>
                    <a:cs typeface="Times New Roman" pitchFamily="18" charset="0"/>
                  </a:endParaRPr>
                </a:p>
              </p:txBody>
            </p:sp>
            <p:sp>
              <p:nvSpPr>
                <p:cNvPr id="9" name="Freeform: Shape 8">
                  <a:extLst>
                    <a:ext uri="{FF2B5EF4-FFF2-40B4-BE49-F238E27FC236}">
                      <a16:creationId xmlns:a16="http://schemas.microsoft.com/office/drawing/2014/main" id="{8E795506-C19E-4D33-8ECE-0DF520B3AEFE}"/>
                    </a:ext>
                  </a:extLst>
                </p:cNvPr>
                <p:cNvSpPr/>
                <p:nvPr/>
              </p:nvSpPr>
              <p:spPr>
                <a:xfrm>
                  <a:off x="4877829" y="2926994"/>
                  <a:ext cx="72212" cy="2394576"/>
                </a:xfrm>
                <a:custGeom>
                  <a:avLst/>
                  <a:gdLst>
                    <a:gd name="connsiteX0" fmla="*/ 0 w 192640"/>
                    <a:gd name="connsiteY0" fmla="*/ 6392581 h 6387957"/>
                    <a:gd name="connsiteX1" fmla="*/ 0 w 192640"/>
                    <a:gd name="connsiteY1" fmla="*/ 0 h 6387957"/>
                    <a:gd name="connsiteX2" fmla="*/ 198805 w 192640"/>
                    <a:gd name="connsiteY2" fmla="*/ 0 h 6387957"/>
                    <a:gd name="connsiteX3" fmla="*/ 198805 w 192640"/>
                    <a:gd name="connsiteY3" fmla="*/ 6392581 h 6387957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</a:cxnLst>
                  <a:rect l="l" t="t" r="r" b="b"/>
                  <a:pathLst>
                    <a:path w="192640" h="6387957">
                      <a:moveTo>
                        <a:pt x="0" y="6392581"/>
                      </a:moveTo>
                      <a:cubicBezTo>
                        <a:pt x="0" y="4261207"/>
                        <a:pt x="0" y="2131374"/>
                        <a:pt x="0" y="0"/>
                      </a:cubicBezTo>
                      <a:cubicBezTo>
                        <a:pt x="67039" y="0"/>
                        <a:pt x="131766" y="0"/>
                        <a:pt x="198805" y="0"/>
                      </a:cubicBezTo>
                      <a:cubicBezTo>
                        <a:pt x="198805" y="2130603"/>
                        <a:pt x="198805" y="4260437"/>
                        <a:pt x="198805" y="6392581"/>
                      </a:cubicBezTo>
                    </a:path>
                  </a:pathLst>
                </a:custGeom>
                <a:grpFill/>
                <a:ln w="7704" cap="flat">
                  <a:noFill/>
                  <a:prstDash val="solid"/>
                  <a:miter/>
                </a:ln>
              </p:spPr>
              <p:txBody>
                <a:bodyPr rtlCol="0" anchor="ctr"/>
                <a:lstStyle/>
                <a:p>
                  <a:endParaRPr lang="en-US" dirty="0">
                    <a:solidFill>
                      <a:srgbClr val="C00000"/>
                    </a:solidFill>
                    <a:latin typeface="Times New Roman" panose="02020603050405020304" pitchFamily="18" charset="0"/>
                    <a:cs typeface="Times New Roman" pitchFamily="18" charset="0"/>
                  </a:endParaRPr>
                </a:p>
              </p:txBody>
            </p:sp>
            <p:sp>
              <p:nvSpPr>
                <p:cNvPr id="10" name="Freeform: Shape 9">
                  <a:extLst>
                    <a:ext uri="{FF2B5EF4-FFF2-40B4-BE49-F238E27FC236}">
                      <a16:creationId xmlns:a16="http://schemas.microsoft.com/office/drawing/2014/main" id="{3735ADE9-DFBC-40FF-A853-DDEAE403ED0E}"/>
                    </a:ext>
                  </a:extLst>
                </p:cNvPr>
                <p:cNvSpPr/>
                <p:nvPr/>
              </p:nvSpPr>
              <p:spPr>
                <a:xfrm>
                  <a:off x="4559765" y="2926994"/>
                  <a:ext cx="72212" cy="2394576"/>
                </a:xfrm>
                <a:custGeom>
                  <a:avLst/>
                  <a:gdLst>
                    <a:gd name="connsiteX0" fmla="*/ 0 w 192640"/>
                    <a:gd name="connsiteY0" fmla="*/ 6393351 h 6387957"/>
                    <a:gd name="connsiteX1" fmla="*/ 0 w 192640"/>
                    <a:gd name="connsiteY1" fmla="*/ 0 h 6387957"/>
                    <a:gd name="connsiteX2" fmla="*/ 198034 w 192640"/>
                    <a:gd name="connsiteY2" fmla="*/ 0 h 6387957"/>
                    <a:gd name="connsiteX3" fmla="*/ 198034 w 192640"/>
                    <a:gd name="connsiteY3" fmla="*/ 6393351 h 6387957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</a:cxnLst>
                  <a:rect l="l" t="t" r="r" b="b"/>
                  <a:pathLst>
                    <a:path w="192640" h="6387957">
                      <a:moveTo>
                        <a:pt x="0" y="6393351"/>
                      </a:moveTo>
                      <a:cubicBezTo>
                        <a:pt x="0" y="4261207"/>
                        <a:pt x="0" y="2132145"/>
                        <a:pt x="0" y="0"/>
                      </a:cubicBezTo>
                      <a:cubicBezTo>
                        <a:pt x="67039" y="0"/>
                        <a:pt x="131766" y="0"/>
                        <a:pt x="198034" y="0"/>
                      </a:cubicBezTo>
                      <a:cubicBezTo>
                        <a:pt x="198034" y="2132145"/>
                        <a:pt x="198034" y="4261207"/>
                        <a:pt x="198034" y="6393351"/>
                      </a:cubicBezTo>
                    </a:path>
                  </a:pathLst>
                </a:custGeom>
                <a:grpFill/>
                <a:ln w="7704" cap="flat">
                  <a:noFill/>
                  <a:prstDash val="solid"/>
                  <a:miter/>
                </a:ln>
              </p:spPr>
              <p:txBody>
                <a:bodyPr rtlCol="0" anchor="ctr"/>
                <a:lstStyle/>
                <a:p>
                  <a:endParaRPr lang="en-US" dirty="0">
                    <a:solidFill>
                      <a:srgbClr val="C00000"/>
                    </a:solidFill>
                    <a:latin typeface="Times New Roman" panose="02020603050405020304" pitchFamily="18" charset="0"/>
                    <a:cs typeface="Times New Roman" pitchFamily="18" charset="0"/>
                  </a:endParaRPr>
                </a:p>
              </p:txBody>
            </p:sp>
            <p:sp>
              <p:nvSpPr>
                <p:cNvPr id="11" name="Freeform: Shape 10">
                  <a:extLst>
                    <a:ext uri="{FF2B5EF4-FFF2-40B4-BE49-F238E27FC236}">
                      <a16:creationId xmlns:a16="http://schemas.microsoft.com/office/drawing/2014/main" id="{45B816DB-E16D-434D-9DDC-1E4BB22E411A}"/>
                    </a:ext>
                  </a:extLst>
                </p:cNvPr>
                <p:cNvSpPr/>
                <p:nvPr/>
              </p:nvSpPr>
              <p:spPr>
                <a:xfrm>
                  <a:off x="4433987" y="2926705"/>
                  <a:ext cx="37550" cy="2567886"/>
                </a:xfrm>
                <a:custGeom>
                  <a:avLst/>
                  <a:gdLst>
                    <a:gd name="connsiteX0" fmla="*/ 0 w 100173"/>
                    <a:gd name="connsiteY0" fmla="*/ 6854918 h 6850294"/>
                    <a:gd name="connsiteX1" fmla="*/ 0 w 100173"/>
                    <a:gd name="connsiteY1" fmla="*/ 0 h 6850294"/>
                    <a:gd name="connsiteX2" fmla="*/ 103255 w 100173"/>
                    <a:gd name="connsiteY2" fmla="*/ 0 h 6850294"/>
                    <a:gd name="connsiteX3" fmla="*/ 103255 w 100173"/>
                    <a:gd name="connsiteY3" fmla="*/ 6854918 h 6850294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</a:cxnLst>
                  <a:rect l="l" t="t" r="r" b="b"/>
                  <a:pathLst>
                    <a:path w="100173" h="6850294">
                      <a:moveTo>
                        <a:pt x="0" y="6854918"/>
                      </a:moveTo>
                      <a:cubicBezTo>
                        <a:pt x="0" y="4570202"/>
                        <a:pt x="0" y="2286257"/>
                        <a:pt x="0" y="0"/>
                      </a:cubicBezTo>
                      <a:cubicBezTo>
                        <a:pt x="34675" y="0"/>
                        <a:pt x="67809" y="0"/>
                        <a:pt x="103255" y="0"/>
                      </a:cubicBezTo>
                      <a:cubicBezTo>
                        <a:pt x="103255" y="2284716"/>
                        <a:pt x="103255" y="4567891"/>
                        <a:pt x="103255" y="6854918"/>
                      </a:cubicBezTo>
                    </a:path>
                  </a:pathLst>
                </a:custGeom>
                <a:grpFill/>
                <a:ln w="7704" cap="flat">
                  <a:noFill/>
                  <a:prstDash val="solid"/>
                  <a:miter/>
                </a:ln>
              </p:spPr>
              <p:txBody>
                <a:bodyPr rtlCol="0" anchor="ctr"/>
                <a:lstStyle/>
                <a:p>
                  <a:endParaRPr lang="en-US" dirty="0">
                    <a:solidFill>
                      <a:srgbClr val="C00000"/>
                    </a:solidFill>
                    <a:latin typeface="Times New Roman" panose="02020603050405020304" pitchFamily="18" charset="0"/>
                    <a:cs typeface="Times New Roman" pitchFamily="18" charset="0"/>
                  </a:endParaRPr>
                </a:p>
              </p:txBody>
            </p:sp>
            <p:sp>
              <p:nvSpPr>
                <p:cNvPr id="12" name="Freeform: Shape 11">
                  <a:extLst>
                    <a:ext uri="{FF2B5EF4-FFF2-40B4-BE49-F238E27FC236}">
                      <a16:creationId xmlns:a16="http://schemas.microsoft.com/office/drawing/2014/main" id="{D5D6C9B3-F26D-4538-B939-0107B961839D}"/>
                    </a:ext>
                  </a:extLst>
                </p:cNvPr>
                <p:cNvSpPr/>
                <p:nvPr/>
              </p:nvSpPr>
              <p:spPr>
                <a:xfrm>
                  <a:off x="4366684" y="2927282"/>
                  <a:ext cx="37550" cy="2567886"/>
                </a:xfrm>
                <a:custGeom>
                  <a:avLst/>
                  <a:gdLst>
                    <a:gd name="connsiteX0" fmla="*/ 0 w 100173"/>
                    <a:gd name="connsiteY0" fmla="*/ 6854148 h 6850294"/>
                    <a:gd name="connsiteX1" fmla="*/ 0 w 100173"/>
                    <a:gd name="connsiteY1" fmla="*/ 0 h 6850294"/>
                    <a:gd name="connsiteX2" fmla="*/ 103255 w 100173"/>
                    <a:gd name="connsiteY2" fmla="*/ 0 h 6850294"/>
                    <a:gd name="connsiteX3" fmla="*/ 103255 w 100173"/>
                    <a:gd name="connsiteY3" fmla="*/ 6854918 h 6850294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</a:cxnLst>
                  <a:rect l="l" t="t" r="r" b="b"/>
                  <a:pathLst>
                    <a:path w="100173" h="6850294">
                      <a:moveTo>
                        <a:pt x="0" y="6854148"/>
                      </a:moveTo>
                      <a:cubicBezTo>
                        <a:pt x="0" y="4569432"/>
                        <a:pt x="0" y="2286257"/>
                        <a:pt x="0" y="0"/>
                      </a:cubicBezTo>
                      <a:cubicBezTo>
                        <a:pt x="33905" y="0"/>
                        <a:pt x="67809" y="0"/>
                        <a:pt x="103255" y="0"/>
                      </a:cubicBezTo>
                      <a:cubicBezTo>
                        <a:pt x="103255" y="2285486"/>
                        <a:pt x="103255" y="4568661"/>
                        <a:pt x="103255" y="6854918"/>
                      </a:cubicBezTo>
                    </a:path>
                  </a:pathLst>
                </a:custGeom>
                <a:grpFill/>
                <a:ln w="7704" cap="flat">
                  <a:noFill/>
                  <a:prstDash val="solid"/>
                  <a:miter/>
                </a:ln>
              </p:spPr>
              <p:txBody>
                <a:bodyPr rtlCol="0" anchor="ctr"/>
                <a:lstStyle/>
                <a:p>
                  <a:endParaRPr lang="en-US" dirty="0">
                    <a:solidFill>
                      <a:srgbClr val="C00000"/>
                    </a:solidFill>
                    <a:latin typeface="Times New Roman" panose="02020603050405020304" pitchFamily="18" charset="0"/>
                    <a:cs typeface="Times New Roman" pitchFamily="18" charset="0"/>
                  </a:endParaRPr>
                </a:p>
              </p:txBody>
            </p:sp>
            <p:sp>
              <p:nvSpPr>
                <p:cNvPr id="13" name="Freeform: Shape 12">
                  <a:extLst>
                    <a:ext uri="{FF2B5EF4-FFF2-40B4-BE49-F238E27FC236}">
                      <a16:creationId xmlns:a16="http://schemas.microsoft.com/office/drawing/2014/main" id="{EC07D1C9-009A-483F-95D8-AE22DC2CD8D8}"/>
                    </a:ext>
                  </a:extLst>
                </p:cNvPr>
                <p:cNvSpPr/>
                <p:nvPr/>
              </p:nvSpPr>
              <p:spPr>
                <a:xfrm>
                  <a:off x="5957386" y="2926705"/>
                  <a:ext cx="37550" cy="2567886"/>
                </a:xfrm>
                <a:custGeom>
                  <a:avLst/>
                  <a:gdLst>
                    <a:gd name="connsiteX0" fmla="*/ 0 w 100173"/>
                    <a:gd name="connsiteY0" fmla="*/ 6854918 h 6850294"/>
                    <a:gd name="connsiteX1" fmla="*/ 0 w 100173"/>
                    <a:gd name="connsiteY1" fmla="*/ 0 h 6850294"/>
                    <a:gd name="connsiteX2" fmla="*/ 103255 w 100173"/>
                    <a:gd name="connsiteY2" fmla="*/ 0 h 6850294"/>
                    <a:gd name="connsiteX3" fmla="*/ 103255 w 100173"/>
                    <a:gd name="connsiteY3" fmla="*/ 6854918 h 6850294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</a:cxnLst>
                  <a:rect l="l" t="t" r="r" b="b"/>
                  <a:pathLst>
                    <a:path w="100173" h="6850294">
                      <a:moveTo>
                        <a:pt x="0" y="6854918"/>
                      </a:moveTo>
                      <a:cubicBezTo>
                        <a:pt x="0" y="4570202"/>
                        <a:pt x="0" y="2286257"/>
                        <a:pt x="0" y="0"/>
                      </a:cubicBezTo>
                      <a:cubicBezTo>
                        <a:pt x="34675" y="0"/>
                        <a:pt x="67809" y="0"/>
                        <a:pt x="103255" y="0"/>
                      </a:cubicBezTo>
                      <a:cubicBezTo>
                        <a:pt x="103255" y="2283945"/>
                        <a:pt x="103255" y="4567891"/>
                        <a:pt x="103255" y="6854918"/>
                      </a:cubicBezTo>
                    </a:path>
                  </a:pathLst>
                </a:custGeom>
                <a:grpFill/>
                <a:ln w="7704" cap="flat">
                  <a:noFill/>
                  <a:prstDash val="solid"/>
                  <a:miter/>
                </a:ln>
              </p:spPr>
              <p:txBody>
                <a:bodyPr rtlCol="0" anchor="ctr"/>
                <a:lstStyle/>
                <a:p>
                  <a:endParaRPr lang="en-US" dirty="0">
                    <a:solidFill>
                      <a:srgbClr val="C00000"/>
                    </a:solidFill>
                    <a:latin typeface="Times New Roman" panose="02020603050405020304" pitchFamily="18" charset="0"/>
                    <a:cs typeface="Times New Roman" pitchFamily="18" charset="0"/>
                  </a:endParaRPr>
                </a:p>
              </p:txBody>
            </p:sp>
            <p:sp>
              <p:nvSpPr>
                <p:cNvPr id="14" name="Freeform: Shape 13">
                  <a:extLst>
                    <a:ext uri="{FF2B5EF4-FFF2-40B4-BE49-F238E27FC236}">
                      <a16:creationId xmlns:a16="http://schemas.microsoft.com/office/drawing/2014/main" id="{F54B353B-E09D-4957-842E-D8AD4D49A921}"/>
                    </a:ext>
                  </a:extLst>
                </p:cNvPr>
                <p:cNvSpPr/>
                <p:nvPr/>
              </p:nvSpPr>
              <p:spPr>
                <a:xfrm>
                  <a:off x="6024689" y="2926127"/>
                  <a:ext cx="37550" cy="2567886"/>
                </a:xfrm>
                <a:custGeom>
                  <a:avLst/>
                  <a:gdLst>
                    <a:gd name="connsiteX0" fmla="*/ 0 w 100173"/>
                    <a:gd name="connsiteY0" fmla="*/ 6857230 h 6850294"/>
                    <a:gd name="connsiteX1" fmla="*/ 0 w 100173"/>
                    <a:gd name="connsiteY1" fmla="*/ 0 h 6850294"/>
                    <a:gd name="connsiteX2" fmla="*/ 52398 w 100173"/>
                    <a:gd name="connsiteY2" fmla="*/ 0 h 6850294"/>
                    <a:gd name="connsiteX3" fmla="*/ 103255 w 100173"/>
                    <a:gd name="connsiteY3" fmla="*/ 0 h 6850294"/>
                    <a:gd name="connsiteX4" fmla="*/ 103255 w 100173"/>
                    <a:gd name="connsiteY4" fmla="*/ 6857230 h 6850294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  <a:cxn ang="0">
                      <a:pos x="connsiteX4" y="connsiteY4"/>
                    </a:cxn>
                  </a:cxnLst>
                  <a:rect l="l" t="t" r="r" b="b"/>
                  <a:pathLst>
                    <a:path w="100173" h="6850294">
                      <a:moveTo>
                        <a:pt x="0" y="6857230"/>
                      </a:moveTo>
                      <a:cubicBezTo>
                        <a:pt x="0" y="4572514"/>
                        <a:pt x="0" y="2288569"/>
                        <a:pt x="0" y="0"/>
                      </a:cubicBezTo>
                      <a:cubicBezTo>
                        <a:pt x="17723" y="0"/>
                        <a:pt x="34675" y="0"/>
                        <a:pt x="52398" y="0"/>
                      </a:cubicBezTo>
                      <a:cubicBezTo>
                        <a:pt x="68580" y="0"/>
                        <a:pt x="84762" y="0"/>
                        <a:pt x="103255" y="0"/>
                      </a:cubicBezTo>
                      <a:cubicBezTo>
                        <a:pt x="103255" y="2287798"/>
                        <a:pt x="103255" y="4571743"/>
                        <a:pt x="103255" y="6857230"/>
                      </a:cubicBezTo>
                    </a:path>
                  </a:pathLst>
                </a:custGeom>
                <a:grpFill/>
                <a:ln w="7704" cap="flat">
                  <a:noFill/>
                  <a:prstDash val="solid"/>
                  <a:miter/>
                </a:ln>
              </p:spPr>
              <p:txBody>
                <a:bodyPr rtlCol="0" anchor="ctr"/>
                <a:lstStyle/>
                <a:p>
                  <a:endParaRPr lang="en-US" dirty="0">
                    <a:solidFill>
                      <a:srgbClr val="C00000"/>
                    </a:solidFill>
                    <a:latin typeface="Times New Roman" panose="02020603050405020304" pitchFamily="18" charset="0"/>
                    <a:cs typeface="Times New Roman" pitchFamily="18" charset="0"/>
                  </a:endParaRPr>
                </a:p>
              </p:txBody>
            </p:sp>
            <p:sp>
              <p:nvSpPr>
                <p:cNvPr id="15" name="Freeform: Shape 14">
                  <a:extLst>
                    <a:ext uri="{FF2B5EF4-FFF2-40B4-BE49-F238E27FC236}">
                      <a16:creationId xmlns:a16="http://schemas.microsoft.com/office/drawing/2014/main" id="{C60F81BD-F891-48DF-8E0D-BDC05CBC7452}"/>
                    </a:ext>
                  </a:extLst>
                </p:cNvPr>
                <p:cNvSpPr/>
                <p:nvPr/>
              </p:nvSpPr>
              <p:spPr>
                <a:xfrm>
                  <a:off x="5890084" y="2926994"/>
                  <a:ext cx="37550" cy="2394576"/>
                </a:xfrm>
                <a:custGeom>
                  <a:avLst/>
                  <a:gdLst>
                    <a:gd name="connsiteX0" fmla="*/ 0 w 100173"/>
                    <a:gd name="connsiteY0" fmla="*/ 6392581 h 6387957"/>
                    <a:gd name="connsiteX1" fmla="*/ 0 w 100173"/>
                    <a:gd name="connsiteY1" fmla="*/ 0 h 6387957"/>
                    <a:gd name="connsiteX2" fmla="*/ 101714 w 100173"/>
                    <a:gd name="connsiteY2" fmla="*/ 0 h 6387957"/>
                    <a:gd name="connsiteX3" fmla="*/ 101714 w 100173"/>
                    <a:gd name="connsiteY3" fmla="*/ 6392581 h 6387957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</a:cxnLst>
                  <a:rect l="l" t="t" r="r" b="b"/>
                  <a:pathLst>
                    <a:path w="100173" h="6387957">
                      <a:moveTo>
                        <a:pt x="0" y="6392581"/>
                      </a:moveTo>
                      <a:cubicBezTo>
                        <a:pt x="0" y="4262748"/>
                        <a:pt x="0" y="2132145"/>
                        <a:pt x="0" y="0"/>
                      </a:cubicBezTo>
                      <a:cubicBezTo>
                        <a:pt x="33904" y="0"/>
                        <a:pt x="67039" y="0"/>
                        <a:pt x="101714" y="0"/>
                      </a:cubicBezTo>
                      <a:cubicBezTo>
                        <a:pt x="101714" y="2130603"/>
                        <a:pt x="101714" y="4260437"/>
                        <a:pt x="101714" y="6392581"/>
                      </a:cubicBezTo>
                    </a:path>
                  </a:pathLst>
                </a:custGeom>
                <a:grpFill/>
                <a:ln w="7704" cap="flat">
                  <a:noFill/>
                  <a:prstDash val="solid"/>
                  <a:miter/>
                </a:ln>
              </p:spPr>
              <p:txBody>
                <a:bodyPr rtlCol="0" anchor="ctr"/>
                <a:lstStyle/>
                <a:p>
                  <a:endParaRPr lang="en-US" dirty="0">
                    <a:solidFill>
                      <a:srgbClr val="C00000"/>
                    </a:solidFill>
                    <a:latin typeface="Times New Roman" panose="02020603050405020304" pitchFamily="18" charset="0"/>
                    <a:cs typeface="Times New Roman" pitchFamily="18" charset="0"/>
                  </a:endParaRPr>
                </a:p>
              </p:txBody>
            </p:sp>
            <p:sp>
              <p:nvSpPr>
                <p:cNvPr id="16" name="Freeform: Shape 15">
                  <a:extLst>
                    <a:ext uri="{FF2B5EF4-FFF2-40B4-BE49-F238E27FC236}">
                      <a16:creationId xmlns:a16="http://schemas.microsoft.com/office/drawing/2014/main" id="{09F9B5B4-A975-4BC1-A4E4-F4869117A798}"/>
                    </a:ext>
                  </a:extLst>
                </p:cNvPr>
                <p:cNvSpPr/>
                <p:nvPr/>
              </p:nvSpPr>
              <p:spPr>
                <a:xfrm>
                  <a:off x="6091991" y="2926994"/>
                  <a:ext cx="37550" cy="2394576"/>
                </a:xfrm>
                <a:custGeom>
                  <a:avLst/>
                  <a:gdLst>
                    <a:gd name="connsiteX0" fmla="*/ 0 w 100173"/>
                    <a:gd name="connsiteY0" fmla="*/ 6393351 h 6387957"/>
                    <a:gd name="connsiteX1" fmla="*/ 0 w 100173"/>
                    <a:gd name="connsiteY1" fmla="*/ 0 h 6387957"/>
                    <a:gd name="connsiteX2" fmla="*/ 103255 w 100173"/>
                    <a:gd name="connsiteY2" fmla="*/ 0 h 6387957"/>
                    <a:gd name="connsiteX3" fmla="*/ 103255 w 100173"/>
                    <a:gd name="connsiteY3" fmla="*/ 6393351 h 6387957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</a:cxnLst>
                  <a:rect l="l" t="t" r="r" b="b"/>
                  <a:pathLst>
                    <a:path w="100173" h="6387957">
                      <a:moveTo>
                        <a:pt x="0" y="6393351"/>
                      </a:moveTo>
                      <a:cubicBezTo>
                        <a:pt x="0" y="4261978"/>
                        <a:pt x="0" y="2132915"/>
                        <a:pt x="0" y="0"/>
                      </a:cubicBezTo>
                      <a:cubicBezTo>
                        <a:pt x="34675" y="0"/>
                        <a:pt x="67809" y="0"/>
                        <a:pt x="103255" y="0"/>
                      </a:cubicBezTo>
                      <a:cubicBezTo>
                        <a:pt x="103255" y="2131374"/>
                        <a:pt x="103255" y="4261207"/>
                        <a:pt x="103255" y="6393351"/>
                      </a:cubicBezTo>
                    </a:path>
                  </a:pathLst>
                </a:custGeom>
                <a:grpFill/>
                <a:ln w="7704" cap="flat">
                  <a:noFill/>
                  <a:prstDash val="solid"/>
                  <a:miter/>
                </a:ln>
              </p:spPr>
              <p:txBody>
                <a:bodyPr rtlCol="0" anchor="ctr"/>
                <a:lstStyle/>
                <a:p>
                  <a:endParaRPr lang="en-US" dirty="0">
                    <a:solidFill>
                      <a:srgbClr val="C00000"/>
                    </a:solidFill>
                    <a:latin typeface="Times New Roman" panose="02020603050405020304" pitchFamily="18" charset="0"/>
                    <a:cs typeface="Times New Roman" pitchFamily="18" charset="0"/>
                  </a:endParaRPr>
                </a:p>
              </p:txBody>
            </p:sp>
            <p:sp>
              <p:nvSpPr>
                <p:cNvPr id="17" name="Freeform: Shape 16">
                  <a:extLst>
                    <a:ext uri="{FF2B5EF4-FFF2-40B4-BE49-F238E27FC236}">
                      <a16:creationId xmlns:a16="http://schemas.microsoft.com/office/drawing/2014/main" id="{F0F04A50-70C0-4152-B892-712F604BB364}"/>
                    </a:ext>
                  </a:extLst>
                </p:cNvPr>
                <p:cNvSpPr/>
                <p:nvPr/>
              </p:nvSpPr>
              <p:spPr>
                <a:xfrm>
                  <a:off x="7139759" y="2926994"/>
                  <a:ext cx="109764" cy="2394576"/>
                </a:xfrm>
                <a:custGeom>
                  <a:avLst/>
                  <a:gdLst>
                    <a:gd name="connsiteX0" fmla="*/ 0 w 292813"/>
                    <a:gd name="connsiteY0" fmla="*/ 6393351 h 6387957"/>
                    <a:gd name="connsiteX1" fmla="*/ 0 w 292813"/>
                    <a:gd name="connsiteY1" fmla="*/ 0 h 6387957"/>
                    <a:gd name="connsiteX2" fmla="*/ 295125 w 292813"/>
                    <a:gd name="connsiteY2" fmla="*/ 0 h 6387957"/>
                    <a:gd name="connsiteX3" fmla="*/ 295125 w 292813"/>
                    <a:gd name="connsiteY3" fmla="*/ 6393351 h 6387957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</a:cxnLst>
                  <a:rect l="l" t="t" r="r" b="b"/>
                  <a:pathLst>
                    <a:path w="292813" h="6387957">
                      <a:moveTo>
                        <a:pt x="0" y="6393351"/>
                      </a:moveTo>
                      <a:cubicBezTo>
                        <a:pt x="0" y="4261207"/>
                        <a:pt x="0" y="2131374"/>
                        <a:pt x="0" y="0"/>
                      </a:cubicBezTo>
                      <a:cubicBezTo>
                        <a:pt x="99403" y="0"/>
                        <a:pt x="196493" y="0"/>
                        <a:pt x="295125" y="0"/>
                      </a:cubicBezTo>
                      <a:cubicBezTo>
                        <a:pt x="295125" y="2132145"/>
                        <a:pt x="295125" y="4261207"/>
                        <a:pt x="295125" y="6393351"/>
                      </a:cubicBezTo>
                    </a:path>
                  </a:pathLst>
                </a:custGeom>
                <a:grpFill/>
                <a:ln w="7704" cap="flat">
                  <a:noFill/>
                  <a:prstDash val="solid"/>
                  <a:miter/>
                </a:ln>
              </p:spPr>
              <p:txBody>
                <a:bodyPr rtlCol="0" anchor="ctr"/>
                <a:lstStyle/>
                <a:p>
                  <a:endParaRPr lang="en-US" dirty="0">
                    <a:solidFill>
                      <a:srgbClr val="C00000"/>
                    </a:solidFill>
                    <a:latin typeface="Times New Roman" panose="02020603050405020304" pitchFamily="18" charset="0"/>
                    <a:cs typeface="Times New Roman" pitchFamily="18" charset="0"/>
                  </a:endParaRPr>
                </a:p>
              </p:txBody>
            </p:sp>
            <p:sp>
              <p:nvSpPr>
                <p:cNvPr id="18" name="Freeform: Shape 17">
                  <a:extLst>
                    <a:ext uri="{FF2B5EF4-FFF2-40B4-BE49-F238E27FC236}">
                      <a16:creationId xmlns:a16="http://schemas.microsoft.com/office/drawing/2014/main" id="{71D9C88D-AEA2-48F6-AF2B-D383D97E3535}"/>
                    </a:ext>
                  </a:extLst>
                </p:cNvPr>
                <p:cNvSpPr/>
                <p:nvPr/>
              </p:nvSpPr>
              <p:spPr>
                <a:xfrm>
                  <a:off x="7280788" y="2926994"/>
                  <a:ext cx="37550" cy="2394576"/>
                </a:xfrm>
                <a:custGeom>
                  <a:avLst/>
                  <a:gdLst>
                    <a:gd name="connsiteX0" fmla="*/ 0 w 100173"/>
                    <a:gd name="connsiteY0" fmla="*/ 6392581 h 6387957"/>
                    <a:gd name="connsiteX1" fmla="*/ 0 w 100173"/>
                    <a:gd name="connsiteY1" fmla="*/ 0 h 6387957"/>
                    <a:gd name="connsiteX2" fmla="*/ 103255 w 100173"/>
                    <a:gd name="connsiteY2" fmla="*/ 0 h 6387957"/>
                    <a:gd name="connsiteX3" fmla="*/ 103255 w 100173"/>
                    <a:gd name="connsiteY3" fmla="*/ 6392581 h 6387957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</a:cxnLst>
                  <a:rect l="l" t="t" r="r" b="b"/>
                  <a:pathLst>
                    <a:path w="100173" h="6387957">
                      <a:moveTo>
                        <a:pt x="0" y="6392581"/>
                      </a:moveTo>
                      <a:cubicBezTo>
                        <a:pt x="0" y="4261207"/>
                        <a:pt x="0" y="2131374"/>
                        <a:pt x="0" y="0"/>
                      </a:cubicBezTo>
                      <a:cubicBezTo>
                        <a:pt x="34675" y="0"/>
                        <a:pt x="67809" y="0"/>
                        <a:pt x="103255" y="0"/>
                      </a:cubicBezTo>
                      <a:cubicBezTo>
                        <a:pt x="103255" y="2130603"/>
                        <a:pt x="103255" y="4260437"/>
                        <a:pt x="103255" y="6392581"/>
                      </a:cubicBezTo>
                    </a:path>
                  </a:pathLst>
                </a:custGeom>
                <a:grpFill/>
                <a:ln w="7704" cap="flat">
                  <a:noFill/>
                  <a:prstDash val="solid"/>
                  <a:miter/>
                </a:ln>
              </p:spPr>
              <p:txBody>
                <a:bodyPr rtlCol="0" anchor="ctr"/>
                <a:lstStyle/>
                <a:p>
                  <a:endParaRPr lang="en-US" dirty="0">
                    <a:solidFill>
                      <a:srgbClr val="C00000"/>
                    </a:solidFill>
                    <a:latin typeface="Times New Roman" panose="02020603050405020304" pitchFamily="18" charset="0"/>
                    <a:cs typeface="Times New Roman" pitchFamily="18" charset="0"/>
                  </a:endParaRPr>
                </a:p>
              </p:txBody>
            </p:sp>
            <p:sp>
              <p:nvSpPr>
                <p:cNvPr id="19" name="Freeform: Shape 18">
                  <a:extLst>
                    <a:ext uri="{FF2B5EF4-FFF2-40B4-BE49-F238E27FC236}">
                      <a16:creationId xmlns:a16="http://schemas.microsoft.com/office/drawing/2014/main" id="{AB8EEA47-0851-4500-8CE0-169E98978C2E}"/>
                    </a:ext>
                  </a:extLst>
                </p:cNvPr>
                <p:cNvSpPr/>
                <p:nvPr/>
              </p:nvSpPr>
              <p:spPr>
                <a:xfrm>
                  <a:off x="7349773" y="2926994"/>
                  <a:ext cx="109764" cy="2394576"/>
                </a:xfrm>
                <a:custGeom>
                  <a:avLst/>
                  <a:gdLst>
                    <a:gd name="connsiteX0" fmla="*/ 0 w 292813"/>
                    <a:gd name="connsiteY0" fmla="*/ 6393351 h 6387957"/>
                    <a:gd name="connsiteX1" fmla="*/ 0 w 292813"/>
                    <a:gd name="connsiteY1" fmla="*/ 0 h 6387957"/>
                    <a:gd name="connsiteX2" fmla="*/ 295125 w 292813"/>
                    <a:gd name="connsiteY2" fmla="*/ 0 h 6387957"/>
                    <a:gd name="connsiteX3" fmla="*/ 295125 w 292813"/>
                    <a:gd name="connsiteY3" fmla="*/ 6393351 h 6387957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</a:cxnLst>
                  <a:rect l="l" t="t" r="r" b="b"/>
                  <a:pathLst>
                    <a:path w="292813" h="6387957">
                      <a:moveTo>
                        <a:pt x="0" y="6393351"/>
                      </a:moveTo>
                      <a:cubicBezTo>
                        <a:pt x="0" y="4261207"/>
                        <a:pt x="0" y="2132145"/>
                        <a:pt x="0" y="0"/>
                      </a:cubicBezTo>
                      <a:cubicBezTo>
                        <a:pt x="99402" y="0"/>
                        <a:pt x="195722" y="0"/>
                        <a:pt x="295125" y="0"/>
                      </a:cubicBezTo>
                      <a:cubicBezTo>
                        <a:pt x="295125" y="2132145"/>
                        <a:pt x="295125" y="4261207"/>
                        <a:pt x="295125" y="6393351"/>
                      </a:cubicBezTo>
                    </a:path>
                  </a:pathLst>
                </a:custGeom>
                <a:grpFill/>
                <a:ln w="7704" cap="flat">
                  <a:noFill/>
                  <a:prstDash val="solid"/>
                  <a:miter/>
                </a:ln>
              </p:spPr>
              <p:txBody>
                <a:bodyPr rtlCol="0" anchor="ctr"/>
                <a:lstStyle/>
                <a:p>
                  <a:endParaRPr lang="en-US" dirty="0">
                    <a:solidFill>
                      <a:srgbClr val="C00000"/>
                    </a:solidFill>
                    <a:latin typeface="Times New Roman" panose="02020603050405020304" pitchFamily="18" charset="0"/>
                    <a:cs typeface="Times New Roman" pitchFamily="18" charset="0"/>
                  </a:endParaRPr>
                </a:p>
              </p:txBody>
            </p:sp>
            <p:sp>
              <p:nvSpPr>
                <p:cNvPr id="20" name="Freeform: Shape 19">
                  <a:extLst>
                    <a:ext uri="{FF2B5EF4-FFF2-40B4-BE49-F238E27FC236}">
                      <a16:creationId xmlns:a16="http://schemas.microsoft.com/office/drawing/2014/main" id="{99CB024E-C751-4D3B-A1FC-DB08068B1DB8}"/>
                    </a:ext>
                  </a:extLst>
                </p:cNvPr>
                <p:cNvSpPr/>
                <p:nvPr/>
              </p:nvSpPr>
              <p:spPr>
                <a:xfrm>
                  <a:off x="7548511" y="2927282"/>
                  <a:ext cx="41911" cy="2569908"/>
                </a:xfrm>
                <a:custGeom>
                  <a:avLst/>
                  <a:gdLst>
                    <a:gd name="connsiteX0" fmla="*/ 0 w 115584"/>
                    <a:gd name="connsiteY0" fmla="*/ 6753975 h 6850294"/>
                    <a:gd name="connsiteX1" fmla="*/ 13099 w 115584"/>
                    <a:gd name="connsiteY1" fmla="*/ 0 h 6850294"/>
                    <a:gd name="connsiteX2" fmla="*/ 118666 w 115584"/>
                    <a:gd name="connsiteY2" fmla="*/ 0 h 6850294"/>
                    <a:gd name="connsiteX3" fmla="*/ 118666 w 115584"/>
                    <a:gd name="connsiteY3" fmla="*/ 6855688 h 6850294"/>
                    <a:gd name="connsiteX0" fmla="*/ 0 w 111805"/>
                    <a:gd name="connsiteY0" fmla="*/ 6836322 h 6855688"/>
                    <a:gd name="connsiteX1" fmla="*/ 6237 w 111805"/>
                    <a:gd name="connsiteY1" fmla="*/ 0 h 6855688"/>
                    <a:gd name="connsiteX2" fmla="*/ 111804 w 111805"/>
                    <a:gd name="connsiteY2" fmla="*/ 0 h 6855688"/>
                    <a:gd name="connsiteX3" fmla="*/ 111804 w 111805"/>
                    <a:gd name="connsiteY3" fmla="*/ 6855688 h 6855688"/>
                    <a:gd name="connsiteX0" fmla="*/ 0 w 111804"/>
                    <a:gd name="connsiteY0" fmla="*/ 6853478 h 6855688"/>
                    <a:gd name="connsiteX1" fmla="*/ 6237 w 111804"/>
                    <a:gd name="connsiteY1" fmla="*/ 0 h 6855688"/>
                    <a:gd name="connsiteX2" fmla="*/ 111804 w 111804"/>
                    <a:gd name="connsiteY2" fmla="*/ 0 h 6855688"/>
                    <a:gd name="connsiteX3" fmla="*/ 111804 w 111804"/>
                    <a:gd name="connsiteY3" fmla="*/ 6855688 h 6855688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</a:cxnLst>
                  <a:rect l="l" t="t" r="r" b="b"/>
                  <a:pathLst>
                    <a:path w="111804" h="6855688">
                      <a:moveTo>
                        <a:pt x="0" y="6853478"/>
                      </a:moveTo>
                      <a:cubicBezTo>
                        <a:pt x="14640" y="4603437"/>
                        <a:pt x="3155" y="2253123"/>
                        <a:pt x="6237" y="0"/>
                      </a:cubicBezTo>
                      <a:lnTo>
                        <a:pt x="111804" y="0"/>
                      </a:lnTo>
                      <a:lnTo>
                        <a:pt x="111804" y="6855688"/>
                      </a:lnTo>
                    </a:path>
                  </a:pathLst>
                </a:custGeom>
                <a:grpFill/>
                <a:ln w="7704" cap="flat">
                  <a:noFill/>
                  <a:prstDash val="solid"/>
                  <a:miter/>
                </a:ln>
              </p:spPr>
              <p:txBody>
                <a:bodyPr rtlCol="0" anchor="ctr"/>
                <a:lstStyle/>
                <a:p>
                  <a:endParaRPr lang="en-US" dirty="0">
                    <a:solidFill>
                      <a:srgbClr val="C00000"/>
                    </a:solidFill>
                    <a:latin typeface="Times New Roman" panose="02020603050405020304" pitchFamily="18" charset="0"/>
                    <a:cs typeface="Times New Roman" pitchFamily="18" charset="0"/>
                  </a:endParaRPr>
                </a:p>
              </p:txBody>
            </p:sp>
            <p:sp>
              <p:nvSpPr>
                <p:cNvPr id="21" name="Freeform: Shape 20">
                  <a:extLst>
                    <a:ext uri="{FF2B5EF4-FFF2-40B4-BE49-F238E27FC236}">
                      <a16:creationId xmlns:a16="http://schemas.microsoft.com/office/drawing/2014/main" id="{1BDA8D11-4AAC-43CC-B408-A388F56971AF}"/>
                    </a:ext>
                  </a:extLst>
                </p:cNvPr>
                <p:cNvSpPr/>
                <p:nvPr/>
              </p:nvSpPr>
              <p:spPr>
                <a:xfrm>
                  <a:off x="7485249" y="2926994"/>
                  <a:ext cx="37550" cy="2394576"/>
                </a:xfrm>
                <a:custGeom>
                  <a:avLst/>
                  <a:gdLst>
                    <a:gd name="connsiteX0" fmla="*/ 0 w 100173"/>
                    <a:gd name="connsiteY0" fmla="*/ 6392581 h 6387957"/>
                    <a:gd name="connsiteX1" fmla="*/ 0 w 100173"/>
                    <a:gd name="connsiteY1" fmla="*/ 0 h 6387957"/>
                    <a:gd name="connsiteX2" fmla="*/ 103255 w 100173"/>
                    <a:gd name="connsiteY2" fmla="*/ 0 h 6387957"/>
                    <a:gd name="connsiteX3" fmla="*/ 103255 w 100173"/>
                    <a:gd name="connsiteY3" fmla="*/ 6392581 h 6387957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</a:cxnLst>
                  <a:rect l="l" t="t" r="r" b="b"/>
                  <a:pathLst>
                    <a:path w="100173" h="6387957">
                      <a:moveTo>
                        <a:pt x="0" y="6392581"/>
                      </a:moveTo>
                      <a:cubicBezTo>
                        <a:pt x="0" y="4261207"/>
                        <a:pt x="0" y="2131374"/>
                        <a:pt x="0" y="0"/>
                      </a:cubicBezTo>
                      <a:cubicBezTo>
                        <a:pt x="34675" y="0"/>
                        <a:pt x="67809" y="0"/>
                        <a:pt x="103255" y="0"/>
                      </a:cubicBezTo>
                      <a:cubicBezTo>
                        <a:pt x="103255" y="2130603"/>
                        <a:pt x="103255" y="4260437"/>
                        <a:pt x="103255" y="6392581"/>
                      </a:cubicBezTo>
                    </a:path>
                  </a:pathLst>
                </a:custGeom>
                <a:grpFill/>
                <a:ln w="7704" cap="flat">
                  <a:noFill/>
                  <a:prstDash val="solid"/>
                  <a:miter/>
                </a:ln>
              </p:spPr>
              <p:txBody>
                <a:bodyPr rtlCol="0" anchor="ctr"/>
                <a:lstStyle/>
                <a:p>
                  <a:endParaRPr lang="en-US" dirty="0">
                    <a:solidFill>
                      <a:srgbClr val="C00000"/>
                    </a:solidFill>
                    <a:latin typeface="Times New Roman" panose="02020603050405020304" pitchFamily="18" charset="0"/>
                    <a:cs typeface="Times New Roman" pitchFamily="18" charset="0"/>
                  </a:endParaRPr>
                </a:p>
              </p:txBody>
            </p:sp>
            <p:sp>
              <p:nvSpPr>
                <p:cNvPr id="22" name="Freeform: Shape 21">
                  <a:extLst>
                    <a:ext uri="{FF2B5EF4-FFF2-40B4-BE49-F238E27FC236}">
                      <a16:creationId xmlns:a16="http://schemas.microsoft.com/office/drawing/2014/main" id="{3EE00667-7B8F-4892-BF72-8EA3745153E0}"/>
                    </a:ext>
                  </a:extLst>
                </p:cNvPr>
                <p:cNvSpPr/>
                <p:nvPr/>
              </p:nvSpPr>
              <p:spPr>
                <a:xfrm>
                  <a:off x="7616134" y="2926994"/>
                  <a:ext cx="28885" cy="2567886"/>
                </a:xfrm>
                <a:custGeom>
                  <a:avLst/>
                  <a:gdLst>
                    <a:gd name="connsiteX0" fmla="*/ 0 w 77056"/>
                    <a:gd name="connsiteY0" fmla="*/ 6854918 h 6850294"/>
                    <a:gd name="connsiteX1" fmla="*/ 0 w 77056"/>
                    <a:gd name="connsiteY1" fmla="*/ 0 h 6850294"/>
                    <a:gd name="connsiteX2" fmla="*/ 78597 w 77056"/>
                    <a:gd name="connsiteY2" fmla="*/ 0 h 6850294"/>
                    <a:gd name="connsiteX3" fmla="*/ 78597 w 77056"/>
                    <a:gd name="connsiteY3" fmla="*/ 6854918 h 6850294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</a:cxnLst>
                  <a:rect l="l" t="t" r="r" b="b"/>
                  <a:pathLst>
                    <a:path w="77056" h="6850294">
                      <a:moveTo>
                        <a:pt x="0" y="6854918"/>
                      </a:moveTo>
                      <a:cubicBezTo>
                        <a:pt x="0" y="4570202"/>
                        <a:pt x="0" y="2286257"/>
                        <a:pt x="0" y="0"/>
                      </a:cubicBezTo>
                      <a:cubicBezTo>
                        <a:pt x="25428" y="0"/>
                        <a:pt x="50087" y="0"/>
                        <a:pt x="78597" y="0"/>
                      </a:cubicBezTo>
                      <a:cubicBezTo>
                        <a:pt x="78597" y="2283175"/>
                        <a:pt x="78597" y="4566350"/>
                        <a:pt x="78597" y="6854918"/>
                      </a:cubicBezTo>
                    </a:path>
                  </a:pathLst>
                </a:custGeom>
                <a:grpFill/>
                <a:ln w="7704" cap="flat">
                  <a:noFill/>
                  <a:prstDash val="solid"/>
                  <a:miter/>
                </a:ln>
              </p:spPr>
              <p:txBody>
                <a:bodyPr rtlCol="0" anchor="ctr"/>
                <a:lstStyle/>
                <a:p>
                  <a:endParaRPr lang="en-US" dirty="0">
                    <a:solidFill>
                      <a:srgbClr val="C00000"/>
                    </a:solidFill>
                    <a:latin typeface="Times New Roman" panose="02020603050405020304" pitchFamily="18" charset="0"/>
                    <a:cs typeface="Times New Roman" pitchFamily="18" charset="0"/>
                  </a:endParaRPr>
                </a:p>
              </p:txBody>
            </p:sp>
            <p:sp>
              <p:nvSpPr>
                <p:cNvPr id="23" name="Freeform: Shape 22">
                  <a:extLst>
                    <a:ext uri="{FF2B5EF4-FFF2-40B4-BE49-F238E27FC236}">
                      <a16:creationId xmlns:a16="http://schemas.microsoft.com/office/drawing/2014/main" id="{902A81A6-28D8-4522-B490-B37A255B8416}"/>
                    </a:ext>
                  </a:extLst>
                </p:cNvPr>
                <p:cNvSpPr/>
                <p:nvPr/>
              </p:nvSpPr>
              <p:spPr>
                <a:xfrm>
                  <a:off x="6838507" y="2926994"/>
                  <a:ext cx="109764" cy="2394576"/>
                </a:xfrm>
                <a:custGeom>
                  <a:avLst/>
                  <a:gdLst>
                    <a:gd name="connsiteX0" fmla="*/ 0 w 292813"/>
                    <a:gd name="connsiteY0" fmla="*/ 6393351 h 6387957"/>
                    <a:gd name="connsiteX1" fmla="*/ 0 w 292813"/>
                    <a:gd name="connsiteY1" fmla="*/ 0 h 6387957"/>
                    <a:gd name="connsiteX2" fmla="*/ 295125 w 292813"/>
                    <a:gd name="connsiteY2" fmla="*/ 0 h 6387957"/>
                    <a:gd name="connsiteX3" fmla="*/ 295125 w 292813"/>
                    <a:gd name="connsiteY3" fmla="*/ 6393351 h 6387957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</a:cxnLst>
                  <a:rect l="l" t="t" r="r" b="b"/>
                  <a:pathLst>
                    <a:path w="292813" h="6387957">
                      <a:moveTo>
                        <a:pt x="0" y="6393351"/>
                      </a:moveTo>
                      <a:cubicBezTo>
                        <a:pt x="0" y="4261207"/>
                        <a:pt x="0" y="2131374"/>
                        <a:pt x="0" y="0"/>
                      </a:cubicBezTo>
                      <a:cubicBezTo>
                        <a:pt x="99403" y="0"/>
                        <a:pt x="196493" y="0"/>
                        <a:pt x="295125" y="0"/>
                      </a:cubicBezTo>
                      <a:cubicBezTo>
                        <a:pt x="295125" y="2132145"/>
                        <a:pt x="295125" y="4261207"/>
                        <a:pt x="295125" y="6393351"/>
                      </a:cubicBezTo>
                    </a:path>
                  </a:pathLst>
                </a:custGeom>
                <a:grpFill/>
                <a:ln w="7704" cap="flat">
                  <a:noFill/>
                  <a:prstDash val="solid"/>
                  <a:miter/>
                </a:ln>
              </p:spPr>
              <p:txBody>
                <a:bodyPr rtlCol="0" anchor="ctr"/>
                <a:lstStyle/>
                <a:p>
                  <a:endParaRPr lang="en-US" dirty="0">
                    <a:solidFill>
                      <a:srgbClr val="C00000"/>
                    </a:solidFill>
                    <a:latin typeface="Times New Roman" panose="02020603050405020304" pitchFamily="18" charset="0"/>
                    <a:cs typeface="Times New Roman" pitchFamily="18" charset="0"/>
                  </a:endParaRPr>
                </a:p>
              </p:txBody>
            </p:sp>
            <p:sp>
              <p:nvSpPr>
                <p:cNvPr id="24" name="Freeform: Shape 23">
                  <a:extLst>
                    <a:ext uri="{FF2B5EF4-FFF2-40B4-BE49-F238E27FC236}">
                      <a16:creationId xmlns:a16="http://schemas.microsoft.com/office/drawing/2014/main" id="{2A569EB6-2490-40DF-9A4A-639E65D35F5C}"/>
                    </a:ext>
                  </a:extLst>
                </p:cNvPr>
                <p:cNvSpPr/>
                <p:nvPr/>
              </p:nvSpPr>
              <p:spPr>
                <a:xfrm>
                  <a:off x="6980994" y="2927282"/>
                  <a:ext cx="37550" cy="2394576"/>
                </a:xfrm>
                <a:custGeom>
                  <a:avLst/>
                  <a:gdLst>
                    <a:gd name="connsiteX0" fmla="*/ 0 w 100173"/>
                    <a:gd name="connsiteY0" fmla="*/ 6392581 h 6387957"/>
                    <a:gd name="connsiteX1" fmla="*/ 0 w 100173"/>
                    <a:gd name="connsiteY1" fmla="*/ 0 h 6387957"/>
                    <a:gd name="connsiteX2" fmla="*/ 103255 w 100173"/>
                    <a:gd name="connsiteY2" fmla="*/ 0 h 6387957"/>
                    <a:gd name="connsiteX3" fmla="*/ 103255 w 100173"/>
                    <a:gd name="connsiteY3" fmla="*/ 6392581 h 6387957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</a:cxnLst>
                  <a:rect l="l" t="t" r="r" b="b"/>
                  <a:pathLst>
                    <a:path w="100173" h="6387957">
                      <a:moveTo>
                        <a:pt x="0" y="6392581"/>
                      </a:moveTo>
                      <a:cubicBezTo>
                        <a:pt x="0" y="4261978"/>
                        <a:pt x="0" y="2132145"/>
                        <a:pt x="0" y="0"/>
                      </a:cubicBezTo>
                      <a:cubicBezTo>
                        <a:pt x="33904" y="0"/>
                        <a:pt x="67809" y="0"/>
                        <a:pt x="103255" y="0"/>
                      </a:cubicBezTo>
                      <a:cubicBezTo>
                        <a:pt x="103255" y="2130603"/>
                        <a:pt x="103255" y="4258895"/>
                        <a:pt x="103255" y="6392581"/>
                      </a:cubicBezTo>
                    </a:path>
                  </a:pathLst>
                </a:custGeom>
                <a:grpFill/>
                <a:ln w="7704" cap="flat">
                  <a:noFill/>
                  <a:prstDash val="solid"/>
                  <a:miter/>
                </a:ln>
              </p:spPr>
              <p:txBody>
                <a:bodyPr rtlCol="0" anchor="ctr"/>
                <a:lstStyle/>
                <a:p>
                  <a:endParaRPr lang="en-US" dirty="0">
                    <a:solidFill>
                      <a:srgbClr val="C00000"/>
                    </a:solidFill>
                    <a:latin typeface="Times New Roman" panose="02020603050405020304" pitchFamily="18" charset="0"/>
                    <a:cs typeface="Times New Roman" pitchFamily="18" charset="0"/>
                  </a:endParaRPr>
                </a:p>
              </p:txBody>
            </p:sp>
            <p:sp>
              <p:nvSpPr>
                <p:cNvPr id="25" name="Freeform: Shape 24">
                  <a:extLst>
                    <a:ext uri="{FF2B5EF4-FFF2-40B4-BE49-F238E27FC236}">
                      <a16:creationId xmlns:a16="http://schemas.microsoft.com/office/drawing/2014/main" id="{7DC04B7B-FFF7-4CAC-BF2B-7AF98E950FE2}"/>
                    </a:ext>
                  </a:extLst>
                </p:cNvPr>
                <p:cNvSpPr/>
                <p:nvPr/>
              </p:nvSpPr>
              <p:spPr>
                <a:xfrm>
                  <a:off x="7065051" y="2926994"/>
                  <a:ext cx="37550" cy="2394576"/>
                </a:xfrm>
                <a:custGeom>
                  <a:avLst/>
                  <a:gdLst>
                    <a:gd name="connsiteX0" fmla="*/ 0 w 100173"/>
                    <a:gd name="connsiteY0" fmla="*/ 6392581 h 6387957"/>
                    <a:gd name="connsiteX1" fmla="*/ 0 w 100173"/>
                    <a:gd name="connsiteY1" fmla="*/ 0 h 6387957"/>
                    <a:gd name="connsiteX2" fmla="*/ 103255 w 100173"/>
                    <a:gd name="connsiteY2" fmla="*/ 0 h 6387957"/>
                    <a:gd name="connsiteX3" fmla="*/ 103255 w 100173"/>
                    <a:gd name="connsiteY3" fmla="*/ 6392581 h 6387957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</a:cxnLst>
                  <a:rect l="l" t="t" r="r" b="b"/>
                  <a:pathLst>
                    <a:path w="100173" h="6387957">
                      <a:moveTo>
                        <a:pt x="0" y="6392581"/>
                      </a:moveTo>
                      <a:cubicBezTo>
                        <a:pt x="0" y="4261978"/>
                        <a:pt x="0" y="2132145"/>
                        <a:pt x="0" y="0"/>
                      </a:cubicBezTo>
                      <a:cubicBezTo>
                        <a:pt x="33904" y="0"/>
                        <a:pt x="67809" y="0"/>
                        <a:pt x="103255" y="0"/>
                      </a:cubicBezTo>
                      <a:cubicBezTo>
                        <a:pt x="103255" y="2130603"/>
                        <a:pt x="103255" y="4258895"/>
                        <a:pt x="103255" y="6392581"/>
                      </a:cubicBezTo>
                    </a:path>
                  </a:pathLst>
                </a:custGeom>
                <a:grpFill/>
                <a:ln w="7704" cap="flat">
                  <a:noFill/>
                  <a:prstDash val="solid"/>
                  <a:miter/>
                </a:ln>
              </p:spPr>
              <p:txBody>
                <a:bodyPr rtlCol="0" anchor="ctr"/>
                <a:lstStyle/>
                <a:p>
                  <a:endParaRPr lang="en-US" dirty="0">
                    <a:solidFill>
                      <a:srgbClr val="C00000"/>
                    </a:solidFill>
                    <a:latin typeface="Times New Roman" panose="02020603050405020304" pitchFamily="18" charset="0"/>
                    <a:cs typeface="Times New Roman" pitchFamily="18" charset="0"/>
                  </a:endParaRPr>
                </a:p>
              </p:txBody>
            </p:sp>
            <p:sp>
              <p:nvSpPr>
                <p:cNvPr id="26" name="Freeform: Shape 25">
                  <a:extLst>
                    <a:ext uri="{FF2B5EF4-FFF2-40B4-BE49-F238E27FC236}">
                      <a16:creationId xmlns:a16="http://schemas.microsoft.com/office/drawing/2014/main" id="{99FD279C-9B71-46A5-9519-57C2FDE43882}"/>
                    </a:ext>
                  </a:extLst>
                </p:cNvPr>
                <p:cNvSpPr/>
                <p:nvPr/>
              </p:nvSpPr>
              <p:spPr>
                <a:xfrm>
                  <a:off x="6754449" y="2926127"/>
                  <a:ext cx="37550" cy="2394576"/>
                </a:xfrm>
                <a:custGeom>
                  <a:avLst/>
                  <a:gdLst>
                    <a:gd name="connsiteX0" fmla="*/ 0 w 100173"/>
                    <a:gd name="connsiteY0" fmla="*/ 6392581 h 6387957"/>
                    <a:gd name="connsiteX1" fmla="*/ 0 w 100173"/>
                    <a:gd name="connsiteY1" fmla="*/ 0 h 6387957"/>
                    <a:gd name="connsiteX2" fmla="*/ 103255 w 100173"/>
                    <a:gd name="connsiteY2" fmla="*/ 0 h 6387957"/>
                    <a:gd name="connsiteX3" fmla="*/ 103255 w 100173"/>
                    <a:gd name="connsiteY3" fmla="*/ 6392581 h 6387957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</a:cxnLst>
                  <a:rect l="l" t="t" r="r" b="b"/>
                  <a:pathLst>
                    <a:path w="100173" h="6387957">
                      <a:moveTo>
                        <a:pt x="0" y="6392581"/>
                      </a:moveTo>
                      <a:cubicBezTo>
                        <a:pt x="0" y="4261978"/>
                        <a:pt x="0" y="2132145"/>
                        <a:pt x="0" y="0"/>
                      </a:cubicBezTo>
                      <a:cubicBezTo>
                        <a:pt x="33905" y="0"/>
                        <a:pt x="67810" y="0"/>
                        <a:pt x="103255" y="0"/>
                      </a:cubicBezTo>
                      <a:cubicBezTo>
                        <a:pt x="103255" y="2131374"/>
                        <a:pt x="103255" y="4260436"/>
                        <a:pt x="103255" y="6392581"/>
                      </a:cubicBezTo>
                    </a:path>
                  </a:pathLst>
                </a:custGeom>
                <a:grpFill/>
                <a:ln w="7704" cap="flat">
                  <a:noFill/>
                  <a:prstDash val="solid"/>
                  <a:miter/>
                </a:ln>
              </p:spPr>
              <p:txBody>
                <a:bodyPr rtlCol="0" anchor="ctr"/>
                <a:lstStyle/>
                <a:p>
                  <a:endParaRPr lang="en-US" dirty="0">
                    <a:solidFill>
                      <a:srgbClr val="C00000"/>
                    </a:solidFill>
                    <a:latin typeface="Times New Roman" panose="02020603050405020304" pitchFamily="18" charset="0"/>
                    <a:cs typeface="Times New Roman" pitchFamily="18" charset="0"/>
                  </a:endParaRPr>
                </a:p>
              </p:txBody>
            </p:sp>
            <p:sp>
              <p:nvSpPr>
                <p:cNvPr id="27" name="Freeform: Shape 26">
                  <a:extLst>
                    <a:ext uri="{FF2B5EF4-FFF2-40B4-BE49-F238E27FC236}">
                      <a16:creationId xmlns:a16="http://schemas.microsoft.com/office/drawing/2014/main" id="{E77F362F-1E3A-429A-8A7A-092562BB2825}"/>
                    </a:ext>
                  </a:extLst>
                </p:cNvPr>
                <p:cNvSpPr/>
                <p:nvPr/>
              </p:nvSpPr>
              <p:spPr>
                <a:xfrm>
                  <a:off x="6334914" y="2927282"/>
                  <a:ext cx="37550" cy="2394576"/>
                </a:xfrm>
                <a:custGeom>
                  <a:avLst/>
                  <a:gdLst>
                    <a:gd name="connsiteX0" fmla="*/ 0 w 100173"/>
                    <a:gd name="connsiteY0" fmla="*/ 6393351 h 6387957"/>
                    <a:gd name="connsiteX1" fmla="*/ 0 w 100173"/>
                    <a:gd name="connsiteY1" fmla="*/ 0 h 6387957"/>
                    <a:gd name="connsiteX2" fmla="*/ 103255 w 100173"/>
                    <a:gd name="connsiteY2" fmla="*/ 0 h 6387957"/>
                    <a:gd name="connsiteX3" fmla="*/ 103255 w 100173"/>
                    <a:gd name="connsiteY3" fmla="*/ 6393351 h 6387957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</a:cxnLst>
                  <a:rect l="l" t="t" r="r" b="b"/>
                  <a:pathLst>
                    <a:path w="100173" h="6387957">
                      <a:moveTo>
                        <a:pt x="0" y="6393351"/>
                      </a:moveTo>
                      <a:cubicBezTo>
                        <a:pt x="0" y="4262748"/>
                        <a:pt x="0" y="2132915"/>
                        <a:pt x="0" y="0"/>
                      </a:cubicBezTo>
                      <a:cubicBezTo>
                        <a:pt x="33904" y="0"/>
                        <a:pt x="67809" y="0"/>
                        <a:pt x="103255" y="0"/>
                      </a:cubicBezTo>
                      <a:cubicBezTo>
                        <a:pt x="103255" y="2131374"/>
                        <a:pt x="103255" y="4260436"/>
                        <a:pt x="103255" y="6393351"/>
                      </a:cubicBezTo>
                    </a:path>
                  </a:pathLst>
                </a:custGeom>
                <a:grpFill/>
                <a:ln w="7704" cap="flat">
                  <a:noFill/>
                  <a:prstDash val="solid"/>
                  <a:miter/>
                </a:ln>
              </p:spPr>
              <p:txBody>
                <a:bodyPr rtlCol="0" anchor="ctr"/>
                <a:lstStyle/>
                <a:p>
                  <a:endParaRPr lang="en-US" dirty="0">
                    <a:solidFill>
                      <a:srgbClr val="C00000"/>
                    </a:solidFill>
                    <a:latin typeface="Times New Roman" panose="02020603050405020304" pitchFamily="18" charset="0"/>
                    <a:cs typeface="Times New Roman" pitchFamily="18" charset="0"/>
                  </a:endParaRPr>
                </a:p>
              </p:txBody>
            </p:sp>
            <p:sp>
              <p:nvSpPr>
                <p:cNvPr id="28" name="Freeform: Shape 27">
                  <a:extLst>
                    <a:ext uri="{FF2B5EF4-FFF2-40B4-BE49-F238E27FC236}">
                      <a16:creationId xmlns:a16="http://schemas.microsoft.com/office/drawing/2014/main" id="{BA25F615-E11E-4379-BA54-9819ACDC6FD8}"/>
                    </a:ext>
                  </a:extLst>
                </p:cNvPr>
                <p:cNvSpPr/>
                <p:nvPr/>
              </p:nvSpPr>
              <p:spPr>
                <a:xfrm>
                  <a:off x="6159871" y="2926127"/>
                  <a:ext cx="37550" cy="2397464"/>
                </a:xfrm>
                <a:custGeom>
                  <a:avLst/>
                  <a:gdLst>
                    <a:gd name="connsiteX0" fmla="*/ 0 w 100173"/>
                    <a:gd name="connsiteY0" fmla="*/ 6395663 h 6395662"/>
                    <a:gd name="connsiteX1" fmla="*/ 0 w 100173"/>
                    <a:gd name="connsiteY1" fmla="*/ 0 h 6395662"/>
                    <a:gd name="connsiteX2" fmla="*/ 52398 w 100173"/>
                    <a:gd name="connsiteY2" fmla="*/ 0 h 6395662"/>
                    <a:gd name="connsiteX3" fmla="*/ 103255 w 100173"/>
                    <a:gd name="connsiteY3" fmla="*/ 0 h 6395662"/>
                    <a:gd name="connsiteX4" fmla="*/ 103255 w 100173"/>
                    <a:gd name="connsiteY4" fmla="*/ 6395663 h 6395662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  <a:cxn ang="0">
                      <a:pos x="connsiteX4" y="connsiteY4"/>
                    </a:cxn>
                  </a:cxnLst>
                  <a:rect l="l" t="t" r="r" b="b"/>
                  <a:pathLst>
                    <a:path w="100173" h="6395662">
                      <a:moveTo>
                        <a:pt x="0" y="6395663"/>
                      </a:moveTo>
                      <a:cubicBezTo>
                        <a:pt x="0" y="4265060"/>
                        <a:pt x="0" y="2135227"/>
                        <a:pt x="0" y="0"/>
                      </a:cubicBezTo>
                      <a:cubicBezTo>
                        <a:pt x="17723" y="0"/>
                        <a:pt x="34675" y="0"/>
                        <a:pt x="52398" y="0"/>
                      </a:cubicBezTo>
                      <a:cubicBezTo>
                        <a:pt x="68580" y="0"/>
                        <a:pt x="84762" y="0"/>
                        <a:pt x="103255" y="0"/>
                      </a:cubicBezTo>
                      <a:cubicBezTo>
                        <a:pt x="103255" y="2132915"/>
                        <a:pt x="103255" y="4261977"/>
                        <a:pt x="103255" y="6395663"/>
                      </a:cubicBezTo>
                    </a:path>
                  </a:pathLst>
                </a:custGeom>
                <a:grpFill/>
                <a:ln w="7704" cap="flat">
                  <a:noFill/>
                  <a:prstDash val="solid"/>
                  <a:miter/>
                </a:ln>
              </p:spPr>
              <p:txBody>
                <a:bodyPr rtlCol="0" anchor="ctr"/>
                <a:lstStyle/>
                <a:p>
                  <a:endParaRPr lang="en-US" dirty="0">
                    <a:solidFill>
                      <a:srgbClr val="C00000"/>
                    </a:solidFill>
                    <a:latin typeface="Times New Roman" panose="02020603050405020304" pitchFamily="18" charset="0"/>
                    <a:cs typeface="Times New Roman" pitchFamily="18" charset="0"/>
                  </a:endParaRPr>
                </a:p>
              </p:txBody>
            </p:sp>
            <p:sp>
              <p:nvSpPr>
                <p:cNvPr id="29" name="Freeform: Shape 28">
                  <a:extLst>
                    <a:ext uri="{FF2B5EF4-FFF2-40B4-BE49-F238E27FC236}">
                      <a16:creationId xmlns:a16="http://schemas.microsoft.com/office/drawing/2014/main" id="{43767ECE-21FE-4B4C-89B1-0E19BEADDA56}"/>
                    </a:ext>
                  </a:extLst>
                </p:cNvPr>
                <p:cNvSpPr/>
                <p:nvPr/>
              </p:nvSpPr>
              <p:spPr>
                <a:xfrm>
                  <a:off x="6231712" y="2926127"/>
                  <a:ext cx="72212" cy="2394576"/>
                </a:xfrm>
                <a:custGeom>
                  <a:avLst/>
                  <a:gdLst>
                    <a:gd name="connsiteX0" fmla="*/ 0 w 192640"/>
                    <a:gd name="connsiteY0" fmla="*/ 6392581 h 6387957"/>
                    <a:gd name="connsiteX1" fmla="*/ 0 w 192640"/>
                    <a:gd name="connsiteY1" fmla="*/ 0 h 6387957"/>
                    <a:gd name="connsiteX2" fmla="*/ 198805 w 192640"/>
                    <a:gd name="connsiteY2" fmla="*/ 0 h 6387957"/>
                    <a:gd name="connsiteX3" fmla="*/ 198805 w 192640"/>
                    <a:gd name="connsiteY3" fmla="*/ 6392581 h 6387957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</a:cxnLst>
                  <a:rect l="l" t="t" r="r" b="b"/>
                  <a:pathLst>
                    <a:path w="192640" h="6387957">
                      <a:moveTo>
                        <a:pt x="0" y="6392581"/>
                      </a:moveTo>
                      <a:cubicBezTo>
                        <a:pt x="0" y="4261207"/>
                        <a:pt x="0" y="2132145"/>
                        <a:pt x="0" y="0"/>
                      </a:cubicBezTo>
                      <a:cubicBezTo>
                        <a:pt x="66268" y="0"/>
                        <a:pt x="131766" y="0"/>
                        <a:pt x="198805" y="0"/>
                      </a:cubicBezTo>
                      <a:cubicBezTo>
                        <a:pt x="198805" y="2131374"/>
                        <a:pt x="198805" y="4261207"/>
                        <a:pt x="198805" y="6392581"/>
                      </a:cubicBezTo>
                    </a:path>
                  </a:pathLst>
                </a:custGeom>
                <a:grpFill/>
                <a:ln w="7704" cap="flat">
                  <a:noFill/>
                  <a:prstDash val="solid"/>
                  <a:miter/>
                </a:ln>
              </p:spPr>
              <p:txBody>
                <a:bodyPr rtlCol="0" anchor="ctr"/>
                <a:lstStyle/>
                <a:p>
                  <a:endParaRPr lang="en-US" dirty="0">
                    <a:solidFill>
                      <a:srgbClr val="C00000"/>
                    </a:solidFill>
                    <a:latin typeface="Times New Roman" panose="02020603050405020304" pitchFamily="18" charset="0"/>
                    <a:cs typeface="Times New Roman" pitchFamily="18" charset="0"/>
                  </a:endParaRPr>
                </a:p>
              </p:txBody>
            </p:sp>
            <p:sp>
              <p:nvSpPr>
                <p:cNvPr id="30" name="Freeform: Shape 29">
                  <a:extLst>
                    <a:ext uri="{FF2B5EF4-FFF2-40B4-BE49-F238E27FC236}">
                      <a16:creationId xmlns:a16="http://schemas.microsoft.com/office/drawing/2014/main" id="{E117A468-C0B3-46FD-8EC1-6AE134264BA0}"/>
                    </a:ext>
                  </a:extLst>
                </p:cNvPr>
                <p:cNvSpPr/>
                <p:nvPr/>
              </p:nvSpPr>
              <p:spPr>
                <a:xfrm>
                  <a:off x="6598401" y="2927282"/>
                  <a:ext cx="37550" cy="2394576"/>
                </a:xfrm>
                <a:custGeom>
                  <a:avLst/>
                  <a:gdLst>
                    <a:gd name="connsiteX0" fmla="*/ 0 w 100173"/>
                    <a:gd name="connsiteY0" fmla="*/ 6392581 h 6387957"/>
                    <a:gd name="connsiteX1" fmla="*/ 0 w 100173"/>
                    <a:gd name="connsiteY1" fmla="*/ 0 h 6387957"/>
                    <a:gd name="connsiteX2" fmla="*/ 103255 w 100173"/>
                    <a:gd name="connsiteY2" fmla="*/ 0 h 6387957"/>
                    <a:gd name="connsiteX3" fmla="*/ 103255 w 100173"/>
                    <a:gd name="connsiteY3" fmla="*/ 6392581 h 6387957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</a:cxnLst>
                  <a:rect l="l" t="t" r="r" b="b"/>
                  <a:pathLst>
                    <a:path w="100173" h="6387957">
                      <a:moveTo>
                        <a:pt x="0" y="6392581"/>
                      </a:moveTo>
                      <a:cubicBezTo>
                        <a:pt x="0" y="4261207"/>
                        <a:pt x="0" y="2131374"/>
                        <a:pt x="0" y="0"/>
                      </a:cubicBezTo>
                      <a:cubicBezTo>
                        <a:pt x="34675" y="0"/>
                        <a:pt x="67809" y="0"/>
                        <a:pt x="103255" y="0"/>
                      </a:cubicBezTo>
                      <a:cubicBezTo>
                        <a:pt x="103255" y="2130603"/>
                        <a:pt x="103255" y="4260437"/>
                        <a:pt x="103255" y="6392581"/>
                      </a:cubicBezTo>
                    </a:path>
                  </a:pathLst>
                </a:custGeom>
                <a:grpFill/>
                <a:ln w="7704" cap="flat">
                  <a:noFill/>
                  <a:prstDash val="solid"/>
                  <a:miter/>
                </a:ln>
              </p:spPr>
              <p:txBody>
                <a:bodyPr rtlCol="0" anchor="ctr"/>
                <a:lstStyle/>
                <a:p>
                  <a:endParaRPr lang="en-US" dirty="0">
                    <a:solidFill>
                      <a:srgbClr val="C00000"/>
                    </a:solidFill>
                    <a:latin typeface="Times New Roman" panose="02020603050405020304" pitchFamily="18" charset="0"/>
                    <a:cs typeface="Times New Roman" pitchFamily="18" charset="0"/>
                  </a:endParaRPr>
                </a:p>
              </p:txBody>
            </p:sp>
            <p:sp>
              <p:nvSpPr>
                <p:cNvPr id="31" name="Freeform: Shape 30">
                  <a:extLst>
                    <a:ext uri="{FF2B5EF4-FFF2-40B4-BE49-F238E27FC236}">
                      <a16:creationId xmlns:a16="http://schemas.microsoft.com/office/drawing/2014/main" id="{939B7FCC-CDDF-4A11-A2F1-C8F70FF2EEB4}"/>
                    </a:ext>
                  </a:extLst>
                </p:cNvPr>
                <p:cNvSpPr/>
                <p:nvPr/>
              </p:nvSpPr>
              <p:spPr>
                <a:xfrm>
                  <a:off x="6680669" y="2927282"/>
                  <a:ext cx="37550" cy="2394576"/>
                </a:xfrm>
                <a:custGeom>
                  <a:avLst/>
                  <a:gdLst>
                    <a:gd name="connsiteX0" fmla="*/ 0 w 100173"/>
                    <a:gd name="connsiteY0" fmla="*/ 6392581 h 6387957"/>
                    <a:gd name="connsiteX1" fmla="*/ 0 w 100173"/>
                    <a:gd name="connsiteY1" fmla="*/ 0 h 6387957"/>
                    <a:gd name="connsiteX2" fmla="*/ 103255 w 100173"/>
                    <a:gd name="connsiteY2" fmla="*/ 0 h 6387957"/>
                    <a:gd name="connsiteX3" fmla="*/ 103255 w 100173"/>
                    <a:gd name="connsiteY3" fmla="*/ 6392581 h 6387957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</a:cxnLst>
                  <a:rect l="l" t="t" r="r" b="b"/>
                  <a:pathLst>
                    <a:path w="100173" h="6387957">
                      <a:moveTo>
                        <a:pt x="0" y="6392581"/>
                      </a:moveTo>
                      <a:cubicBezTo>
                        <a:pt x="0" y="4261978"/>
                        <a:pt x="0" y="2132145"/>
                        <a:pt x="0" y="0"/>
                      </a:cubicBezTo>
                      <a:cubicBezTo>
                        <a:pt x="33905" y="0"/>
                        <a:pt x="67810" y="0"/>
                        <a:pt x="103255" y="0"/>
                      </a:cubicBezTo>
                      <a:cubicBezTo>
                        <a:pt x="103255" y="2131374"/>
                        <a:pt x="103255" y="4260436"/>
                        <a:pt x="103255" y="6392581"/>
                      </a:cubicBezTo>
                    </a:path>
                  </a:pathLst>
                </a:custGeom>
                <a:grpFill/>
                <a:ln w="7704" cap="flat">
                  <a:noFill/>
                  <a:prstDash val="solid"/>
                  <a:miter/>
                </a:ln>
              </p:spPr>
              <p:txBody>
                <a:bodyPr rtlCol="0" anchor="ctr"/>
                <a:lstStyle/>
                <a:p>
                  <a:endParaRPr lang="en-US" dirty="0">
                    <a:solidFill>
                      <a:srgbClr val="C00000"/>
                    </a:solidFill>
                    <a:latin typeface="Times New Roman" panose="02020603050405020304" pitchFamily="18" charset="0"/>
                    <a:cs typeface="Times New Roman" pitchFamily="18" charset="0"/>
                  </a:endParaRPr>
                </a:p>
              </p:txBody>
            </p:sp>
            <p:sp>
              <p:nvSpPr>
                <p:cNvPr id="32" name="Freeform: Shape 31">
                  <a:extLst>
                    <a:ext uri="{FF2B5EF4-FFF2-40B4-BE49-F238E27FC236}">
                      <a16:creationId xmlns:a16="http://schemas.microsoft.com/office/drawing/2014/main" id="{79A45683-A3FC-4243-9523-B723BBD003A1}"/>
                    </a:ext>
                  </a:extLst>
                </p:cNvPr>
                <p:cNvSpPr/>
                <p:nvPr/>
              </p:nvSpPr>
              <p:spPr>
                <a:xfrm>
                  <a:off x="6516134" y="2927282"/>
                  <a:ext cx="37550" cy="2394576"/>
                </a:xfrm>
                <a:custGeom>
                  <a:avLst/>
                  <a:gdLst>
                    <a:gd name="connsiteX0" fmla="*/ 0 w 100173"/>
                    <a:gd name="connsiteY0" fmla="*/ 6391811 h 6387957"/>
                    <a:gd name="connsiteX1" fmla="*/ 0 w 100173"/>
                    <a:gd name="connsiteY1" fmla="*/ 0 h 6387957"/>
                    <a:gd name="connsiteX2" fmla="*/ 103255 w 100173"/>
                    <a:gd name="connsiteY2" fmla="*/ 0 h 6387957"/>
                    <a:gd name="connsiteX3" fmla="*/ 103255 w 100173"/>
                    <a:gd name="connsiteY3" fmla="*/ 6391811 h 6387957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</a:cxnLst>
                  <a:rect l="l" t="t" r="r" b="b"/>
                  <a:pathLst>
                    <a:path w="100173" h="6387957">
                      <a:moveTo>
                        <a:pt x="0" y="6391811"/>
                      </a:moveTo>
                      <a:cubicBezTo>
                        <a:pt x="0" y="4261978"/>
                        <a:pt x="0" y="2132145"/>
                        <a:pt x="0" y="0"/>
                      </a:cubicBezTo>
                      <a:cubicBezTo>
                        <a:pt x="33134" y="0"/>
                        <a:pt x="67039" y="0"/>
                        <a:pt x="103255" y="0"/>
                      </a:cubicBezTo>
                      <a:cubicBezTo>
                        <a:pt x="103255" y="2130603"/>
                        <a:pt x="103255" y="4260436"/>
                        <a:pt x="103255" y="6391811"/>
                      </a:cubicBezTo>
                    </a:path>
                  </a:pathLst>
                </a:custGeom>
                <a:grpFill/>
                <a:ln w="7704" cap="flat">
                  <a:noFill/>
                  <a:prstDash val="solid"/>
                  <a:miter/>
                </a:ln>
              </p:spPr>
              <p:txBody>
                <a:bodyPr rtlCol="0" anchor="ctr"/>
                <a:lstStyle/>
                <a:p>
                  <a:endParaRPr lang="en-US" dirty="0">
                    <a:solidFill>
                      <a:srgbClr val="C00000"/>
                    </a:solidFill>
                    <a:latin typeface="Times New Roman" panose="02020603050405020304" pitchFamily="18" charset="0"/>
                    <a:cs typeface="Times New Roman" pitchFamily="18" charset="0"/>
                  </a:endParaRPr>
                </a:p>
              </p:txBody>
            </p:sp>
            <p:sp>
              <p:nvSpPr>
                <p:cNvPr id="33" name="Freeform: Shape 32">
                  <a:extLst>
                    <a:ext uri="{FF2B5EF4-FFF2-40B4-BE49-F238E27FC236}">
                      <a16:creationId xmlns:a16="http://schemas.microsoft.com/office/drawing/2014/main" id="{B40B3F0D-8DF8-4702-99BD-23B1475CD452}"/>
                    </a:ext>
                  </a:extLst>
                </p:cNvPr>
                <p:cNvSpPr/>
                <p:nvPr/>
              </p:nvSpPr>
              <p:spPr>
                <a:xfrm>
                  <a:off x="6399205" y="2927282"/>
                  <a:ext cx="72212" cy="2394576"/>
                </a:xfrm>
                <a:custGeom>
                  <a:avLst/>
                  <a:gdLst>
                    <a:gd name="connsiteX0" fmla="*/ 0 w 192640"/>
                    <a:gd name="connsiteY0" fmla="*/ 6392581 h 6387957"/>
                    <a:gd name="connsiteX1" fmla="*/ 0 w 192640"/>
                    <a:gd name="connsiteY1" fmla="*/ 0 h 6387957"/>
                    <a:gd name="connsiteX2" fmla="*/ 198805 w 192640"/>
                    <a:gd name="connsiteY2" fmla="*/ 0 h 6387957"/>
                    <a:gd name="connsiteX3" fmla="*/ 198805 w 192640"/>
                    <a:gd name="connsiteY3" fmla="*/ 6392581 h 6387957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</a:cxnLst>
                  <a:rect l="l" t="t" r="r" b="b"/>
                  <a:pathLst>
                    <a:path w="192640" h="6387957">
                      <a:moveTo>
                        <a:pt x="0" y="6392581"/>
                      </a:moveTo>
                      <a:cubicBezTo>
                        <a:pt x="0" y="4261207"/>
                        <a:pt x="0" y="2132145"/>
                        <a:pt x="0" y="0"/>
                      </a:cubicBezTo>
                      <a:cubicBezTo>
                        <a:pt x="66268" y="0"/>
                        <a:pt x="131766" y="0"/>
                        <a:pt x="198805" y="0"/>
                      </a:cubicBezTo>
                      <a:cubicBezTo>
                        <a:pt x="198805" y="2131374"/>
                        <a:pt x="198805" y="4261207"/>
                        <a:pt x="198805" y="6392581"/>
                      </a:cubicBezTo>
                    </a:path>
                  </a:pathLst>
                </a:custGeom>
                <a:grpFill/>
                <a:ln w="7704" cap="flat">
                  <a:noFill/>
                  <a:prstDash val="solid"/>
                  <a:miter/>
                </a:ln>
              </p:spPr>
              <p:txBody>
                <a:bodyPr rtlCol="0" anchor="ctr"/>
                <a:lstStyle/>
                <a:p>
                  <a:endParaRPr lang="en-US" dirty="0">
                    <a:solidFill>
                      <a:srgbClr val="C00000"/>
                    </a:solidFill>
                    <a:latin typeface="Times New Roman" panose="02020603050405020304" pitchFamily="18" charset="0"/>
                    <a:cs typeface="Times New Roman" pitchFamily="18" charset="0"/>
                  </a:endParaRPr>
                </a:p>
              </p:txBody>
            </p:sp>
            <p:sp>
              <p:nvSpPr>
                <p:cNvPr id="34" name="Freeform: Shape 33">
                  <a:extLst>
                    <a:ext uri="{FF2B5EF4-FFF2-40B4-BE49-F238E27FC236}">
                      <a16:creationId xmlns:a16="http://schemas.microsoft.com/office/drawing/2014/main" id="{0B972A39-D5F1-4DBE-B2F6-AA9010526F16}"/>
                    </a:ext>
                  </a:extLst>
                </p:cNvPr>
                <p:cNvSpPr/>
                <p:nvPr/>
              </p:nvSpPr>
              <p:spPr>
                <a:xfrm>
                  <a:off x="5237391" y="2926127"/>
                  <a:ext cx="144425" cy="2394576"/>
                </a:xfrm>
                <a:custGeom>
                  <a:avLst/>
                  <a:gdLst>
                    <a:gd name="connsiteX0" fmla="*/ 0 w 385280"/>
                    <a:gd name="connsiteY0" fmla="*/ 6393351 h 6387957"/>
                    <a:gd name="connsiteX1" fmla="*/ 0 w 385280"/>
                    <a:gd name="connsiteY1" fmla="*/ 0 h 6387957"/>
                    <a:gd name="connsiteX2" fmla="*/ 387593 w 385280"/>
                    <a:gd name="connsiteY2" fmla="*/ 0 h 6387957"/>
                    <a:gd name="connsiteX3" fmla="*/ 387593 w 385280"/>
                    <a:gd name="connsiteY3" fmla="*/ 6393351 h 6387957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</a:cxnLst>
                  <a:rect l="l" t="t" r="r" b="b"/>
                  <a:pathLst>
                    <a:path w="385280" h="6387957">
                      <a:moveTo>
                        <a:pt x="0" y="6393351"/>
                      </a:moveTo>
                      <a:cubicBezTo>
                        <a:pt x="0" y="4262748"/>
                        <a:pt x="0" y="2132145"/>
                        <a:pt x="0" y="0"/>
                      </a:cubicBezTo>
                      <a:cubicBezTo>
                        <a:pt x="128684" y="0"/>
                        <a:pt x="256597" y="0"/>
                        <a:pt x="387593" y="0"/>
                      </a:cubicBezTo>
                      <a:cubicBezTo>
                        <a:pt x="387593" y="2130603"/>
                        <a:pt x="387593" y="4261207"/>
                        <a:pt x="387593" y="6393351"/>
                      </a:cubicBezTo>
                    </a:path>
                  </a:pathLst>
                </a:custGeom>
                <a:grpFill/>
                <a:ln w="7704" cap="flat">
                  <a:noFill/>
                  <a:prstDash val="solid"/>
                  <a:miter/>
                </a:ln>
              </p:spPr>
              <p:txBody>
                <a:bodyPr rtlCol="0" anchor="ctr"/>
                <a:lstStyle/>
                <a:p>
                  <a:endParaRPr lang="en-US" dirty="0">
                    <a:solidFill>
                      <a:srgbClr val="C00000"/>
                    </a:solidFill>
                    <a:latin typeface="Times New Roman" panose="02020603050405020304" pitchFamily="18" charset="0"/>
                    <a:cs typeface="Times New Roman" pitchFamily="18" charset="0"/>
                  </a:endParaRPr>
                </a:p>
              </p:txBody>
            </p:sp>
            <p:sp>
              <p:nvSpPr>
                <p:cNvPr id="35" name="Freeform: Shape 34">
                  <a:extLst>
                    <a:ext uri="{FF2B5EF4-FFF2-40B4-BE49-F238E27FC236}">
                      <a16:creationId xmlns:a16="http://schemas.microsoft.com/office/drawing/2014/main" id="{C6F21A28-C5C3-423E-816C-EFF154B420AF}"/>
                    </a:ext>
                  </a:extLst>
                </p:cNvPr>
                <p:cNvSpPr/>
                <p:nvPr/>
              </p:nvSpPr>
              <p:spPr>
                <a:xfrm>
                  <a:off x="5123269" y="2926994"/>
                  <a:ext cx="72212" cy="2394576"/>
                </a:xfrm>
                <a:custGeom>
                  <a:avLst/>
                  <a:gdLst>
                    <a:gd name="connsiteX0" fmla="*/ 0 w 192640"/>
                    <a:gd name="connsiteY0" fmla="*/ 6392581 h 6387957"/>
                    <a:gd name="connsiteX1" fmla="*/ 0 w 192640"/>
                    <a:gd name="connsiteY1" fmla="*/ 0 h 6387957"/>
                    <a:gd name="connsiteX2" fmla="*/ 198805 w 192640"/>
                    <a:gd name="connsiteY2" fmla="*/ 0 h 6387957"/>
                    <a:gd name="connsiteX3" fmla="*/ 198805 w 192640"/>
                    <a:gd name="connsiteY3" fmla="*/ 6392581 h 6387957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</a:cxnLst>
                  <a:rect l="l" t="t" r="r" b="b"/>
                  <a:pathLst>
                    <a:path w="192640" h="6387957">
                      <a:moveTo>
                        <a:pt x="0" y="6392581"/>
                      </a:moveTo>
                      <a:cubicBezTo>
                        <a:pt x="0" y="4261207"/>
                        <a:pt x="0" y="2132145"/>
                        <a:pt x="0" y="0"/>
                      </a:cubicBezTo>
                      <a:cubicBezTo>
                        <a:pt x="67039" y="0"/>
                        <a:pt x="131766" y="0"/>
                        <a:pt x="198805" y="0"/>
                      </a:cubicBezTo>
                      <a:cubicBezTo>
                        <a:pt x="198805" y="2130603"/>
                        <a:pt x="198805" y="4259666"/>
                        <a:pt x="198805" y="6392581"/>
                      </a:cubicBezTo>
                    </a:path>
                  </a:pathLst>
                </a:custGeom>
                <a:grpFill/>
                <a:ln w="7704" cap="flat">
                  <a:noFill/>
                  <a:prstDash val="solid"/>
                  <a:miter/>
                </a:ln>
              </p:spPr>
              <p:txBody>
                <a:bodyPr rtlCol="0" anchor="ctr"/>
                <a:lstStyle/>
                <a:p>
                  <a:endParaRPr lang="en-US" dirty="0">
                    <a:solidFill>
                      <a:srgbClr val="C00000"/>
                    </a:solidFill>
                    <a:latin typeface="Times New Roman" panose="02020603050405020304" pitchFamily="18" charset="0"/>
                    <a:cs typeface="Times New Roman" pitchFamily="18" charset="0"/>
                  </a:endParaRPr>
                </a:p>
              </p:txBody>
            </p:sp>
            <p:sp>
              <p:nvSpPr>
                <p:cNvPr id="36" name="Freeform: Shape 35">
                  <a:extLst>
                    <a:ext uri="{FF2B5EF4-FFF2-40B4-BE49-F238E27FC236}">
                      <a16:creationId xmlns:a16="http://schemas.microsoft.com/office/drawing/2014/main" id="{CD2D5180-3504-4AF5-A04B-07F487071B22}"/>
                    </a:ext>
                  </a:extLst>
                </p:cNvPr>
                <p:cNvSpPr/>
                <p:nvPr/>
              </p:nvSpPr>
              <p:spPr>
                <a:xfrm>
                  <a:off x="5611343" y="2927282"/>
                  <a:ext cx="72212" cy="2394576"/>
                </a:xfrm>
                <a:custGeom>
                  <a:avLst/>
                  <a:gdLst>
                    <a:gd name="connsiteX0" fmla="*/ 0 w 192640"/>
                    <a:gd name="connsiteY0" fmla="*/ 6392581 h 6387957"/>
                    <a:gd name="connsiteX1" fmla="*/ 0 w 192640"/>
                    <a:gd name="connsiteY1" fmla="*/ 0 h 6387957"/>
                    <a:gd name="connsiteX2" fmla="*/ 198805 w 192640"/>
                    <a:gd name="connsiteY2" fmla="*/ 0 h 6387957"/>
                    <a:gd name="connsiteX3" fmla="*/ 198805 w 192640"/>
                    <a:gd name="connsiteY3" fmla="*/ 6392581 h 6387957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</a:cxnLst>
                  <a:rect l="l" t="t" r="r" b="b"/>
                  <a:pathLst>
                    <a:path w="192640" h="6387957">
                      <a:moveTo>
                        <a:pt x="0" y="6392581"/>
                      </a:moveTo>
                      <a:cubicBezTo>
                        <a:pt x="0" y="4261207"/>
                        <a:pt x="0" y="2132145"/>
                        <a:pt x="0" y="0"/>
                      </a:cubicBezTo>
                      <a:cubicBezTo>
                        <a:pt x="66268" y="0"/>
                        <a:pt x="131766" y="0"/>
                        <a:pt x="198805" y="0"/>
                      </a:cubicBezTo>
                      <a:cubicBezTo>
                        <a:pt x="198805" y="2131374"/>
                        <a:pt x="198805" y="4261207"/>
                        <a:pt x="198805" y="6392581"/>
                      </a:cubicBezTo>
                    </a:path>
                  </a:pathLst>
                </a:custGeom>
                <a:grpFill/>
                <a:ln w="7704" cap="flat">
                  <a:noFill/>
                  <a:prstDash val="solid"/>
                  <a:miter/>
                </a:ln>
              </p:spPr>
              <p:txBody>
                <a:bodyPr rtlCol="0" anchor="ctr"/>
                <a:lstStyle/>
                <a:p>
                  <a:endParaRPr lang="en-US" dirty="0">
                    <a:solidFill>
                      <a:srgbClr val="C00000"/>
                    </a:solidFill>
                    <a:latin typeface="Times New Roman" panose="02020603050405020304" pitchFamily="18" charset="0"/>
                    <a:cs typeface="Times New Roman" pitchFamily="18" charset="0"/>
                  </a:endParaRPr>
                </a:p>
              </p:txBody>
            </p:sp>
            <p:sp>
              <p:nvSpPr>
                <p:cNvPr id="37" name="Freeform: Shape 36">
                  <a:extLst>
                    <a:ext uri="{FF2B5EF4-FFF2-40B4-BE49-F238E27FC236}">
                      <a16:creationId xmlns:a16="http://schemas.microsoft.com/office/drawing/2014/main" id="{6078D920-7771-4459-9280-C4992F522CBA}"/>
                    </a:ext>
                  </a:extLst>
                </p:cNvPr>
                <p:cNvSpPr/>
                <p:nvPr/>
              </p:nvSpPr>
              <p:spPr>
                <a:xfrm>
                  <a:off x="5407259" y="2926994"/>
                  <a:ext cx="37550" cy="2394576"/>
                </a:xfrm>
                <a:custGeom>
                  <a:avLst/>
                  <a:gdLst>
                    <a:gd name="connsiteX0" fmla="*/ 0 w 100173"/>
                    <a:gd name="connsiteY0" fmla="*/ 6392581 h 6387957"/>
                    <a:gd name="connsiteX1" fmla="*/ 0 w 100173"/>
                    <a:gd name="connsiteY1" fmla="*/ 0 h 6387957"/>
                    <a:gd name="connsiteX2" fmla="*/ 103255 w 100173"/>
                    <a:gd name="connsiteY2" fmla="*/ 0 h 6387957"/>
                    <a:gd name="connsiteX3" fmla="*/ 103255 w 100173"/>
                    <a:gd name="connsiteY3" fmla="*/ 6392581 h 6387957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</a:cxnLst>
                  <a:rect l="l" t="t" r="r" b="b"/>
                  <a:pathLst>
                    <a:path w="100173" h="6387957">
                      <a:moveTo>
                        <a:pt x="0" y="6392581"/>
                      </a:moveTo>
                      <a:cubicBezTo>
                        <a:pt x="0" y="4261978"/>
                        <a:pt x="0" y="2132145"/>
                        <a:pt x="0" y="0"/>
                      </a:cubicBezTo>
                      <a:cubicBezTo>
                        <a:pt x="34675" y="0"/>
                        <a:pt x="67810" y="0"/>
                        <a:pt x="103255" y="0"/>
                      </a:cubicBezTo>
                      <a:cubicBezTo>
                        <a:pt x="103255" y="2130603"/>
                        <a:pt x="103255" y="4259666"/>
                        <a:pt x="103255" y="6392581"/>
                      </a:cubicBezTo>
                    </a:path>
                  </a:pathLst>
                </a:custGeom>
                <a:grpFill/>
                <a:ln w="7704" cap="flat">
                  <a:noFill/>
                  <a:prstDash val="solid"/>
                  <a:miter/>
                </a:ln>
              </p:spPr>
              <p:txBody>
                <a:bodyPr rtlCol="0" anchor="ctr"/>
                <a:lstStyle/>
                <a:p>
                  <a:endParaRPr lang="en-US" dirty="0">
                    <a:solidFill>
                      <a:srgbClr val="C00000"/>
                    </a:solidFill>
                    <a:latin typeface="Times New Roman" panose="02020603050405020304" pitchFamily="18" charset="0"/>
                    <a:cs typeface="Times New Roman" pitchFamily="18" charset="0"/>
                  </a:endParaRPr>
                </a:p>
              </p:txBody>
            </p:sp>
            <p:sp>
              <p:nvSpPr>
                <p:cNvPr id="38" name="Freeform: Shape 37">
                  <a:extLst>
                    <a:ext uri="{FF2B5EF4-FFF2-40B4-BE49-F238E27FC236}">
                      <a16:creationId xmlns:a16="http://schemas.microsoft.com/office/drawing/2014/main" id="{C3F5AF82-D5F9-4252-B824-36671DB16639}"/>
                    </a:ext>
                  </a:extLst>
                </p:cNvPr>
                <p:cNvSpPr/>
                <p:nvPr/>
              </p:nvSpPr>
              <p:spPr>
                <a:xfrm>
                  <a:off x="5470252" y="2926994"/>
                  <a:ext cx="37550" cy="2394576"/>
                </a:xfrm>
                <a:custGeom>
                  <a:avLst/>
                  <a:gdLst>
                    <a:gd name="connsiteX0" fmla="*/ 0 w 100173"/>
                    <a:gd name="connsiteY0" fmla="*/ 6392581 h 6387957"/>
                    <a:gd name="connsiteX1" fmla="*/ 0 w 100173"/>
                    <a:gd name="connsiteY1" fmla="*/ 0 h 6387957"/>
                    <a:gd name="connsiteX2" fmla="*/ 103255 w 100173"/>
                    <a:gd name="connsiteY2" fmla="*/ 0 h 6387957"/>
                    <a:gd name="connsiteX3" fmla="*/ 103255 w 100173"/>
                    <a:gd name="connsiteY3" fmla="*/ 6392581 h 6387957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</a:cxnLst>
                  <a:rect l="l" t="t" r="r" b="b"/>
                  <a:pathLst>
                    <a:path w="100173" h="6387957">
                      <a:moveTo>
                        <a:pt x="0" y="6392581"/>
                      </a:moveTo>
                      <a:cubicBezTo>
                        <a:pt x="0" y="4261978"/>
                        <a:pt x="0" y="2132145"/>
                        <a:pt x="0" y="0"/>
                      </a:cubicBezTo>
                      <a:cubicBezTo>
                        <a:pt x="34675" y="0"/>
                        <a:pt x="67809" y="0"/>
                        <a:pt x="103255" y="0"/>
                      </a:cubicBezTo>
                      <a:cubicBezTo>
                        <a:pt x="103255" y="2130603"/>
                        <a:pt x="103255" y="4259666"/>
                        <a:pt x="103255" y="6392581"/>
                      </a:cubicBezTo>
                    </a:path>
                  </a:pathLst>
                </a:custGeom>
                <a:grpFill/>
                <a:ln w="7704" cap="flat">
                  <a:noFill/>
                  <a:prstDash val="solid"/>
                  <a:miter/>
                </a:ln>
              </p:spPr>
              <p:txBody>
                <a:bodyPr rtlCol="0" anchor="ctr"/>
                <a:lstStyle/>
                <a:p>
                  <a:endParaRPr lang="en-US" dirty="0">
                    <a:solidFill>
                      <a:srgbClr val="C00000"/>
                    </a:solidFill>
                    <a:latin typeface="Times New Roman" panose="02020603050405020304" pitchFamily="18" charset="0"/>
                    <a:cs typeface="Times New Roman" pitchFamily="18" charset="0"/>
                  </a:endParaRPr>
                </a:p>
              </p:txBody>
            </p:sp>
            <p:sp>
              <p:nvSpPr>
                <p:cNvPr id="39" name="Freeform: Shape 38">
                  <a:extLst>
                    <a:ext uri="{FF2B5EF4-FFF2-40B4-BE49-F238E27FC236}">
                      <a16:creationId xmlns:a16="http://schemas.microsoft.com/office/drawing/2014/main" id="{608790BC-CF74-4127-A790-27CC4E8D7766}"/>
                    </a:ext>
                  </a:extLst>
                </p:cNvPr>
                <p:cNvSpPr/>
                <p:nvPr/>
              </p:nvSpPr>
              <p:spPr>
                <a:xfrm>
                  <a:off x="5533244" y="2926127"/>
                  <a:ext cx="37550" cy="2394576"/>
                </a:xfrm>
                <a:custGeom>
                  <a:avLst/>
                  <a:gdLst>
                    <a:gd name="connsiteX0" fmla="*/ 0 w 100173"/>
                    <a:gd name="connsiteY0" fmla="*/ 6392581 h 6387957"/>
                    <a:gd name="connsiteX1" fmla="*/ 0 w 100173"/>
                    <a:gd name="connsiteY1" fmla="*/ 0 h 6387957"/>
                    <a:gd name="connsiteX2" fmla="*/ 103255 w 100173"/>
                    <a:gd name="connsiteY2" fmla="*/ 0 h 6387957"/>
                    <a:gd name="connsiteX3" fmla="*/ 103255 w 100173"/>
                    <a:gd name="connsiteY3" fmla="*/ 6392581 h 6387957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</a:cxnLst>
                  <a:rect l="l" t="t" r="r" b="b"/>
                  <a:pathLst>
                    <a:path w="100173" h="6387957">
                      <a:moveTo>
                        <a:pt x="0" y="6392581"/>
                      </a:moveTo>
                      <a:cubicBezTo>
                        <a:pt x="0" y="4261978"/>
                        <a:pt x="0" y="2132145"/>
                        <a:pt x="0" y="0"/>
                      </a:cubicBezTo>
                      <a:cubicBezTo>
                        <a:pt x="34675" y="0"/>
                        <a:pt x="67809" y="0"/>
                        <a:pt x="103255" y="0"/>
                      </a:cubicBezTo>
                      <a:cubicBezTo>
                        <a:pt x="103255" y="2130603"/>
                        <a:pt x="103255" y="4259666"/>
                        <a:pt x="103255" y="6392581"/>
                      </a:cubicBezTo>
                    </a:path>
                  </a:pathLst>
                </a:custGeom>
                <a:grpFill/>
                <a:ln w="7704" cap="flat">
                  <a:noFill/>
                  <a:prstDash val="solid"/>
                  <a:miter/>
                </a:ln>
              </p:spPr>
              <p:txBody>
                <a:bodyPr rtlCol="0" anchor="ctr"/>
                <a:lstStyle/>
                <a:p>
                  <a:endParaRPr lang="en-US" dirty="0">
                    <a:solidFill>
                      <a:srgbClr val="C00000"/>
                    </a:solidFill>
                    <a:latin typeface="Times New Roman" panose="02020603050405020304" pitchFamily="18" charset="0"/>
                    <a:cs typeface="Times New Roman" pitchFamily="18" charset="0"/>
                  </a:endParaRPr>
                </a:p>
              </p:txBody>
            </p:sp>
          </p:grpSp>
        </p:grpSp>
        <p:grpSp>
          <p:nvGrpSpPr>
            <p:cNvPr id="40" name="Group 39">
              <a:extLst>
                <a:ext uri="{FF2B5EF4-FFF2-40B4-BE49-F238E27FC236}">
                  <a16:creationId xmlns:a16="http://schemas.microsoft.com/office/drawing/2014/main" id="{79445F8C-1794-4081-97F9-DDCDE8889481}"/>
                </a:ext>
              </a:extLst>
            </p:cNvPr>
            <p:cNvGrpSpPr/>
            <p:nvPr/>
          </p:nvGrpSpPr>
          <p:grpSpPr>
            <a:xfrm>
              <a:off x="166248" y="6490548"/>
              <a:ext cx="4247655" cy="273466"/>
              <a:chOff x="4366684" y="2926127"/>
              <a:chExt cx="3278335" cy="2571063"/>
            </a:xfrm>
          </p:grpSpPr>
          <p:sp>
            <p:nvSpPr>
              <p:cNvPr id="41" name="Freeform: Shape 4">
                <a:extLst>
                  <a:ext uri="{FF2B5EF4-FFF2-40B4-BE49-F238E27FC236}">
                    <a16:creationId xmlns:a16="http://schemas.microsoft.com/office/drawing/2014/main" id="{74D575C7-16A7-4D8B-BCCC-3A2CC2EAF554}"/>
                  </a:ext>
                </a:extLst>
              </p:cNvPr>
              <p:cNvSpPr/>
              <p:nvPr/>
            </p:nvSpPr>
            <p:spPr>
              <a:xfrm>
                <a:off x="4744501" y="2926994"/>
                <a:ext cx="72212" cy="2394576"/>
              </a:xfrm>
              <a:custGeom>
                <a:avLst/>
                <a:gdLst>
                  <a:gd name="connsiteX0" fmla="*/ 0 w 192640"/>
                  <a:gd name="connsiteY0" fmla="*/ 6393351 h 6387957"/>
                  <a:gd name="connsiteX1" fmla="*/ 0 w 192640"/>
                  <a:gd name="connsiteY1" fmla="*/ 0 h 6387957"/>
                  <a:gd name="connsiteX2" fmla="*/ 198034 w 192640"/>
                  <a:gd name="connsiteY2" fmla="*/ 0 h 6387957"/>
                  <a:gd name="connsiteX3" fmla="*/ 198034 w 192640"/>
                  <a:gd name="connsiteY3" fmla="*/ 6393351 h 6387957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</a:cxnLst>
                <a:rect l="l" t="t" r="r" b="b"/>
                <a:pathLst>
                  <a:path w="192640" h="6387957">
                    <a:moveTo>
                      <a:pt x="0" y="6393351"/>
                    </a:moveTo>
                    <a:cubicBezTo>
                      <a:pt x="0" y="4261207"/>
                      <a:pt x="0" y="2132145"/>
                      <a:pt x="0" y="0"/>
                    </a:cubicBezTo>
                    <a:cubicBezTo>
                      <a:pt x="67039" y="0"/>
                      <a:pt x="131766" y="0"/>
                      <a:pt x="198034" y="0"/>
                    </a:cubicBezTo>
                    <a:cubicBezTo>
                      <a:pt x="198034" y="2132145"/>
                      <a:pt x="198034" y="4261207"/>
                      <a:pt x="198034" y="6393351"/>
                    </a:cubicBezTo>
                  </a:path>
                </a:pathLst>
              </a:custGeom>
              <a:solidFill>
                <a:schemeClr val="accent5"/>
              </a:solidFill>
              <a:ln w="7704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US" dirty="0">
                  <a:latin typeface="Times New Roman" panose="02020603050405020304" pitchFamily="18" charset="0"/>
                  <a:cs typeface="Times New Roman" pitchFamily="18" charset="0"/>
                </a:endParaRPr>
              </a:p>
            </p:txBody>
          </p:sp>
          <p:sp>
            <p:nvSpPr>
              <p:cNvPr id="42" name="Freeform: Shape 5">
                <a:extLst>
                  <a:ext uri="{FF2B5EF4-FFF2-40B4-BE49-F238E27FC236}">
                    <a16:creationId xmlns:a16="http://schemas.microsoft.com/office/drawing/2014/main" id="{F6284352-7A7E-48DA-8B26-7B51CCB5A721}"/>
                  </a:ext>
                </a:extLst>
              </p:cNvPr>
              <p:cNvSpPr/>
              <p:nvPr/>
            </p:nvSpPr>
            <p:spPr>
              <a:xfrm>
                <a:off x="4676621" y="2926994"/>
                <a:ext cx="37550" cy="2394576"/>
              </a:xfrm>
              <a:custGeom>
                <a:avLst/>
                <a:gdLst>
                  <a:gd name="connsiteX0" fmla="*/ 0 w 100173"/>
                  <a:gd name="connsiteY0" fmla="*/ 6392581 h 6387957"/>
                  <a:gd name="connsiteX1" fmla="*/ 0 w 100173"/>
                  <a:gd name="connsiteY1" fmla="*/ 0 h 6387957"/>
                  <a:gd name="connsiteX2" fmla="*/ 103255 w 100173"/>
                  <a:gd name="connsiteY2" fmla="*/ 0 h 6387957"/>
                  <a:gd name="connsiteX3" fmla="*/ 103255 w 100173"/>
                  <a:gd name="connsiteY3" fmla="*/ 6392581 h 6387957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</a:cxnLst>
                <a:rect l="l" t="t" r="r" b="b"/>
                <a:pathLst>
                  <a:path w="100173" h="6387957">
                    <a:moveTo>
                      <a:pt x="0" y="6392581"/>
                    </a:moveTo>
                    <a:cubicBezTo>
                      <a:pt x="0" y="4261207"/>
                      <a:pt x="0" y="2131374"/>
                      <a:pt x="0" y="0"/>
                    </a:cubicBezTo>
                    <a:cubicBezTo>
                      <a:pt x="34675" y="0"/>
                      <a:pt x="67809" y="0"/>
                      <a:pt x="103255" y="0"/>
                    </a:cubicBezTo>
                    <a:cubicBezTo>
                      <a:pt x="103255" y="2130603"/>
                      <a:pt x="103255" y="4260437"/>
                      <a:pt x="103255" y="6392581"/>
                    </a:cubicBezTo>
                  </a:path>
                </a:pathLst>
              </a:custGeom>
              <a:solidFill>
                <a:schemeClr val="accent5"/>
              </a:solidFill>
              <a:ln w="7704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US" dirty="0">
                  <a:latin typeface="Times New Roman" panose="02020603050405020304" pitchFamily="18" charset="0"/>
                  <a:cs typeface="Times New Roman" pitchFamily="18" charset="0"/>
                </a:endParaRPr>
              </a:p>
            </p:txBody>
          </p:sp>
          <p:sp>
            <p:nvSpPr>
              <p:cNvPr id="43" name="Freeform: Shape 6">
                <a:extLst>
                  <a:ext uri="{FF2B5EF4-FFF2-40B4-BE49-F238E27FC236}">
                    <a16:creationId xmlns:a16="http://schemas.microsoft.com/office/drawing/2014/main" id="{8AB1A5A0-486E-4510-BCA8-845A3DA94D58}"/>
                  </a:ext>
                </a:extLst>
              </p:cNvPr>
              <p:cNvSpPr/>
              <p:nvPr/>
            </p:nvSpPr>
            <p:spPr>
              <a:xfrm>
                <a:off x="5706626" y="2927282"/>
                <a:ext cx="109764" cy="2394576"/>
              </a:xfrm>
              <a:custGeom>
                <a:avLst/>
                <a:gdLst>
                  <a:gd name="connsiteX0" fmla="*/ 0 w 292813"/>
                  <a:gd name="connsiteY0" fmla="*/ 6392581 h 6387957"/>
                  <a:gd name="connsiteX1" fmla="*/ 0 w 292813"/>
                  <a:gd name="connsiteY1" fmla="*/ 0 h 6387957"/>
                  <a:gd name="connsiteX2" fmla="*/ 295125 w 292813"/>
                  <a:gd name="connsiteY2" fmla="*/ 0 h 6387957"/>
                  <a:gd name="connsiteX3" fmla="*/ 295125 w 292813"/>
                  <a:gd name="connsiteY3" fmla="*/ 6392581 h 6387957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</a:cxnLst>
                <a:rect l="l" t="t" r="r" b="b"/>
                <a:pathLst>
                  <a:path w="292813" h="6387957">
                    <a:moveTo>
                      <a:pt x="0" y="6392581"/>
                    </a:moveTo>
                    <a:cubicBezTo>
                      <a:pt x="0" y="4261978"/>
                      <a:pt x="0" y="2132145"/>
                      <a:pt x="0" y="0"/>
                    </a:cubicBezTo>
                    <a:cubicBezTo>
                      <a:pt x="97091" y="0"/>
                      <a:pt x="194952" y="0"/>
                      <a:pt x="295125" y="0"/>
                    </a:cubicBezTo>
                    <a:cubicBezTo>
                      <a:pt x="295125" y="2130603"/>
                      <a:pt x="295125" y="4259666"/>
                      <a:pt x="295125" y="6392581"/>
                    </a:cubicBezTo>
                  </a:path>
                </a:pathLst>
              </a:custGeom>
              <a:solidFill>
                <a:schemeClr val="accent2"/>
              </a:solidFill>
              <a:ln w="7704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US" dirty="0">
                  <a:latin typeface="Times New Roman" panose="02020603050405020304" pitchFamily="18" charset="0"/>
                  <a:cs typeface="Times New Roman" pitchFamily="18" charset="0"/>
                </a:endParaRPr>
              </a:p>
            </p:txBody>
          </p:sp>
          <p:sp>
            <p:nvSpPr>
              <p:cNvPr id="44" name="Freeform: Shape 7">
                <a:extLst>
                  <a:ext uri="{FF2B5EF4-FFF2-40B4-BE49-F238E27FC236}">
                    <a16:creationId xmlns:a16="http://schemas.microsoft.com/office/drawing/2014/main" id="{D81590AB-AD28-44BD-8461-22FE3E26E6E0}"/>
                  </a:ext>
                </a:extLst>
              </p:cNvPr>
              <p:cNvSpPr/>
              <p:nvPr/>
            </p:nvSpPr>
            <p:spPr>
              <a:xfrm>
                <a:off x="5022376" y="2926994"/>
                <a:ext cx="75101" cy="2394576"/>
              </a:xfrm>
              <a:custGeom>
                <a:avLst/>
                <a:gdLst>
                  <a:gd name="connsiteX0" fmla="*/ 0 w 200346"/>
                  <a:gd name="connsiteY0" fmla="*/ 6392581 h 6387957"/>
                  <a:gd name="connsiteX1" fmla="*/ 0 w 200346"/>
                  <a:gd name="connsiteY1" fmla="*/ 0 h 6387957"/>
                  <a:gd name="connsiteX2" fmla="*/ 201117 w 200346"/>
                  <a:gd name="connsiteY2" fmla="*/ 0 h 6387957"/>
                  <a:gd name="connsiteX3" fmla="*/ 201117 w 200346"/>
                  <a:gd name="connsiteY3" fmla="*/ 6392581 h 6387957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</a:cxnLst>
                <a:rect l="l" t="t" r="r" b="b"/>
                <a:pathLst>
                  <a:path w="200346" h="6387957">
                    <a:moveTo>
                      <a:pt x="0" y="6392581"/>
                    </a:moveTo>
                    <a:cubicBezTo>
                      <a:pt x="0" y="4261207"/>
                      <a:pt x="0" y="2132145"/>
                      <a:pt x="0" y="0"/>
                    </a:cubicBezTo>
                    <a:cubicBezTo>
                      <a:pt x="67039" y="0"/>
                      <a:pt x="133307" y="0"/>
                      <a:pt x="201117" y="0"/>
                    </a:cubicBezTo>
                    <a:cubicBezTo>
                      <a:pt x="201117" y="2131374"/>
                      <a:pt x="201117" y="4260437"/>
                      <a:pt x="201117" y="6392581"/>
                    </a:cubicBezTo>
                  </a:path>
                </a:pathLst>
              </a:custGeom>
              <a:solidFill>
                <a:schemeClr val="accent4"/>
              </a:solidFill>
              <a:ln w="7704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US" dirty="0">
                  <a:latin typeface="Times New Roman" panose="02020603050405020304" pitchFamily="18" charset="0"/>
                  <a:cs typeface="Times New Roman" pitchFamily="18" charset="0"/>
                </a:endParaRPr>
              </a:p>
            </p:txBody>
          </p:sp>
          <p:sp>
            <p:nvSpPr>
              <p:cNvPr id="45" name="Freeform: Shape 8">
                <a:extLst>
                  <a:ext uri="{FF2B5EF4-FFF2-40B4-BE49-F238E27FC236}">
                    <a16:creationId xmlns:a16="http://schemas.microsoft.com/office/drawing/2014/main" id="{C3640730-A67E-4C43-A7C2-B4C32BF965C4}"/>
                  </a:ext>
                </a:extLst>
              </p:cNvPr>
              <p:cNvSpPr/>
              <p:nvPr/>
            </p:nvSpPr>
            <p:spPr>
              <a:xfrm>
                <a:off x="4877829" y="2926994"/>
                <a:ext cx="72212" cy="2394576"/>
              </a:xfrm>
              <a:custGeom>
                <a:avLst/>
                <a:gdLst>
                  <a:gd name="connsiteX0" fmla="*/ 0 w 192640"/>
                  <a:gd name="connsiteY0" fmla="*/ 6392581 h 6387957"/>
                  <a:gd name="connsiteX1" fmla="*/ 0 w 192640"/>
                  <a:gd name="connsiteY1" fmla="*/ 0 h 6387957"/>
                  <a:gd name="connsiteX2" fmla="*/ 198805 w 192640"/>
                  <a:gd name="connsiteY2" fmla="*/ 0 h 6387957"/>
                  <a:gd name="connsiteX3" fmla="*/ 198805 w 192640"/>
                  <a:gd name="connsiteY3" fmla="*/ 6392581 h 6387957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</a:cxnLst>
                <a:rect l="l" t="t" r="r" b="b"/>
                <a:pathLst>
                  <a:path w="192640" h="6387957">
                    <a:moveTo>
                      <a:pt x="0" y="6392581"/>
                    </a:moveTo>
                    <a:cubicBezTo>
                      <a:pt x="0" y="4261207"/>
                      <a:pt x="0" y="2131374"/>
                      <a:pt x="0" y="0"/>
                    </a:cubicBezTo>
                    <a:cubicBezTo>
                      <a:pt x="67039" y="0"/>
                      <a:pt x="131766" y="0"/>
                      <a:pt x="198805" y="0"/>
                    </a:cubicBezTo>
                    <a:cubicBezTo>
                      <a:pt x="198805" y="2130603"/>
                      <a:pt x="198805" y="4260437"/>
                      <a:pt x="198805" y="6392581"/>
                    </a:cubicBezTo>
                  </a:path>
                </a:pathLst>
              </a:custGeom>
              <a:solidFill>
                <a:schemeClr val="accent4"/>
              </a:solidFill>
              <a:ln w="7704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US" dirty="0">
                  <a:latin typeface="Times New Roman" panose="02020603050405020304" pitchFamily="18" charset="0"/>
                  <a:cs typeface="Times New Roman" pitchFamily="18" charset="0"/>
                </a:endParaRPr>
              </a:p>
            </p:txBody>
          </p:sp>
          <p:sp>
            <p:nvSpPr>
              <p:cNvPr id="46" name="Freeform: Shape 9">
                <a:extLst>
                  <a:ext uri="{FF2B5EF4-FFF2-40B4-BE49-F238E27FC236}">
                    <a16:creationId xmlns:a16="http://schemas.microsoft.com/office/drawing/2014/main" id="{8F91D3B5-0631-4E10-8E8F-A90BDB6CEF8C}"/>
                  </a:ext>
                </a:extLst>
              </p:cNvPr>
              <p:cNvSpPr/>
              <p:nvPr/>
            </p:nvSpPr>
            <p:spPr>
              <a:xfrm>
                <a:off x="4559765" y="2926994"/>
                <a:ext cx="72212" cy="2394576"/>
              </a:xfrm>
              <a:custGeom>
                <a:avLst/>
                <a:gdLst>
                  <a:gd name="connsiteX0" fmla="*/ 0 w 192640"/>
                  <a:gd name="connsiteY0" fmla="*/ 6393351 h 6387957"/>
                  <a:gd name="connsiteX1" fmla="*/ 0 w 192640"/>
                  <a:gd name="connsiteY1" fmla="*/ 0 h 6387957"/>
                  <a:gd name="connsiteX2" fmla="*/ 198034 w 192640"/>
                  <a:gd name="connsiteY2" fmla="*/ 0 h 6387957"/>
                  <a:gd name="connsiteX3" fmla="*/ 198034 w 192640"/>
                  <a:gd name="connsiteY3" fmla="*/ 6393351 h 6387957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</a:cxnLst>
                <a:rect l="l" t="t" r="r" b="b"/>
                <a:pathLst>
                  <a:path w="192640" h="6387957">
                    <a:moveTo>
                      <a:pt x="0" y="6393351"/>
                    </a:moveTo>
                    <a:cubicBezTo>
                      <a:pt x="0" y="4261207"/>
                      <a:pt x="0" y="2132145"/>
                      <a:pt x="0" y="0"/>
                    </a:cubicBezTo>
                    <a:cubicBezTo>
                      <a:pt x="67039" y="0"/>
                      <a:pt x="131766" y="0"/>
                      <a:pt x="198034" y="0"/>
                    </a:cubicBezTo>
                    <a:cubicBezTo>
                      <a:pt x="198034" y="2132145"/>
                      <a:pt x="198034" y="4261207"/>
                      <a:pt x="198034" y="6393351"/>
                    </a:cubicBezTo>
                  </a:path>
                </a:pathLst>
              </a:custGeom>
              <a:solidFill>
                <a:schemeClr val="accent6"/>
              </a:solidFill>
              <a:ln w="7704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US" dirty="0">
                  <a:latin typeface="Times New Roman" panose="02020603050405020304" pitchFamily="18" charset="0"/>
                  <a:cs typeface="Times New Roman" pitchFamily="18" charset="0"/>
                </a:endParaRPr>
              </a:p>
            </p:txBody>
          </p:sp>
          <p:sp>
            <p:nvSpPr>
              <p:cNvPr id="47" name="Freeform: Shape 10">
                <a:extLst>
                  <a:ext uri="{FF2B5EF4-FFF2-40B4-BE49-F238E27FC236}">
                    <a16:creationId xmlns:a16="http://schemas.microsoft.com/office/drawing/2014/main" id="{9833ED5E-247A-4AFE-956E-D90EE783EDB3}"/>
                  </a:ext>
                </a:extLst>
              </p:cNvPr>
              <p:cNvSpPr/>
              <p:nvPr/>
            </p:nvSpPr>
            <p:spPr>
              <a:xfrm>
                <a:off x="4433987" y="2926705"/>
                <a:ext cx="37550" cy="2567886"/>
              </a:xfrm>
              <a:custGeom>
                <a:avLst/>
                <a:gdLst>
                  <a:gd name="connsiteX0" fmla="*/ 0 w 100173"/>
                  <a:gd name="connsiteY0" fmla="*/ 6854918 h 6850294"/>
                  <a:gd name="connsiteX1" fmla="*/ 0 w 100173"/>
                  <a:gd name="connsiteY1" fmla="*/ 0 h 6850294"/>
                  <a:gd name="connsiteX2" fmla="*/ 103255 w 100173"/>
                  <a:gd name="connsiteY2" fmla="*/ 0 h 6850294"/>
                  <a:gd name="connsiteX3" fmla="*/ 103255 w 100173"/>
                  <a:gd name="connsiteY3" fmla="*/ 6854918 h 6850294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</a:cxnLst>
                <a:rect l="l" t="t" r="r" b="b"/>
                <a:pathLst>
                  <a:path w="100173" h="6850294">
                    <a:moveTo>
                      <a:pt x="0" y="6854918"/>
                    </a:moveTo>
                    <a:cubicBezTo>
                      <a:pt x="0" y="4570202"/>
                      <a:pt x="0" y="2286257"/>
                      <a:pt x="0" y="0"/>
                    </a:cubicBezTo>
                    <a:cubicBezTo>
                      <a:pt x="34675" y="0"/>
                      <a:pt x="67809" y="0"/>
                      <a:pt x="103255" y="0"/>
                    </a:cubicBezTo>
                    <a:cubicBezTo>
                      <a:pt x="103255" y="2284716"/>
                      <a:pt x="103255" y="4567891"/>
                      <a:pt x="103255" y="6854918"/>
                    </a:cubicBezTo>
                  </a:path>
                </a:pathLst>
              </a:custGeom>
              <a:solidFill>
                <a:schemeClr val="accent6"/>
              </a:solidFill>
              <a:ln w="7704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US" dirty="0">
                  <a:latin typeface="Times New Roman" panose="02020603050405020304" pitchFamily="18" charset="0"/>
                  <a:cs typeface="Times New Roman" pitchFamily="18" charset="0"/>
                </a:endParaRPr>
              </a:p>
            </p:txBody>
          </p:sp>
          <p:sp>
            <p:nvSpPr>
              <p:cNvPr id="48" name="Freeform: Shape 11">
                <a:extLst>
                  <a:ext uri="{FF2B5EF4-FFF2-40B4-BE49-F238E27FC236}">
                    <a16:creationId xmlns:a16="http://schemas.microsoft.com/office/drawing/2014/main" id="{E5EC525C-3908-4545-B9F0-C982F2420877}"/>
                  </a:ext>
                </a:extLst>
              </p:cNvPr>
              <p:cNvSpPr/>
              <p:nvPr/>
            </p:nvSpPr>
            <p:spPr>
              <a:xfrm>
                <a:off x="4366684" y="2927282"/>
                <a:ext cx="37550" cy="2567886"/>
              </a:xfrm>
              <a:custGeom>
                <a:avLst/>
                <a:gdLst>
                  <a:gd name="connsiteX0" fmla="*/ 0 w 100173"/>
                  <a:gd name="connsiteY0" fmla="*/ 6854148 h 6850294"/>
                  <a:gd name="connsiteX1" fmla="*/ 0 w 100173"/>
                  <a:gd name="connsiteY1" fmla="*/ 0 h 6850294"/>
                  <a:gd name="connsiteX2" fmla="*/ 103255 w 100173"/>
                  <a:gd name="connsiteY2" fmla="*/ 0 h 6850294"/>
                  <a:gd name="connsiteX3" fmla="*/ 103255 w 100173"/>
                  <a:gd name="connsiteY3" fmla="*/ 6854918 h 6850294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</a:cxnLst>
                <a:rect l="l" t="t" r="r" b="b"/>
                <a:pathLst>
                  <a:path w="100173" h="6850294">
                    <a:moveTo>
                      <a:pt x="0" y="6854148"/>
                    </a:moveTo>
                    <a:cubicBezTo>
                      <a:pt x="0" y="4569432"/>
                      <a:pt x="0" y="2286257"/>
                      <a:pt x="0" y="0"/>
                    </a:cubicBezTo>
                    <a:cubicBezTo>
                      <a:pt x="33905" y="0"/>
                      <a:pt x="67809" y="0"/>
                      <a:pt x="103255" y="0"/>
                    </a:cubicBezTo>
                    <a:cubicBezTo>
                      <a:pt x="103255" y="2285486"/>
                      <a:pt x="103255" y="4568661"/>
                      <a:pt x="103255" y="6854918"/>
                    </a:cubicBezTo>
                  </a:path>
                </a:pathLst>
              </a:custGeom>
              <a:solidFill>
                <a:schemeClr val="accent6"/>
              </a:solidFill>
              <a:ln w="7704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US" dirty="0">
                  <a:latin typeface="Times New Roman" panose="02020603050405020304" pitchFamily="18" charset="0"/>
                  <a:cs typeface="Times New Roman" pitchFamily="18" charset="0"/>
                </a:endParaRPr>
              </a:p>
            </p:txBody>
          </p:sp>
          <p:sp>
            <p:nvSpPr>
              <p:cNvPr id="49" name="Freeform: Shape 12">
                <a:extLst>
                  <a:ext uri="{FF2B5EF4-FFF2-40B4-BE49-F238E27FC236}">
                    <a16:creationId xmlns:a16="http://schemas.microsoft.com/office/drawing/2014/main" id="{09C432BF-83BF-44C7-8A68-9B35111165C4}"/>
                  </a:ext>
                </a:extLst>
              </p:cNvPr>
              <p:cNvSpPr/>
              <p:nvPr/>
            </p:nvSpPr>
            <p:spPr>
              <a:xfrm>
                <a:off x="5957386" y="2926705"/>
                <a:ext cx="37550" cy="2567886"/>
              </a:xfrm>
              <a:custGeom>
                <a:avLst/>
                <a:gdLst>
                  <a:gd name="connsiteX0" fmla="*/ 0 w 100173"/>
                  <a:gd name="connsiteY0" fmla="*/ 6854918 h 6850294"/>
                  <a:gd name="connsiteX1" fmla="*/ 0 w 100173"/>
                  <a:gd name="connsiteY1" fmla="*/ 0 h 6850294"/>
                  <a:gd name="connsiteX2" fmla="*/ 103255 w 100173"/>
                  <a:gd name="connsiteY2" fmla="*/ 0 h 6850294"/>
                  <a:gd name="connsiteX3" fmla="*/ 103255 w 100173"/>
                  <a:gd name="connsiteY3" fmla="*/ 6854918 h 6850294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</a:cxnLst>
                <a:rect l="l" t="t" r="r" b="b"/>
                <a:pathLst>
                  <a:path w="100173" h="6850294">
                    <a:moveTo>
                      <a:pt x="0" y="6854918"/>
                    </a:moveTo>
                    <a:cubicBezTo>
                      <a:pt x="0" y="4570202"/>
                      <a:pt x="0" y="2286257"/>
                      <a:pt x="0" y="0"/>
                    </a:cubicBezTo>
                    <a:cubicBezTo>
                      <a:pt x="34675" y="0"/>
                      <a:pt x="67809" y="0"/>
                      <a:pt x="103255" y="0"/>
                    </a:cubicBezTo>
                    <a:cubicBezTo>
                      <a:pt x="103255" y="2283945"/>
                      <a:pt x="103255" y="4567891"/>
                      <a:pt x="103255" y="6854918"/>
                    </a:cubicBezTo>
                  </a:path>
                </a:pathLst>
              </a:custGeom>
              <a:solidFill>
                <a:schemeClr val="accent6"/>
              </a:solidFill>
              <a:ln w="7704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US" dirty="0">
                  <a:latin typeface="Times New Roman" panose="02020603050405020304" pitchFamily="18" charset="0"/>
                  <a:cs typeface="Times New Roman" pitchFamily="18" charset="0"/>
                </a:endParaRPr>
              </a:p>
            </p:txBody>
          </p:sp>
          <p:sp>
            <p:nvSpPr>
              <p:cNvPr id="50" name="Freeform: Shape 13">
                <a:extLst>
                  <a:ext uri="{FF2B5EF4-FFF2-40B4-BE49-F238E27FC236}">
                    <a16:creationId xmlns:a16="http://schemas.microsoft.com/office/drawing/2014/main" id="{4D5F14F6-BD9C-4471-B822-35693E0ECCEE}"/>
                  </a:ext>
                </a:extLst>
              </p:cNvPr>
              <p:cNvSpPr/>
              <p:nvPr/>
            </p:nvSpPr>
            <p:spPr>
              <a:xfrm>
                <a:off x="6024689" y="2926127"/>
                <a:ext cx="37550" cy="2567886"/>
              </a:xfrm>
              <a:custGeom>
                <a:avLst/>
                <a:gdLst>
                  <a:gd name="connsiteX0" fmla="*/ 0 w 100173"/>
                  <a:gd name="connsiteY0" fmla="*/ 6857230 h 6850294"/>
                  <a:gd name="connsiteX1" fmla="*/ 0 w 100173"/>
                  <a:gd name="connsiteY1" fmla="*/ 0 h 6850294"/>
                  <a:gd name="connsiteX2" fmla="*/ 52398 w 100173"/>
                  <a:gd name="connsiteY2" fmla="*/ 0 h 6850294"/>
                  <a:gd name="connsiteX3" fmla="*/ 103255 w 100173"/>
                  <a:gd name="connsiteY3" fmla="*/ 0 h 6850294"/>
                  <a:gd name="connsiteX4" fmla="*/ 103255 w 100173"/>
                  <a:gd name="connsiteY4" fmla="*/ 6857230 h 6850294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</a:cxnLst>
                <a:rect l="l" t="t" r="r" b="b"/>
                <a:pathLst>
                  <a:path w="100173" h="6850294">
                    <a:moveTo>
                      <a:pt x="0" y="6857230"/>
                    </a:moveTo>
                    <a:cubicBezTo>
                      <a:pt x="0" y="4572514"/>
                      <a:pt x="0" y="2288569"/>
                      <a:pt x="0" y="0"/>
                    </a:cubicBezTo>
                    <a:cubicBezTo>
                      <a:pt x="17723" y="0"/>
                      <a:pt x="34675" y="0"/>
                      <a:pt x="52398" y="0"/>
                    </a:cubicBezTo>
                    <a:cubicBezTo>
                      <a:pt x="68580" y="0"/>
                      <a:pt x="84762" y="0"/>
                      <a:pt x="103255" y="0"/>
                    </a:cubicBezTo>
                    <a:cubicBezTo>
                      <a:pt x="103255" y="2287798"/>
                      <a:pt x="103255" y="4571743"/>
                      <a:pt x="103255" y="6857230"/>
                    </a:cubicBezTo>
                  </a:path>
                </a:pathLst>
              </a:custGeom>
              <a:solidFill>
                <a:schemeClr val="accent6"/>
              </a:solidFill>
              <a:ln w="7704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US" dirty="0">
                  <a:latin typeface="Times New Roman" panose="02020603050405020304" pitchFamily="18" charset="0"/>
                  <a:cs typeface="Times New Roman" pitchFamily="18" charset="0"/>
                </a:endParaRPr>
              </a:p>
            </p:txBody>
          </p:sp>
          <p:sp>
            <p:nvSpPr>
              <p:cNvPr id="51" name="Freeform: Shape 14">
                <a:extLst>
                  <a:ext uri="{FF2B5EF4-FFF2-40B4-BE49-F238E27FC236}">
                    <a16:creationId xmlns:a16="http://schemas.microsoft.com/office/drawing/2014/main" id="{35B6ED53-E8E4-4DE2-BE76-D07542427D91}"/>
                  </a:ext>
                </a:extLst>
              </p:cNvPr>
              <p:cNvSpPr/>
              <p:nvPr/>
            </p:nvSpPr>
            <p:spPr>
              <a:xfrm>
                <a:off x="5890084" y="2926994"/>
                <a:ext cx="37550" cy="2394576"/>
              </a:xfrm>
              <a:custGeom>
                <a:avLst/>
                <a:gdLst>
                  <a:gd name="connsiteX0" fmla="*/ 0 w 100173"/>
                  <a:gd name="connsiteY0" fmla="*/ 6392581 h 6387957"/>
                  <a:gd name="connsiteX1" fmla="*/ 0 w 100173"/>
                  <a:gd name="connsiteY1" fmla="*/ 0 h 6387957"/>
                  <a:gd name="connsiteX2" fmla="*/ 101714 w 100173"/>
                  <a:gd name="connsiteY2" fmla="*/ 0 h 6387957"/>
                  <a:gd name="connsiteX3" fmla="*/ 101714 w 100173"/>
                  <a:gd name="connsiteY3" fmla="*/ 6392581 h 6387957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</a:cxnLst>
                <a:rect l="l" t="t" r="r" b="b"/>
                <a:pathLst>
                  <a:path w="100173" h="6387957">
                    <a:moveTo>
                      <a:pt x="0" y="6392581"/>
                    </a:moveTo>
                    <a:cubicBezTo>
                      <a:pt x="0" y="4262748"/>
                      <a:pt x="0" y="2132145"/>
                      <a:pt x="0" y="0"/>
                    </a:cubicBezTo>
                    <a:cubicBezTo>
                      <a:pt x="33904" y="0"/>
                      <a:pt x="67039" y="0"/>
                      <a:pt x="101714" y="0"/>
                    </a:cubicBezTo>
                    <a:cubicBezTo>
                      <a:pt x="101714" y="2130603"/>
                      <a:pt x="101714" y="4260437"/>
                      <a:pt x="101714" y="6392581"/>
                    </a:cubicBezTo>
                  </a:path>
                </a:pathLst>
              </a:custGeom>
              <a:solidFill>
                <a:schemeClr val="accent6"/>
              </a:solidFill>
              <a:ln w="7704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US" dirty="0">
                  <a:latin typeface="Times New Roman" panose="02020603050405020304" pitchFamily="18" charset="0"/>
                  <a:cs typeface="Times New Roman" pitchFamily="18" charset="0"/>
                </a:endParaRPr>
              </a:p>
            </p:txBody>
          </p:sp>
          <p:sp>
            <p:nvSpPr>
              <p:cNvPr id="52" name="Freeform: Shape 15">
                <a:extLst>
                  <a:ext uri="{FF2B5EF4-FFF2-40B4-BE49-F238E27FC236}">
                    <a16:creationId xmlns:a16="http://schemas.microsoft.com/office/drawing/2014/main" id="{A8A97A24-DC2C-49EC-B707-A0A7A527B0A9}"/>
                  </a:ext>
                </a:extLst>
              </p:cNvPr>
              <p:cNvSpPr/>
              <p:nvPr/>
            </p:nvSpPr>
            <p:spPr>
              <a:xfrm>
                <a:off x="6091991" y="2926994"/>
                <a:ext cx="37550" cy="2394576"/>
              </a:xfrm>
              <a:custGeom>
                <a:avLst/>
                <a:gdLst>
                  <a:gd name="connsiteX0" fmla="*/ 0 w 100173"/>
                  <a:gd name="connsiteY0" fmla="*/ 6393351 h 6387957"/>
                  <a:gd name="connsiteX1" fmla="*/ 0 w 100173"/>
                  <a:gd name="connsiteY1" fmla="*/ 0 h 6387957"/>
                  <a:gd name="connsiteX2" fmla="*/ 103255 w 100173"/>
                  <a:gd name="connsiteY2" fmla="*/ 0 h 6387957"/>
                  <a:gd name="connsiteX3" fmla="*/ 103255 w 100173"/>
                  <a:gd name="connsiteY3" fmla="*/ 6393351 h 6387957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</a:cxnLst>
                <a:rect l="l" t="t" r="r" b="b"/>
                <a:pathLst>
                  <a:path w="100173" h="6387957">
                    <a:moveTo>
                      <a:pt x="0" y="6393351"/>
                    </a:moveTo>
                    <a:cubicBezTo>
                      <a:pt x="0" y="4261978"/>
                      <a:pt x="0" y="2132915"/>
                      <a:pt x="0" y="0"/>
                    </a:cubicBezTo>
                    <a:cubicBezTo>
                      <a:pt x="34675" y="0"/>
                      <a:pt x="67809" y="0"/>
                      <a:pt x="103255" y="0"/>
                    </a:cubicBezTo>
                    <a:cubicBezTo>
                      <a:pt x="103255" y="2131374"/>
                      <a:pt x="103255" y="4261207"/>
                      <a:pt x="103255" y="6393351"/>
                    </a:cubicBezTo>
                  </a:path>
                </a:pathLst>
              </a:custGeom>
              <a:solidFill>
                <a:schemeClr val="accent6"/>
              </a:solidFill>
              <a:ln w="7704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US" dirty="0">
                  <a:latin typeface="Times New Roman" panose="02020603050405020304" pitchFamily="18" charset="0"/>
                  <a:cs typeface="Times New Roman" pitchFamily="18" charset="0"/>
                </a:endParaRPr>
              </a:p>
            </p:txBody>
          </p:sp>
          <p:sp>
            <p:nvSpPr>
              <p:cNvPr id="53" name="Freeform: Shape 16">
                <a:extLst>
                  <a:ext uri="{FF2B5EF4-FFF2-40B4-BE49-F238E27FC236}">
                    <a16:creationId xmlns:a16="http://schemas.microsoft.com/office/drawing/2014/main" id="{4ED0FC69-47AA-4FC9-8D08-3147EA5A1734}"/>
                  </a:ext>
                </a:extLst>
              </p:cNvPr>
              <p:cNvSpPr/>
              <p:nvPr/>
            </p:nvSpPr>
            <p:spPr>
              <a:xfrm>
                <a:off x="7139759" y="2926994"/>
                <a:ext cx="109764" cy="2394576"/>
              </a:xfrm>
              <a:custGeom>
                <a:avLst/>
                <a:gdLst>
                  <a:gd name="connsiteX0" fmla="*/ 0 w 292813"/>
                  <a:gd name="connsiteY0" fmla="*/ 6393351 h 6387957"/>
                  <a:gd name="connsiteX1" fmla="*/ 0 w 292813"/>
                  <a:gd name="connsiteY1" fmla="*/ 0 h 6387957"/>
                  <a:gd name="connsiteX2" fmla="*/ 295125 w 292813"/>
                  <a:gd name="connsiteY2" fmla="*/ 0 h 6387957"/>
                  <a:gd name="connsiteX3" fmla="*/ 295125 w 292813"/>
                  <a:gd name="connsiteY3" fmla="*/ 6393351 h 6387957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</a:cxnLst>
                <a:rect l="l" t="t" r="r" b="b"/>
                <a:pathLst>
                  <a:path w="292813" h="6387957">
                    <a:moveTo>
                      <a:pt x="0" y="6393351"/>
                    </a:moveTo>
                    <a:cubicBezTo>
                      <a:pt x="0" y="4261207"/>
                      <a:pt x="0" y="2131374"/>
                      <a:pt x="0" y="0"/>
                    </a:cubicBezTo>
                    <a:cubicBezTo>
                      <a:pt x="99403" y="0"/>
                      <a:pt x="196493" y="0"/>
                      <a:pt x="295125" y="0"/>
                    </a:cubicBezTo>
                    <a:cubicBezTo>
                      <a:pt x="295125" y="2132145"/>
                      <a:pt x="295125" y="4261207"/>
                      <a:pt x="295125" y="6393351"/>
                    </a:cubicBezTo>
                  </a:path>
                </a:pathLst>
              </a:custGeom>
              <a:solidFill>
                <a:schemeClr val="accent2"/>
              </a:solidFill>
              <a:ln w="7704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US" dirty="0">
                  <a:latin typeface="Times New Roman" panose="02020603050405020304" pitchFamily="18" charset="0"/>
                  <a:cs typeface="Times New Roman" pitchFamily="18" charset="0"/>
                </a:endParaRPr>
              </a:p>
            </p:txBody>
          </p:sp>
          <p:sp>
            <p:nvSpPr>
              <p:cNvPr id="54" name="Freeform: Shape 17">
                <a:extLst>
                  <a:ext uri="{FF2B5EF4-FFF2-40B4-BE49-F238E27FC236}">
                    <a16:creationId xmlns:a16="http://schemas.microsoft.com/office/drawing/2014/main" id="{2757EAE5-8C6A-452C-9A4B-7A71BBF68BB8}"/>
                  </a:ext>
                </a:extLst>
              </p:cNvPr>
              <p:cNvSpPr/>
              <p:nvPr/>
            </p:nvSpPr>
            <p:spPr>
              <a:xfrm>
                <a:off x="7280788" y="2926994"/>
                <a:ext cx="37550" cy="2394576"/>
              </a:xfrm>
              <a:custGeom>
                <a:avLst/>
                <a:gdLst>
                  <a:gd name="connsiteX0" fmla="*/ 0 w 100173"/>
                  <a:gd name="connsiteY0" fmla="*/ 6392581 h 6387957"/>
                  <a:gd name="connsiteX1" fmla="*/ 0 w 100173"/>
                  <a:gd name="connsiteY1" fmla="*/ 0 h 6387957"/>
                  <a:gd name="connsiteX2" fmla="*/ 103255 w 100173"/>
                  <a:gd name="connsiteY2" fmla="*/ 0 h 6387957"/>
                  <a:gd name="connsiteX3" fmla="*/ 103255 w 100173"/>
                  <a:gd name="connsiteY3" fmla="*/ 6392581 h 6387957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</a:cxnLst>
                <a:rect l="l" t="t" r="r" b="b"/>
                <a:pathLst>
                  <a:path w="100173" h="6387957">
                    <a:moveTo>
                      <a:pt x="0" y="6392581"/>
                    </a:moveTo>
                    <a:cubicBezTo>
                      <a:pt x="0" y="4261207"/>
                      <a:pt x="0" y="2131374"/>
                      <a:pt x="0" y="0"/>
                    </a:cubicBezTo>
                    <a:cubicBezTo>
                      <a:pt x="34675" y="0"/>
                      <a:pt x="67809" y="0"/>
                      <a:pt x="103255" y="0"/>
                    </a:cubicBezTo>
                    <a:cubicBezTo>
                      <a:pt x="103255" y="2130603"/>
                      <a:pt x="103255" y="4260437"/>
                      <a:pt x="103255" y="6392581"/>
                    </a:cubicBezTo>
                  </a:path>
                </a:pathLst>
              </a:custGeom>
              <a:solidFill>
                <a:schemeClr val="accent2"/>
              </a:solidFill>
              <a:ln w="7704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US" dirty="0">
                  <a:latin typeface="Times New Roman" panose="02020603050405020304" pitchFamily="18" charset="0"/>
                  <a:cs typeface="Times New Roman" pitchFamily="18" charset="0"/>
                </a:endParaRPr>
              </a:p>
            </p:txBody>
          </p:sp>
          <p:sp>
            <p:nvSpPr>
              <p:cNvPr id="55" name="Freeform: Shape 18">
                <a:extLst>
                  <a:ext uri="{FF2B5EF4-FFF2-40B4-BE49-F238E27FC236}">
                    <a16:creationId xmlns:a16="http://schemas.microsoft.com/office/drawing/2014/main" id="{9A398514-6CBA-493F-8416-AE84CB3E34D9}"/>
                  </a:ext>
                </a:extLst>
              </p:cNvPr>
              <p:cNvSpPr/>
              <p:nvPr/>
            </p:nvSpPr>
            <p:spPr>
              <a:xfrm>
                <a:off x="7349773" y="2926994"/>
                <a:ext cx="109764" cy="2394576"/>
              </a:xfrm>
              <a:custGeom>
                <a:avLst/>
                <a:gdLst>
                  <a:gd name="connsiteX0" fmla="*/ 0 w 292813"/>
                  <a:gd name="connsiteY0" fmla="*/ 6393351 h 6387957"/>
                  <a:gd name="connsiteX1" fmla="*/ 0 w 292813"/>
                  <a:gd name="connsiteY1" fmla="*/ 0 h 6387957"/>
                  <a:gd name="connsiteX2" fmla="*/ 295125 w 292813"/>
                  <a:gd name="connsiteY2" fmla="*/ 0 h 6387957"/>
                  <a:gd name="connsiteX3" fmla="*/ 295125 w 292813"/>
                  <a:gd name="connsiteY3" fmla="*/ 6393351 h 6387957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</a:cxnLst>
                <a:rect l="l" t="t" r="r" b="b"/>
                <a:pathLst>
                  <a:path w="292813" h="6387957">
                    <a:moveTo>
                      <a:pt x="0" y="6393351"/>
                    </a:moveTo>
                    <a:cubicBezTo>
                      <a:pt x="0" y="4261207"/>
                      <a:pt x="0" y="2132145"/>
                      <a:pt x="0" y="0"/>
                    </a:cubicBezTo>
                    <a:cubicBezTo>
                      <a:pt x="99402" y="0"/>
                      <a:pt x="195722" y="0"/>
                      <a:pt x="295125" y="0"/>
                    </a:cubicBezTo>
                    <a:cubicBezTo>
                      <a:pt x="295125" y="2132145"/>
                      <a:pt x="295125" y="4261207"/>
                      <a:pt x="295125" y="6393351"/>
                    </a:cubicBezTo>
                  </a:path>
                </a:pathLst>
              </a:custGeom>
              <a:solidFill>
                <a:schemeClr val="accent1"/>
              </a:solidFill>
              <a:ln w="7704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US" dirty="0">
                  <a:latin typeface="Times New Roman" panose="02020603050405020304" pitchFamily="18" charset="0"/>
                  <a:cs typeface="Times New Roman" pitchFamily="18" charset="0"/>
                </a:endParaRPr>
              </a:p>
            </p:txBody>
          </p:sp>
          <p:sp>
            <p:nvSpPr>
              <p:cNvPr id="56" name="Freeform: Shape 19">
                <a:extLst>
                  <a:ext uri="{FF2B5EF4-FFF2-40B4-BE49-F238E27FC236}">
                    <a16:creationId xmlns:a16="http://schemas.microsoft.com/office/drawing/2014/main" id="{248BDF24-2CD8-4F98-A671-38A09AFC3B84}"/>
                  </a:ext>
                </a:extLst>
              </p:cNvPr>
              <p:cNvSpPr/>
              <p:nvPr/>
            </p:nvSpPr>
            <p:spPr>
              <a:xfrm>
                <a:off x="7548511" y="2927282"/>
                <a:ext cx="41911" cy="2569908"/>
              </a:xfrm>
              <a:custGeom>
                <a:avLst/>
                <a:gdLst>
                  <a:gd name="connsiteX0" fmla="*/ 0 w 115584"/>
                  <a:gd name="connsiteY0" fmla="*/ 6753975 h 6850294"/>
                  <a:gd name="connsiteX1" fmla="*/ 13099 w 115584"/>
                  <a:gd name="connsiteY1" fmla="*/ 0 h 6850294"/>
                  <a:gd name="connsiteX2" fmla="*/ 118666 w 115584"/>
                  <a:gd name="connsiteY2" fmla="*/ 0 h 6850294"/>
                  <a:gd name="connsiteX3" fmla="*/ 118666 w 115584"/>
                  <a:gd name="connsiteY3" fmla="*/ 6855688 h 6850294"/>
                  <a:gd name="connsiteX0" fmla="*/ 0 w 111805"/>
                  <a:gd name="connsiteY0" fmla="*/ 6836322 h 6855688"/>
                  <a:gd name="connsiteX1" fmla="*/ 6237 w 111805"/>
                  <a:gd name="connsiteY1" fmla="*/ 0 h 6855688"/>
                  <a:gd name="connsiteX2" fmla="*/ 111804 w 111805"/>
                  <a:gd name="connsiteY2" fmla="*/ 0 h 6855688"/>
                  <a:gd name="connsiteX3" fmla="*/ 111804 w 111805"/>
                  <a:gd name="connsiteY3" fmla="*/ 6855688 h 6855688"/>
                  <a:gd name="connsiteX0" fmla="*/ 0 w 111804"/>
                  <a:gd name="connsiteY0" fmla="*/ 6853478 h 6855688"/>
                  <a:gd name="connsiteX1" fmla="*/ 6237 w 111804"/>
                  <a:gd name="connsiteY1" fmla="*/ 0 h 6855688"/>
                  <a:gd name="connsiteX2" fmla="*/ 111804 w 111804"/>
                  <a:gd name="connsiteY2" fmla="*/ 0 h 6855688"/>
                  <a:gd name="connsiteX3" fmla="*/ 111804 w 111804"/>
                  <a:gd name="connsiteY3" fmla="*/ 6855688 h 6855688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</a:cxnLst>
                <a:rect l="l" t="t" r="r" b="b"/>
                <a:pathLst>
                  <a:path w="111804" h="6855688">
                    <a:moveTo>
                      <a:pt x="0" y="6853478"/>
                    </a:moveTo>
                    <a:cubicBezTo>
                      <a:pt x="14640" y="4603437"/>
                      <a:pt x="3155" y="2253123"/>
                      <a:pt x="6237" y="0"/>
                    </a:cubicBezTo>
                    <a:lnTo>
                      <a:pt x="111804" y="0"/>
                    </a:lnTo>
                    <a:lnTo>
                      <a:pt x="111804" y="6855688"/>
                    </a:lnTo>
                  </a:path>
                </a:pathLst>
              </a:custGeom>
              <a:solidFill>
                <a:schemeClr val="accent1"/>
              </a:solidFill>
              <a:ln w="7704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US" dirty="0">
                  <a:latin typeface="Times New Roman" panose="02020603050405020304" pitchFamily="18" charset="0"/>
                  <a:cs typeface="Times New Roman" pitchFamily="18" charset="0"/>
                </a:endParaRPr>
              </a:p>
            </p:txBody>
          </p:sp>
          <p:sp>
            <p:nvSpPr>
              <p:cNvPr id="57" name="Freeform: Shape 20">
                <a:extLst>
                  <a:ext uri="{FF2B5EF4-FFF2-40B4-BE49-F238E27FC236}">
                    <a16:creationId xmlns:a16="http://schemas.microsoft.com/office/drawing/2014/main" id="{7984C3E4-7628-40C8-85CA-E19FCBCEF3F1}"/>
                  </a:ext>
                </a:extLst>
              </p:cNvPr>
              <p:cNvSpPr/>
              <p:nvPr/>
            </p:nvSpPr>
            <p:spPr>
              <a:xfrm>
                <a:off x="7485249" y="2926994"/>
                <a:ext cx="37550" cy="2394576"/>
              </a:xfrm>
              <a:custGeom>
                <a:avLst/>
                <a:gdLst>
                  <a:gd name="connsiteX0" fmla="*/ 0 w 100173"/>
                  <a:gd name="connsiteY0" fmla="*/ 6392581 h 6387957"/>
                  <a:gd name="connsiteX1" fmla="*/ 0 w 100173"/>
                  <a:gd name="connsiteY1" fmla="*/ 0 h 6387957"/>
                  <a:gd name="connsiteX2" fmla="*/ 103255 w 100173"/>
                  <a:gd name="connsiteY2" fmla="*/ 0 h 6387957"/>
                  <a:gd name="connsiteX3" fmla="*/ 103255 w 100173"/>
                  <a:gd name="connsiteY3" fmla="*/ 6392581 h 6387957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</a:cxnLst>
                <a:rect l="l" t="t" r="r" b="b"/>
                <a:pathLst>
                  <a:path w="100173" h="6387957">
                    <a:moveTo>
                      <a:pt x="0" y="6392581"/>
                    </a:moveTo>
                    <a:cubicBezTo>
                      <a:pt x="0" y="4261207"/>
                      <a:pt x="0" y="2131374"/>
                      <a:pt x="0" y="0"/>
                    </a:cubicBezTo>
                    <a:cubicBezTo>
                      <a:pt x="34675" y="0"/>
                      <a:pt x="67809" y="0"/>
                      <a:pt x="103255" y="0"/>
                    </a:cubicBezTo>
                    <a:cubicBezTo>
                      <a:pt x="103255" y="2130603"/>
                      <a:pt x="103255" y="4260437"/>
                      <a:pt x="103255" y="6392581"/>
                    </a:cubicBezTo>
                  </a:path>
                </a:pathLst>
              </a:custGeom>
              <a:solidFill>
                <a:schemeClr val="accent1"/>
              </a:solidFill>
              <a:ln w="7704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US" dirty="0">
                  <a:latin typeface="Times New Roman" panose="02020603050405020304" pitchFamily="18" charset="0"/>
                  <a:cs typeface="Times New Roman" pitchFamily="18" charset="0"/>
                </a:endParaRPr>
              </a:p>
            </p:txBody>
          </p:sp>
          <p:sp>
            <p:nvSpPr>
              <p:cNvPr id="58" name="Freeform: Shape 21">
                <a:extLst>
                  <a:ext uri="{FF2B5EF4-FFF2-40B4-BE49-F238E27FC236}">
                    <a16:creationId xmlns:a16="http://schemas.microsoft.com/office/drawing/2014/main" id="{8C53762C-C9DB-488B-A6C3-D2EF997D4824}"/>
                  </a:ext>
                </a:extLst>
              </p:cNvPr>
              <p:cNvSpPr/>
              <p:nvPr/>
            </p:nvSpPr>
            <p:spPr>
              <a:xfrm>
                <a:off x="7616134" y="2926994"/>
                <a:ext cx="28885" cy="2567886"/>
              </a:xfrm>
              <a:custGeom>
                <a:avLst/>
                <a:gdLst>
                  <a:gd name="connsiteX0" fmla="*/ 0 w 77056"/>
                  <a:gd name="connsiteY0" fmla="*/ 6854918 h 6850294"/>
                  <a:gd name="connsiteX1" fmla="*/ 0 w 77056"/>
                  <a:gd name="connsiteY1" fmla="*/ 0 h 6850294"/>
                  <a:gd name="connsiteX2" fmla="*/ 78597 w 77056"/>
                  <a:gd name="connsiteY2" fmla="*/ 0 h 6850294"/>
                  <a:gd name="connsiteX3" fmla="*/ 78597 w 77056"/>
                  <a:gd name="connsiteY3" fmla="*/ 6854918 h 6850294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</a:cxnLst>
                <a:rect l="l" t="t" r="r" b="b"/>
                <a:pathLst>
                  <a:path w="77056" h="6850294">
                    <a:moveTo>
                      <a:pt x="0" y="6854918"/>
                    </a:moveTo>
                    <a:cubicBezTo>
                      <a:pt x="0" y="4570202"/>
                      <a:pt x="0" y="2286257"/>
                      <a:pt x="0" y="0"/>
                    </a:cubicBezTo>
                    <a:cubicBezTo>
                      <a:pt x="25428" y="0"/>
                      <a:pt x="50087" y="0"/>
                      <a:pt x="78597" y="0"/>
                    </a:cubicBezTo>
                    <a:cubicBezTo>
                      <a:pt x="78597" y="2283175"/>
                      <a:pt x="78597" y="4566350"/>
                      <a:pt x="78597" y="6854918"/>
                    </a:cubicBezTo>
                  </a:path>
                </a:pathLst>
              </a:custGeom>
              <a:solidFill>
                <a:schemeClr val="accent1"/>
              </a:solidFill>
              <a:ln w="7704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US" dirty="0">
                  <a:latin typeface="Times New Roman" panose="02020603050405020304" pitchFamily="18" charset="0"/>
                  <a:cs typeface="Times New Roman" pitchFamily="18" charset="0"/>
                </a:endParaRPr>
              </a:p>
            </p:txBody>
          </p:sp>
          <p:sp>
            <p:nvSpPr>
              <p:cNvPr id="59" name="Freeform: Shape 22">
                <a:extLst>
                  <a:ext uri="{FF2B5EF4-FFF2-40B4-BE49-F238E27FC236}">
                    <a16:creationId xmlns:a16="http://schemas.microsoft.com/office/drawing/2014/main" id="{1A8ED041-2586-48E4-ACBE-6C2ED338E966}"/>
                  </a:ext>
                </a:extLst>
              </p:cNvPr>
              <p:cNvSpPr/>
              <p:nvPr/>
            </p:nvSpPr>
            <p:spPr>
              <a:xfrm>
                <a:off x="6838507" y="2926994"/>
                <a:ext cx="109764" cy="2394576"/>
              </a:xfrm>
              <a:custGeom>
                <a:avLst/>
                <a:gdLst>
                  <a:gd name="connsiteX0" fmla="*/ 0 w 292813"/>
                  <a:gd name="connsiteY0" fmla="*/ 6393351 h 6387957"/>
                  <a:gd name="connsiteX1" fmla="*/ 0 w 292813"/>
                  <a:gd name="connsiteY1" fmla="*/ 0 h 6387957"/>
                  <a:gd name="connsiteX2" fmla="*/ 295125 w 292813"/>
                  <a:gd name="connsiteY2" fmla="*/ 0 h 6387957"/>
                  <a:gd name="connsiteX3" fmla="*/ 295125 w 292813"/>
                  <a:gd name="connsiteY3" fmla="*/ 6393351 h 6387957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</a:cxnLst>
                <a:rect l="l" t="t" r="r" b="b"/>
                <a:pathLst>
                  <a:path w="292813" h="6387957">
                    <a:moveTo>
                      <a:pt x="0" y="6393351"/>
                    </a:moveTo>
                    <a:cubicBezTo>
                      <a:pt x="0" y="4261207"/>
                      <a:pt x="0" y="2131374"/>
                      <a:pt x="0" y="0"/>
                    </a:cubicBezTo>
                    <a:cubicBezTo>
                      <a:pt x="99403" y="0"/>
                      <a:pt x="196493" y="0"/>
                      <a:pt x="295125" y="0"/>
                    </a:cubicBezTo>
                    <a:cubicBezTo>
                      <a:pt x="295125" y="2132145"/>
                      <a:pt x="295125" y="4261207"/>
                      <a:pt x="295125" y="6393351"/>
                    </a:cubicBezTo>
                  </a:path>
                </a:pathLst>
              </a:custGeom>
              <a:solidFill>
                <a:schemeClr val="accent3"/>
              </a:solidFill>
              <a:ln w="7704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US" dirty="0">
                  <a:latin typeface="Times New Roman" panose="02020603050405020304" pitchFamily="18" charset="0"/>
                  <a:cs typeface="Times New Roman" pitchFamily="18" charset="0"/>
                </a:endParaRPr>
              </a:p>
            </p:txBody>
          </p:sp>
          <p:sp>
            <p:nvSpPr>
              <p:cNvPr id="60" name="Freeform: Shape 23">
                <a:extLst>
                  <a:ext uri="{FF2B5EF4-FFF2-40B4-BE49-F238E27FC236}">
                    <a16:creationId xmlns:a16="http://schemas.microsoft.com/office/drawing/2014/main" id="{E2E2C08D-AFC1-4D38-B19D-ECAA791E7E03}"/>
                  </a:ext>
                </a:extLst>
              </p:cNvPr>
              <p:cNvSpPr/>
              <p:nvPr/>
            </p:nvSpPr>
            <p:spPr>
              <a:xfrm>
                <a:off x="6980994" y="2927282"/>
                <a:ext cx="37550" cy="2394576"/>
              </a:xfrm>
              <a:custGeom>
                <a:avLst/>
                <a:gdLst>
                  <a:gd name="connsiteX0" fmla="*/ 0 w 100173"/>
                  <a:gd name="connsiteY0" fmla="*/ 6392581 h 6387957"/>
                  <a:gd name="connsiteX1" fmla="*/ 0 w 100173"/>
                  <a:gd name="connsiteY1" fmla="*/ 0 h 6387957"/>
                  <a:gd name="connsiteX2" fmla="*/ 103255 w 100173"/>
                  <a:gd name="connsiteY2" fmla="*/ 0 h 6387957"/>
                  <a:gd name="connsiteX3" fmla="*/ 103255 w 100173"/>
                  <a:gd name="connsiteY3" fmla="*/ 6392581 h 6387957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</a:cxnLst>
                <a:rect l="l" t="t" r="r" b="b"/>
                <a:pathLst>
                  <a:path w="100173" h="6387957">
                    <a:moveTo>
                      <a:pt x="0" y="6392581"/>
                    </a:moveTo>
                    <a:cubicBezTo>
                      <a:pt x="0" y="4261978"/>
                      <a:pt x="0" y="2132145"/>
                      <a:pt x="0" y="0"/>
                    </a:cubicBezTo>
                    <a:cubicBezTo>
                      <a:pt x="33904" y="0"/>
                      <a:pt x="67809" y="0"/>
                      <a:pt x="103255" y="0"/>
                    </a:cubicBezTo>
                    <a:cubicBezTo>
                      <a:pt x="103255" y="2130603"/>
                      <a:pt x="103255" y="4258895"/>
                      <a:pt x="103255" y="6392581"/>
                    </a:cubicBezTo>
                  </a:path>
                </a:pathLst>
              </a:custGeom>
              <a:solidFill>
                <a:schemeClr val="accent3"/>
              </a:solidFill>
              <a:ln w="7704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US" dirty="0">
                  <a:latin typeface="Times New Roman" panose="02020603050405020304" pitchFamily="18" charset="0"/>
                  <a:cs typeface="Times New Roman" pitchFamily="18" charset="0"/>
                </a:endParaRPr>
              </a:p>
            </p:txBody>
          </p:sp>
          <p:sp>
            <p:nvSpPr>
              <p:cNvPr id="61" name="Freeform: Shape 24">
                <a:extLst>
                  <a:ext uri="{FF2B5EF4-FFF2-40B4-BE49-F238E27FC236}">
                    <a16:creationId xmlns:a16="http://schemas.microsoft.com/office/drawing/2014/main" id="{53B015E2-EB41-454F-B249-A3924B2C56A7}"/>
                  </a:ext>
                </a:extLst>
              </p:cNvPr>
              <p:cNvSpPr/>
              <p:nvPr/>
            </p:nvSpPr>
            <p:spPr>
              <a:xfrm>
                <a:off x="7065051" y="2926994"/>
                <a:ext cx="37550" cy="2394576"/>
              </a:xfrm>
              <a:custGeom>
                <a:avLst/>
                <a:gdLst>
                  <a:gd name="connsiteX0" fmla="*/ 0 w 100173"/>
                  <a:gd name="connsiteY0" fmla="*/ 6392581 h 6387957"/>
                  <a:gd name="connsiteX1" fmla="*/ 0 w 100173"/>
                  <a:gd name="connsiteY1" fmla="*/ 0 h 6387957"/>
                  <a:gd name="connsiteX2" fmla="*/ 103255 w 100173"/>
                  <a:gd name="connsiteY2" fmla="*/ 0 h 6387957"/>
                  <a:gd name="connsiteX3" fmla="*/ 103255 w 100173"/>
                  <a:gd name="connsiteY3" fmla="*/ 6392581 h 6387957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</a:cxnLst>
                <a:rect l="l" t="t" r="r" b="b"/>
                <a:pathLst>
                  <a:path w="100173" h="6387957">
                    <a:moveTo>
                      <a:pt x="0" y="6392581"/>
                    </a:moveTo>
                    <a:cubicBezTo>
                      <a:pt x="0" y="4261978"/>
                      <a:pt x="0" y="2132145"/>
                      <a:pt x="0" y="0"/>
                    </a:cubicBezTo>
                    <a:cubicBezTo>
                      <a:pt x="33904" y="0"/>
                      <a:pt x="67809" y="0"/>
                      <a:pt x="103255" y="0"/>
                    </a:cubicBezTo>
                    <a:cubicBezTo>
                      <a:pt x="103255" y="2130603"/>
                      <a:pt x="103255" y="4258895"/>
                      <a:pt x="103255" y="6392581"/>
                    </a:cubicBezTo>
                  </a:path>
                </a:pathLst>
              </a:custGeom>
              <a:solidFill>
                <a:schemeClr val="accent3"/>
              </a:solidFill>
              <a:ln w="7704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US" dirty="0">
                  <a:latin typeface="Times New Roman" panose="02020603050405020304" pitchFamily="18" charset="0"/>
                  <a:cs typeface="Times New Roman" pitchFamily="18" charset="0"/>
                </a:endParaRPr>
              </a:p>
            </p:txBody>
          </p:sp>
          <p:sp>
            <p:nvSpPr>
              <p:cNvPr id="62" name="Freeform: Shape 25">
                <a:extLst>
                  <a:ext uri="{FF2B5EF4-FFF2-40B4-BE49-F238E27FC236}">
                    <a16:creationId xmlns:a16="http://schemas.microsoft.com/office/drawing/2014/main" id="{018D5BE2-ED44-4289-8EFA-42F5721FBB85}"/>
                  </a:ext>
                </a:extLst>
              </p:cNvPr>
              <p:cNvSpPr/>
              <p:nvPr/>
            </p:nvSpPr>
            <p:spPr>
              <a:xfrm>
                <a:off x="6754449" y="2926127"/>
                <a:ext cx="37550" cy="2394576"/>
              </a:xfrm>
              <a:custGeom>
                <a:avLst/>
                <a:gdLst>
                  <a:gd name="connsiteX0" fmla="*/ 0 w 100173"/>
                  <a:gd name="connsiteY0" fmla="*/ 6392581 h 6387957"/>
                  <a:gd name="connsiteX1" fmla="*/ 0 w 100173"/>
                  <a:gd name="connsiteY1" fmla="*/ 0 h 6387957"/>
                  <a:gd name="connsiteX2" fmla="*/ 103255 w 100173"/>
                  <a:gd name="connsiteY2" fmla="*/ 0 h 6387957"/>
                  <a:gd name="connsiteX3" fmla="*/ 103255 w 100173"/>
                  <a:gd name="connsiteY3" fmla="*/ 6392581 h 6387957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</a:cxnLst>
                <a:rect l="l" t="t" r="r" b="b"/>
                <a:pathLst>
                  <a:path w="100173" h="6387957">
                    <a:moveTo>
                      <a:pt x="0" y="6392581"/>
                    </a:moveTo>
                    <a:cubicBezTo>
                      <a:pt x="0" y="4261978"/>
                      <a:pt x="0" y="2132145"/>
                      <a:pt x="0" y="0"/>
                    </a:cubicBezTo>
                    <a:cubicBezTo>
                      <a:pt x="33905" y="0"/>
                      <a:pt x="67810" y="0"/>
                      <a:pt x="103255" y="0"/>
                    </a:cubicBezTo>
                    <a:cubicBezTo>
                      <a:pt x="103255" y="2131374"/>
                      <a:pt x="103255" y="4260436"/>
                      <a:pt x="103255" y="6392581"/>
                    </a:cubicBezTo>
                  </a:path>
                </a:pathLst>
              </a:custGeom>
              <a:solidFill>
                <a:schemeClr val="accent3"/>
              </a:solidFill>
              <a:ln w="7704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US" dirty="0">
                  <a:latin typeface="Times New Roman" panose="02020603050405020304" pitchFamily="18" charset="0"/>
                  <a:cs typeface="Times New Roman" pitchFamily="18" charset="0"/>
                </a:endParaRPr>
              </a:p>
            </p:txBody>
          </p:sp>
          <p:sp>
            <p:nvSpPr>
              <p:cNvPr id="63" name="Freeform: Shape 26">
                <a:extLst>
                  <a:ext uri="{FF2B5EF4-FFF2-40B4-BE49-F238E27FC236}">
                    <a16:creationId xmlns:a16="http://schemas.microsoft.com/office/drawing/2014/main" id="{FEBA9FA3-A7E2-4C7A-A66C-36068833FD70}"/>
                  </a:ext>
                </a:extLst>
              </p:cNvPr>
              <p:cNvSpPr/>
              <p:nvPr/>
            </p:nvSpPr>
            <p:spPr>
              <a:xfrm>
                <a:off x="6334914" y="2927282"/>
                <a:ext cx="37550" cy="2394576"/>
              </a:xfrm>
              <a:custGeom>
                <a:avLst/>
                <a:gdLst>
                  <a:gd name="connsiteX0" fmla="*/ 0 w 100173"/>
                  <a:gd name="connsiteY0" fmla="*/ 6393351 h 6387957"/>
                  <a:gd name="connsiteX1" fmla="*/ 0 w 100173"/>
                  <a:gd name="connsiteY1" fmla="*/ 0 h 6387957"/>
                  <a:gd name="connsiteX2" fmla="*/ 103255 w 100173"/>
                  <a:gd name="connsiteY2" fmla="*/ 0 h 6387957"/>
                  <a:gd name="connsiteX3" fmla="*/ 103255 w 100173"/>
                  <a:gd name="connsiteY3" fmla="*/ 6393351 h 6387957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</a:cxnLst>
                <a:rect l="l" t="t" r="r" b="b"/>
                <a:pathLst>
                  <a:path w="100173" h="6387957">
                    <a:moveTo>
                      <a:pt x="0" y="6393351"/>
                    </a:moveTo>
                    <a:cubicBezTo>
                      <a:pt x="0" y="4262748"/>
                      <a:pt x="0" y="2132915"/>
                      <a:pt x="0" y="0"/>
                    </a:cubicBezTo>
                    <a:cubicBezTo>
                      <a:pt x="33904" y="0"/>
                      <a:pt x="67809" y="0"/>
                      <a:pt x="103255" y="0"/>
                    </a:cubicBezTo>
                    <a:cubicBezTo>
                      <a:pt x="103255" y="2131374"/>
                      <a:pt x="103255" y="4260436"/>
                      <a:pt x="103255" y="6393351"/>
                    </a:cubicBezTo>
                  </a:path>
                </a:pathLst>
              </a:custGeom>
              <a:solidFill>
                <a:schemeClr val="accent5"/>
              </a:solidFill>
              <a:ln w="7704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US" dirty="0">
                  <a:latin typeface="Times New Roman" panose="02020603050405020304" pitchFamily="18" charset="0"/>
                  <a:cs typeface="Times New Roman" pitchFamily="18" charset="0"/>
                </a:endParaRPr>
              </a:p>
            </p:txBody>
          </p:sp>
          <p:sp>
            <p:nvSpPr>
              <p:cNvPr id="64" name="Freeform: Shape 27">
                <a:extLst>
                  <a:ext uri="{FF2B5EF4-FFF2-40B4-BE49-F238E27FC236}">
                    <a16:creationId xmlns:a16="http://schemas.microsoft.com/office/drawing/2014/main" id="{DCE49181-A192-4FDD-8E4A-6CE1DB81A373}"/>
                  </a:ext>
                </a:extLst>
              </p:cNvPr>
              <p:cNvSpPr/>
              <p:nvPr/>
            </p:nvSpPr>
            <p:spPr>
              <a:xfrm>
                <a:off x="6159871" y="2926127"/>
                <a:ext cx="37550" cy="2397464"/>
              </a:xfrm>
              <a:custGeom>
                <a:avLst/>
                <a:gdLst>
                  <a:gd name="connsiteX0" fmla="*/ 0 w 100173"/>
                  <a:gd name="connsiteY0" fmla="*/ 6395663 h 6395662"/>
                  <a:gd name="connsiteX1" fmla="*/ 0 w 100173"/>
                  <a:gd name="connsiteY1" fmla="*/ 0 h 6395662"/>
                  <a:gd name="connsiteX2" fmla="*/ 52398 w 100173"/>
                  <a:gd name="connsiteY2" fmla="*/ 0 h 6395662"/>
                  <a:gd name="connsiteX3" fmla="*/ 103255 w 100173"/>
                  <a:gd name="connsiteY3" fmla="*/ 0 h 6395662"/>
                  <a:gd name="connsiteX4" fmla="*/ 103255 w 100173"/>
                  <a:gd name="connsiteY4" fmla="*/ 6395663 h 6395662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</a:cxnLst>
                <a:rect l="l" t="t" r="r" b="b"/>
                <a:pathLst>
                  <a:path w="100173" h="6395662">
                    <a:moveTo>
                      <a:pt x="0" y="6395663"/>
                    </a:moveTo>
                    <a:cubicBezTo>
                      <a:pt x="0" y="4265060"/>
                      <a:pt x="0" y="2135227"/>
                      <a:pt x="0" y="0"/>
                    </a:cubicBezTo>
                    <a:cubicBezTo>
                      <a:pt x="17723" y="0"/>
                      <a:pt x="34675" y="0"/>
                      <a:pt x="52398" y="0"/>
                    </a:cubicBezTo>
                    <a:cubicBezTo>
                      <a:pt x="68580" y="0"/>
                      <a:pt x="84762" y="0"/>
                      <a:pt x="103255" y="0"/>
                    </a:cubicBezTo>
                    <a:cubicBezTo>
                      <a:pt x="103255" y="2132915"/>
                      <a:pt x="103255" y="4261977"/>
                      <a:pt x="103255" y="6395663"/>
                    </a:cubicBezTo>
                  </a:path>
                </a:pathLst>
              </a:custGeom>
              <a:solidFill>
                <a:schemeClr val="accent5"/>
              </a:solidFill>
              <a:ln w="7704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US" dirty="0">
                  <a:latin typeface="Times New Roman" panose="02020603050405020304" pitchFamily="18" charset="0"/>
                  <a:cs typeface="Times New Roman" pitchFamily="18" charset="0"/>
                </a:endParaRPr>
              </a:p>
            </p:txBody>
          </p:sp>
          <p:sp>
            <p:nvSpPr>
              <p:cNvPr id="65" name="Freeform: Shape 28">
                <a:extLst>
                  <a:ext uri="{FF2B5EF4-FFF2-40B4-BE49-F238E27FC236}">
                    <a16:creationId xmlns:a16="http://schemas.microsoft.com/office/drawing/2014/main" id="{08B99DFA-675D-47CD-AAA5-48F4B7263F7F}"/>
                  </a:ext>
                </a:extLst>
              </p:cNvPr>
              <p:cNvSpPr/>
              <p:nvPr/>
            </p:nvSpPr>
            <p:spPr>
              <a:xfrm>
                <a:off x="6231712" y="2926127"/>
                <a:ext cx="72212" cy="2394576"/>
              </a:xfrm>
              <a:custGeom>
                <a:avLst/>
                <a:gdLst>
                  <a:gd name="connsiteX0" fmla="*/ 0 w 192640"/>
                  <a:gd name="connsiteY0" fmla="*/ 6392581 h 6387957"/>
                  <a:gd name="connsiteX1" fmla="*/ 0 w 192640"/>
                  <a:gd name="connsiteY1" fmla="*/ 0 h 6387957"/>
                  <a:gd name="connsiteX2" fmla="*/ 198805 w 192640"/>
                  <a:gd name="connsiteY2" fmla="*/ 0 h 6387957"/>
                  <a:gd name="connsiteX3" fmla="*/ 198805 w 192640"/>
                  <a:gd name="connsiteY3" fmla="*/ 6392581 h 6387957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</a:cxnLst>
                <a:rect l="l" t="t" r="r" b="b"/>
                <a:pathLst>
                  <a:path w="192640" h="6387957">
                    <a:moveTo>
                      <a:pt x="0" y="6392581"/>
                    </a:moveTo>
                    <a:cubicBezTo>
                      <a:pt x="0" y="4261207"/>
                      <a:pt x="0" y="2132145"/>
                      <a:pt x="0" y="0"/>
                    </a:cubicBezTo>
                    <a:cubicBezTo>
                      <a:pt x="66268" y="0"/>
                      <a:pt x="131766" y="0"/>
                      <a:pt x="198805" y="0"/>
                    </a:cubicBezTo>
                    <a:cubicBezTo>
                      <a:pt x="198805" y="2131374"/>
                      <a:pt x="198805" y="4261207"/>
                      <a:pt x="198805" y="6392581"/>
                    </a:cubicBezTo>
                  </a:path>
                </a:pathLst>
              </a:custGeom>
              <a:solidFill>
                <a:schemeClr val="accent5"/>
              </a:solidFill>
              <a:ln w="7704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US" dirty="0">
                  <a:latin typeface="Times New Roman" panose="02020603050405020304" pitchFamily="18" charset="0"/>
                  <a:cs typeface="Times New Roman" pitchFamily="18" charset="0"/>
                </a:endParaRPr>
              </a:p>
            </p:txBody>
          </p:sp>
          <p:sp>
            <p:nvSpPr>
              <p:cNvPr id="66" name="Freeform: Shape 29">
                <a:extLst>
                  <a:ext uri="{FF2B5EF4-FFF2-40B4-BE49-F238E27FC236}">
                    <a16:creationId xmlns:a16="http://schemas.microsoft.com/office/drawing/2014/main" id="{A3A52561-2F81-45D4-BB63-98DD6D95E5E9}"/>
                  </a:ext>
                </a:extLst>
              </p:cNvPr>
              <p:cNvSpPr/>
              <p:nvPr/>
            </p:nvSpPr>
            <p:spPr>
              <a:xfrm>
                <a:off x="6598401" y="2927282"/>
                <a:ext cx="37550" cy="2394576"/>
              </a:xfrm>
              <a:custGeom>
                <a:avLst/>
                <a:gdLst>
                  <a:gd name="connsiteX0" fmla="*/ 0 w 100173"/>
                  <a:gd name="connsiteY0" fmla="*/ 6392581 h 6387957"/>
                  <a:gd name="connsiteX1" fmla="*/ 0 w 100173"/>
                  <a:gd name="connsiteY1" fmla="*/ 0 h 6387957"/>
                  <a:gd name="connsiteX2" fmla="*/ 103255 w 100173"/>
                  <a:gd name="connsiteY2" fmla="*/ 0 h 6387957"/>
                  <a:gd name="connsiteX3" fmla="*/ 103255 w 100173"/>
                  <a:gd name="connsiteY3" fmla="*/ 6392581 h 6387957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</a:cxnLst>
                <a:rect l="l" t="t" r="r" b="b"/>
                <a:pathLst>
                  <a:path w="100173" h="6387957">
                    <a:moveTo>
                      <a:pt x="0" y="6392581"/>
                    </a:moveTo>
                    <a:cubicBezTo>
                      <a:pt x="0" y="4261207"/>
                      <a:pt x="0" y="2131374"/>
                      <a:pt x="0" y="0"/>
                    </a:cubicBezTo>
                    <a:cubicBezTo>
                      <a:pt x="34675" y="0"/>
                      <a:pt x="67809" y="0"/>
                      <a:pt x="103255" y="0"/>
                    </a:cubicBezTo>
                    <a:cubicBezTo>
                      <a:pt x="103255" y="2130603"/>
                      <a:pt x="103255" y="4260437"/>
                      <a:pt x="103255" y="6392581"/>
                    </a:cubicBezTo>
                  </a:path>
                </a:pathLst>
              </a:custGeom>
              <a:solidFill>
                <a:schemeClr val="accent4"/>
              </a:solidFill>
              <a:ln w="7704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US" dirty="0">
                  <a:latin typeface="Times New Roman" panose="02020603050405020304" pitchFamily="18" charset="0"/>
                  <a:cs typeface="Times New Roman" pitchFamily="18" charset="0"/>
                </a:endParaRPr>
              </a:p>
            </p:txBody>
          </p:sp>
          <p:sp>
            <p:nvSpPr>
              <p:cNvPr id="67" name="Freeform: Shape 30">
                <a:extLst>
                  <a:ext uri="{FF2B5EF4-FFF2-40B4-BE49-F238E27FC236}">
                    <a16:creationId xmlns:a16="http://schemas.microsoft.com/office/drawing/2014/main" id="{53780AFD-C7BF-438C-8ACF-ADB70736488F}"/>
                  </a:ext>
                </a:extLst>
              </p:cNvPr>
              <p:cNvSpPr/>
              <p:nvPr/>
            </p:nvSpPr>
            <p:spPr>
              <a:xfrm>
                <a:off x="6680669" y="2927282"/>
                <a:ext cx="37550" cy="2394576"/>
              </a:xfrm>
              <a:custGeom>
                <a:avLst/>
                <a:gdLst>
                  <a:gd name="connsiteX0" fmla="*/ 0 w 100173"/>
                  <a:gd name="connsiteY0" fmla="*/ 6392581 h 6387957"/>
                  <a:gd name="connsiteX1" fmla="*/ 0 w 100173"/>
                  <a:gd name="connsiteY1" fmla="*/ 0 h 6387957"/>
                  <a:gd name="connsiteX2" fmla="*/ 103255 w 100173"/>
                  <a:gd name="connsiteY2" fmla="*/ 0 h 6387957"/>
                  <a:gd name="connsiteX3" fmla="*/ 103255 w 100173"/>
                  <a:gd name="connsiteY3" fmla="*/ 6392581 h 6387957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</a:cxnLst>
                <a:rect l="l" t="t" r="r" b="b"/>
                <a:pathLst>
                  <a:path w="100173" h="6387957">
                    <a:moveTo>
                      <a:pt x="0" y="6392581"/>
                    </a:moveTo>
                    <a:cubicBezTo>
                      <a:pt x="0" y="4261978"/>
                      <a:pt x="0" y="2132145"/>
                      <a:pt x="0" y="0"/>
                    </a:cubicBezTo>
                    <a:cubicBezTo>
                      <a:pt x="33905" y="0"/>
                      <a:pt x="67810" y="0"/>
                      <a:pt x="103255" y="0"/>
                    </a:cubicBezTo>
                    <a:cubicBezTo>
                      <a:pt x="103255" y="2131374"/>
                      <a:pt x="103255" y="4260436"/>
                      <a:pt x="103255" y="6392581"/>
                    </a:cubicBezTo>
                  </a:path>
                </a:pathLst>
              </a:custGeom>
              <a:solidFill>
                <a:schemeClr val="accent4"/>
              </a:solidFill>
              <a:ln w="7704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US" dirty="0">
                  <a:latin typeface="Times New Roman" panose="02020603050405020304" pitchFamily="18" charset="0"/>
                  <a:cs typeface="Times New Roman" pitchFamily="18" charset="0"/>
                </a:endParaRPr>
              </a:p>
            </p:txBody>
          </p:sp>
          <p:sp>
            <p:nvSpPr>
              <p:cNvPr id="68" name="Freeform: Shape 31">
                <a:extLst>
                  <a:ext uri="{FF2B5EF4-FFF2-40B4-BE49-F238E27FC236}">
                    <a16:creationId xmlns:a16="http://schemas.microsoft.com/office/drawing/2014/main" id="{D1DA5EF5-6153-4FA1-B3B6-C7EA4D7C45C7}"/>
                  </a:ext>
                </a:extLst>
              </p:cNvPr>
              <p:cNvSpPr/>
              <p:nvPr/>
            </p:nvSpPr>
            <p:spPr>
              <a:xfrm>
                <a:off x="6516134" y="2927282"/>
                <a:ext cx="37550" cy="2394576"/>
              </a:xfrm>
              <a:custGeom>
                <a:avLst/>
                <a:gdLst>
                  <a:gd name="connsiteX0" fmla="*/ 0 w 100173"/>
                  <a:gd name="connsiteY0" fmla="*/ 6391811 h 6387957"/>
                  <a:gd name="connsiteX1" fmla="*/ 0 w 100173"/>
                  <a:gd name="connsiteY1" fmla="*/ 0 h 6387957"/>
                  <a:gd name="connsiteX2" fmla="*/ 103255 w 100173"/>
                  <a:gd name="connsiteY2" fmla="*/ 0 h 6387957"/>
                  <a:gd name="connsiteX3" fmla="*/ 103255 w 100173"/>
                  <a:gd name="connsiteY3" fmla="*/ 6391811 h 6387957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</a:cxnLst>
                <a:rect l="l" t="t" r="r" b="b"/>
                <a:pathLst>
                  <a:path w="100173" h="6387957">
                    <a:moveTo>
                      <a:pt x="0" y="6391811"/>
                    </a:moveTo>
                    <a:cubicBezTo>
                      <a:pt x="0" y="4261978"/>
                      <a:pt x="0" y="2132145"/>
                      <a:pt x="0" y="0"/>
                    </a:cubicBezTo>
                    <a:cubicBezTo>
                      <a:pt x="33134" y="0"/>
                      <a:pt x="67039" y="0"/>
                      <a:pt x="103255" y="0"/>
                    </a:cubicBezTo>
                    <a:cubicBezTo>
                      <a:pt x="103255" y="2130603"/>
                      <a:pt x="103255" y="4260436"/>
                      <a:pt x="103255" y="6391811"/>
                    </a:cubicBezTo>
                  </a:path>
                </a:pathLst>
              </a:custGeom>
              <a:solidFill>
                <a:schemeClr val="accent4"/>
              </a:solidFill>
              <a:ln w="7704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US" dirty="0">
                  <a:latin typeface="Times New Roman" panose="02020603050405020304" pitchFamily="18" charset="0"/>
                  <a:cs typeface="Times New Roman" pitchFamily="18" charset="0"/>
                </a:endParaRPr>
              </a:p>
            </p:txBody>
          </p:sp>
          <p:sp>
            <p:nvSpPr>
              <p:cNvPr id="69" name="Freeform: Shape 32">
                <a:extLst>
                  <a:ext uri="{FF2B5EF4-FFF2-40B4-BE49-F238E27FC236}">
                    <a16:creationId xmlns:a16="http://schemas.microsoft.com/office/drawing/2014/main" id="{F80C8E45-AA03-497B-9ABE-2E9B8BC26557}"/>
                  </a:ext>
                </a:extLst>
              </p:cNvPr>
              <p:cNvSpPr/>
              <p:nvPr/>
            </p:nvSpPr>
            <p:spPr>
              <a:xfrm>
                <a:off x="6399205" y="2927282"/>
                <a:ext cx="72212" cy="2394576"/>
              </a:xfrm>
              <a:custGeom>
                <a:avLst/>
                <a:gdLst>
                  <a:gd name="connsiteX0" fmla="*/ 0 w 192640"/>
                  <a:gd name="connsiteY0" fmla="*/ 6392581 h 6387957"/>
                  <a:gd name="connsiteX1" fmla="*/ 0 w 192640"/>
                  <a:gd name="connsiteY1" fmla="*/ 0 h 6387957"/>
                  <a:gd name="connsiteX2" fmla="*/ 198805 w 192640"/>
                  <a:gd name="connsiteY2" fmla="*/ 0 h 6387957"/>
                  <a:gd name="connsiteX3" fmla="*/ 198805 w 192640"/>
                  <a:gd name="connsiteY3" fmla="*/ 6392581 h 6387957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</a:cxnLst>
                <a:rect l="l" t="t" r="r" b="b"/>
                <a:pathLst>
                  <a:path w="192640" h="6387957">
                    <a:moveTo>
                      <a:pt x="0" y="6392581"/>
                    </a:moveTo>
                    <a:cubicBezTo>
                      <a:pt x="0" y="4261207"/>
                      <a:pt x="0" y="2132145"/>
                      <a:pt x="0" y="0"/>
                    </a:cubicBezTo>
                    <a:cubicBezTo>
                      <a:pt x="66268" y="0"/>
                      <a:pt x="131766" y="0"/>
                      <a:pt x="198805" y="0"/>
                    </a:cubicBezTo>
                    <a:cubicBezTo>
                      <a:pt x="198805" y="2131374"/>
                      <a:pt x="198805" y="4261207"/>
                      <a:pt x="198805" y="6392581"/>
                    </a:cubicBezTo>
                  </a:path>
                </a:pathLst>
              </a:custGeom>
              <a:solidFill>
                <a:schemeClr val="accent4"/>
              </a:solidFill>
              <a:ln w="7704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US" dirty="0">
                  <a:latin typeface="Times New Roman" panose="02020603050405020304" pitchFamily="18" charset="0"/>
                  <a:cs typeface="Times New Roman" pitchFamily="18" charset="0"/>
                </a:endParaRPr>
              </a:p>
            </p:txBody>
          </p:sp>
          <p:sp>
            <p:nvSpPr>
              <p:cNvPr id="70" name="Freeform: Shape 33">
                <a:extLst>
                  <a:ext uri="{FF2B5EF4-FFF2-40B4-BE49-F238E27FC236}">
                    <a16:creationId xmlns:a16="http://schemas.microsoft.com/office/drawing/2014/main" id="{B33154AB-DAF1-4E1D-AED0-2C8B79C6FE97}"/>
                  </a:ext>
                </a:extLst>
              </p:cNvPr>
              <p:cNvSpPr/>
              <p:nvPr/>
            </p:nvSpPr>
            <p:spPr>
              <a:xfrm>
                <a:off x="5237391" y="2926127"/>
                <a:ext cx="144425" cy="2394576"/>
              </a:xfrm>
              <a:custGeom>
                <a:avLst/>
                <a:gdLst>
                  <a:gd name="connsiteX0" fmla="*/ 0 w 385280"/>
                  <a:gd name="connsiteY0" fmla="*/ 6393351 h 6387957"/>
                  <a:gd name="connsiteX1" fmla="*/ 0 w 385280"/>
                  <a:gd name="connsiteY1" fmla="*/ 0 h 6387957"/>
                  <a:gd name="connsiteX2" fmla="*/ 387593 w 385280"/>
                  <a:gd name="connsiteY2" fmla="*/ 0 h 6387957"/>
                  <a:gd name="connsiteX3" fmla="*/ 387593 w 385280"/>
                  <a:gd name="connsiteY3" fmla="*/ 6393351 h 6387957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</a:cxnLst>
                <a:rect l="l" t="t" r="r" b="b"/>
                <a:pathLst>
                  <a:path w="385280" h="6387957">
                    <a:moveTo>
                      <a:pt x="0" y="6393351"/>
                    </a:moveTo>
                    <a:cubicBezTo>
                      <a:pt x="0" y="4262748"/>
                      <a:pt x="0" y="2132145"/>
                      <a:pt x="0" y="0"/>
                    </a:cubicBezTo>
                    <a:cubicBezTo>
                      <a:pt x="128684" y="0"/>
                      <a:pt x="256597" y="0"/>
                      <a:pt x="387593" y="0"/>
                    </a:cubicBezTo>
                    <a:cubicBezTo>
                      <a:pt x="387593" y="2130603"/>
                      <a:pt x="387593" y="4261207"/>
                      <a:pt x="387593" y="6393351"/>
                    </a:cubicBezTo>
                  </a:path>
                </a:pathLst>
              </a:custGeom>
              <a:solidFill>
                <a:schemeClr val="accent3"/>
              </a:solidFill>
              <a:ln w="7704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US" dirty="0">
                  <a:latin typeface="Times New Roman" panose="02020603050405020304" pitchFamily="18" charset="0"/>
                  <a:cs typeface="Times New Roman" pitchFamily="18" charset="0"/>
                </a:endParaRPr>
              </a:p>
            </p:txBody>
          </p:sp>
          <p:sp>
            <p:nvSpPr>
              <p:cNvPr id="71" name="Freeform: Shape 34">
                <a:extLst>
                  <a:ext uri="{FF2B5EF4-FFF2-40B4-BE49-F238E27FC236}">
                    <a16:creationId xmlns:a16="http://schemas.microsoft.com/office/drawing/2014/main" id="{6E905E38-B653-4270-89DB-6739B8AED375}"/>
                  </a:ext>
                </a:extLst>
              </p:cNvPr>
              <p:cNvSpPr/>
              <p:nvPr/>
            </p:nvSpPr>
            <p:spPr>
              <a:xfrm>
                <a:off x="5123269" y="2926994"/>
                <a:ext cx="72212" cy="2394576"/>
              </a:xfrm>
              <a:custGeom>
                <a:avLst/>
                <a:gdLst>
                  <a:gd name="connsiteX0" fmla="*/ 0 w 192640"/>
                  <a:gd name="connsiteY0" fmla="*/ 6392581 h 6387957"/>
                  <a:gd name="connsiteX1" fmla="*/ 0 w 192640"/>
                  <a:gd name="connsiteY1" fmla="*/ 0 h 6387957"/>
                  <a:gd name="connsiteX2" fmla="*/ 198805 w 192640"/>
                  <a:gd name="connsiteY2" fmla="*/ 0 h 6387957"/>
                  <a:gd name="connsiteX3" fmla="*/ 198805 w 192640"/>
                  <a:gd name="connsiteY3" fmla="*/ 6392581 h 6387957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</a:cxnLst>
                <a:rect l="l" t="t" r="r" b="b"/>
                <a:pathLst>
                  <a:path w="192640" h="6387957">
                    <a:moveTo>
                      <a:pt x="0" y="6392581"/>
                    </a:moveTo>
                    <a:cubicBezTo>
                      <a:pt x="0" y="4261207"/>
                      <a:pt x="0" y="2132145"/>
                      <a:pt x="0" y="0"/>
                    </a:cubicBezTo>
                    <a:cubicBezTo>
                      <a:pt x="67039" y="0"/>
                      <a:pt x="131766" y="0"/>
                      <a:pt x="198805" y="0"/>
                    </a:cubicBezTo>
                    <a:cubicBezTo>
                      <a:pt x="198805" y="2130603"/>
                      <a:pt x="198805" y="4259666"/>
                      <a:pt x="198805" y="6392581"/>
                    </a:cubicBezTo>
                  </a:path>
                </a:pathLst>
              </a:custGeom>
              <a:solidFill>
                <a:schemeClr val="accent3"/>
              </a:solidFill>
              <a:ln w="7704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US" dirty="0">
                  <a:latin typeface="Times New Roman" panose="02020603050405020304" pitchFamily="18" charset="0"/>
                  <a:cs typeface="Times New Roman" pitchFamily="18" charset="0"/>
                </a:endParaRPr>
              </a:p>
            </p:txBody>
          </p:sp>
          <p:sp>
            <p:nvSpPr>
              <p:cNvPr id="72" name="Freeform: Shape 35">
                <a:extLst>
                  <a:ext uri="{FF2B5EF4-FFF2-40B4-BE49-F238E27FC236}">
                    <a16:creationId xmlns:a16="http://schemas.microsoft.com/office/drawing/2014/main" id="{C46E5A34-F6FC-40B7-8BD9-CA4870D3EACB}"/>
                  </a:ext>
                </a:extLst>
              </p:cNvPr>
              <p:cNvSpPr/>
              <p:nvPr/>
            </p:nvSpPr>
            <p:spPr>
              <a:xfrm>
                <a:off x="5611343" y="2927282"/>
                <a:ext cx="72212" cy="2394576"/>
              </a:xfrm>
              <a:custGeom>
                <a:avLst/>
                <a:gdLst>
                  <a:gd name="connsiteX0" fmla="*/ 0 w 192640"/>
                  <a:gd name="connsiteY0" fmla="*/ 6392581 h 6387957"/>
                  <a:gd name="connsiteX1" fmla="*/ 0 w 192640"/>
                  <a:gd name="connsiteY1" fmla="*/ 0 h 6387957"/>
                  <a:gd name="connsiteX2" fmla="*/ 198805 w 192640"/>
                  <a:gd name="connsiteY2" fmla="*/ 0 h 6387957"/>
                  <a:gd name="connsiteX3" fmla="*/ 198805 w 192640"/>
                  <a:gd name="connsiteY3" fmla="*/ 6392581 h 6387957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</a:cxnLst>
                <a:rect l="l" t="t" r="r" b="b"/>
                <a:pathLst>
                  <a:path w="192640" h="6387957">
                    <a:moveTo>
                      <a:pt x="0" y="6392581"/>
                    </a:moveTo>
                    <a:cubicBezTo>
                      <a:pt x="0" y="4261207"/>
                      <a:pt x="0" y="2132145"/>
                      <a:pt x="0" y="0"/>
                    </a:cubicBezTo>
                    <a:cubicBezTo>
                      <a:pt x="66268" y="0"/>
                      <a:pt x="131766" y="0"/>
                      <a:pt x="198805" y="0"/>
                    </a:cubicBezTo>
                    <a:cubicBezTo>
                      <a:pt x="198805" y="2131374"/>
                      <a:pt x="198805" y="4261207"/>
                      <a:pt x="198805" y="6392581"/>
                    </a:cubicBezTo>
                  </a:path>
                </a:pathLst>
              </a:custGeom>
              <a:solidFill>
                <a:schemeClr val="accent3"/>
              </a:solidFill>
              <a:ln w="7704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US" dirty="0">
                  <a:latin typeface="Times New Roman" panose="02020603050405020304" pitchFamily="18" charset="0"/>
                  <a:cs typeface="Times New Roman" pitchFamily="18" charset="0"/>
                </a:endParaRPr>
              </a:p>
            </p:txBody>
          </p:sp>
          <p:sp>
            <p:nvSpPr>
              <p:cNvPr id="73" name="Freeform: Shape 36">
                <a:extLst>
                  <a:ext uri="{FF2B5EF4-FFF2-40B4-BE49-F238E27FC236}">
                    <a16:creationId xmlns:a16="http://schemas.microsoft.com/office/drawing/2014/main" id="{5FA3DBA7-F8ED-45A6-819E-A85FBC355BCB}"/>
                  </a:ext>
                </a:extLst>
              </p:cNvPr>
              <p:cNvSpPr/>
              <p:nvPr/>
            </p:nvSpPr>
            <p:spPr>
              <a:xfrm>
                <a:off x="5407259" y="2926994"/>
                <a:ext cx="37550" cy="2394576"/>
              </a:xfrm>
              <a:custGeom>
                <a:avLst/>
                <a:gdLst>
                  <a:gd name="connsiteX0" fmla="*/ 0 w 100173"/>
                  <a:gd name="connsiteY0" fmla="*/ 6392581 h 6387957"/>
                  <a:gd name="connsiteX1" fmla="*/ 0 w 100173"/>
                  <a:gd name="connsiteY1" fmla="*/ 0 h 6387957"/>
                  <a:gd name="connsiteX2" fmla="*/ 103255 w 100173"/>
                  <a:gd name="connsiteY2" fmla="*/ 0 h 6387957"/>
                  <a:gd name="connsiteX3" fmla="*/ 103255 w 100173"/>
                  <a:gd name="connsiteY3" fmla="*/ 6392581 h 6387957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</a:cxnLst>
                <a:rect l="l" t="t" r="r" b="b"/>
                <a:pathLst>
                  <a:path w="100173" h="6387957">
                    <a:moveTo>
                      <a:pt x="0" y="6392581"/>
                    </a:moveTo>
                    <a:cubicBezTo>
                      <a:pt x="0" y="4261978"/>
                      <a:pt x="0" y="2132145"/>
                      <a:pt x="0" y="0"/>
                    </a:cubicBezTo>
                    <a:cubicBezTo>
                      <a:pt x="34675" y="0"/>
                      <a:pt x="67810" y="0"/>
                      <a:pt x="103255" y="0"/>
                    </a:cubicBezTo>
                    <a:cubicBezTo>
                      <a:pt x="103255" y="2130603"/>
                      <a:pt x="103255" y="4259666"/>
                      <a:pt x="103255" y="6392581"/>
                    </a:cubicBezTo>
                  </a:path>
                </a:pathLst>
              </a:custGeom>
              <a:solidFill>
                <a:schemeClr val="accent3"/>
              </a:solidFill>
              <a:ln w="7704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US" dirty="0">
                  <a:latin typeface="Times New Roman" panose="02020603050405020304" pitchFamily="18" charset="0"/>
                  <a:cs typeface="Times New Roman" pitchFamily="18" charset="0"/>
                </a:endParaRPr>
              </a:p>
            </p:txBody>
          </p:sp>
          <p:sp>
            <p:nvSpPr>
              <p:cNvPr id="74" name="Freeform: Shape 37">
                <a:extLst>
                  <a:ext uri="{FF2B5EF4-FFF2-40B4-BE49-F238E27FC236}">
                    <a16:creationId xmlns:a16="http://schemas.microsoft.com/office/drawing/2014/main" id="{6D4897DB-997C-4440-9C15-09B6C34994D1}"/>
                  </a:ext>
                </a:extLst>
              </p:cNvPr>
              <p:cNvSpPr/>
              <p:nvPr/>
            </p:nvSpPr>
            <p:spPr>
              <a:xfrm>
                <a:off x="5470252" y="2926994"/>
                <a:ext cx="37550" cy="2394576"/>
              </a:xfrm>
              <a:custGeom>
                <a:avLst/>
                <a:gdLst>
                  <a:gd name="connsiteX0" fmla="*/ 0 w 100173"/>
                  <a:gd name="connsiteY0" fmla="*/ 6392581 h 6387957"/>
                  <a:gd name="connsiteX1" fmla="*/ 0 w 100173"/>
                  <a:gd name="connsiteY1" fmla="*/ 0 h 6387957"/>
                  <a:gd name="connsiteX2" fmla="*/ 103255 w 100173"/>
                  <a:gd name="connsiteY2" fmla="*/ 0 h 6387957"/>
                  <a:gd name="connsiteX3" fmla="*/ 103255 w 100173"/>
                  <a:gd name="connsiteY3" fmla="*/ 6392581 h 6387957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</a:cxnLst>
                <a:rect l="l" t="t" r="r" b="b"/>
                <a:pathLst>
                  <a:path w="100173" h="6387957">
                    <a:moveTo>
                      <a:pt x="0" y="6392581"/>
                    </a:moveTo>
                    <a:cubicBezTo>
                      <a:pt x="0" y="4261978"/>
                      <a:pt x="0" y="2132145"/>
                      <a:pt x="0" y="0"/>
                    </a:cubicBezTo>
                    <a:cubicBezTo>
                      <a:pt x="34675" y="0"/>
                      <a:pt x="67809" y="0"/>
                      <a:pt x="103255" y="0"/>
                    </a:cubicBezTo>
                    <a:cubicBezTo>
                      <a:pt x="103255" y="2130603"/>
                      <a:pt x="103255" y="4259666"/>
                      <a:pt x="103255" y="6392581"/>
                    </a:cubicBezTo>
                  </a:path>
                </a:pathLst>
              </a:custGeom>
              <a:solidFill>
                <a:schemeClr val="accent3"/>
              </a:solidFill>
              <a:ln w="7704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US" dirty="0">
                  <a:latin typeface="Times New Roman" panose="02020603050405020304" pitchFamily="18" charset="0"/>
                  <a:cs typeface="Times New Roman" pitchFamily="18" charset="0"/>
                </a:endParaRPr>
              </a:p>
            </p:txBody>
          </p:sp>
          <p:sp>
            <p:nvSpPr>
              <p:cNvPr id="75" name="Freeform: Shape 38">
                <a:extLst>
                  <a:ext uri="{FF2B5EF4-FFF2-40B4-BE49-F238E27FC236}">
                    <a16:creationId xmlns:a16="http://schemas.microsoft.com/office/drawing/2014/main" id="{60C5513F-881C-4B26-9ADB-6A46166CB483}"/>
                  </a:ext>
                </a:extLst>
              </p:cNvPr>
              <p:cNvSpPr/>
              <p:nvPr/>
            </p:nvSpPr>
            <p:spPr>
              <a:xfrm>
                <a:off x="5533244" y="2926127"/>
                <a:ext cx="37550" cy="2394576"/>
              </a:xfrm>
              <a:custGeom>
                <a:avLst/>
                <a:gdLst>
                  <a:gd name="connsiteX0" fmla="*/ 0 w 100173"/>
                  <a:gd name="connsiteY0" fmla="*/ 6392581 h 6387957"/>
                  <a:gd name="connsiteX1" fmla="*/ 0 w 100173"/>
                  <a:gd name="connsiteY1" fmla="*/ 0 h 6387957"/>
                  <a:gd name="connsiteX2" fmla="*/ 103255 w 100173"/>
                  <a:gd name="connsiteY2" fmla="*/ 0 h 6387957"/>
                  <a:gd name="connsiteX3" fmla="*/ 103255 w 100173"/>
                  <a:gd name="connsiteY3" fmla="*/ 6392581 h 6387957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</a:cxnLst>
                <a:rect l="l" t="t" r="r" b="b"/>
                <a:pathLst>
                  <a:path w="100173" h="6387957">
                    <a:moveTo>
                      <a:pt x="0" y="6392581"/>
                    </a:moveTo>
                    <a:cubicBezTo>
                      <a:pt x="0" y="4261978"/>
                      <a:pt x="0" y="2132145"/>
                      <a:pt x="0" y="0"/>
                    </a:cubicBezTo>
                    <a:cubicBezTo>
                      <a:pt x="34675" y="0"/>
                      <a:pt x="67809" y="0"/>
                      <a:pt x="103255" y="0"/>
                    </a:cubicBezTo>
                    <a:cubicBezTo>
                      <a:pt x="103255" y="2130603"/>
                      <a:pt x="103255" y="4259666"/>
                      <a:pt x="103255" y="6392581"/>
                    </a:cubicBezTo>
                  </a:path>
                </a:pathLst>
              </a:custGeom>
              <a:solidFill>
                <a:schemeClr val="accent3"/>
              </a:solidFill>
              <a:ln w="7704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US" dirty="0">
                  <a:latin typeface="Times New Roman" panose="02020603050405020304" pitchFamily="18" charset="0"/>
                  <a:cs typeface="Times New Roman" pitchFamily="18" charset="0"/>
                </a:endParaRPr>
              </a:p>
            </p:txBody>
          </p:sp>
        </p:grpSp>
        <p:sp>
          <p:nvSpPr>
            <p:cNvPr id="76" name="Rectangle 75">
              <a:extLst>
                <a:ext uri="{FF2B5EF4-FFF2-40B4-BE49-F238E27FC236}">
                  <a16:creationId xmlns:a16="http://schemas.microsoft.com/office/drawing/2014/main" id="{621D202A-5DDC-4586-837E-E89610285CC9}"/>
                </a:ext>
              </a:extLst>
            </p:cNvPr>
            <p:cNvSpPr/>
            <p:nvPr/>
          </p:nvSpPr>
          <p:spPr>
            <a:xfrm>
              <a:off x="0" y="-699"/>
              <a:ext cx="12191999" cy="646331"/>
            </a:xfrm>
            <a:prstGeom prst="rect">
              <a:avLst/>
            </a:prstGeom>
            <a:solidFill>
              <a:schemeClr val="bg1"/>
            </a:solidFill>
            <a:effectLst>
              <a:outerShdw blurRad="50800" dist="38100" dir="2700000" algn="tl" rotWithShape="0">
                <a:prstClr val="black">
                  <a:alpha val="40000"/>
                </a:prstClr>
              </a:outerShdw>
            </a:effectLst>
          </p:spPr>
          <p:txBody>
            <a:bodyPr wrap="square">
              <a:spAutoFit/>
            </a:bodyPr>
            <a:lstStyle/>
            <a:p>
              <a:pPr algn="ctr"/>
              <a:endParaRPr lang="ko-KR" altLang="en-US" sz="3600" dirty="0">
                <a:solidFill>
                  <a:srgbClr val="000099"/>
                </a:solidFill>
                <a:latin typeface="Times New Roman" panose="02020603050405020304" pitchFamily="18" charset="0"/>
                <a:cs typeface="Times New Roman" pitchFamily="18" charset="0"/>
              </a:endParaRPr>
            </a:p>
          </p:txBody>
        </p:sp>
        <p:pic>
          <p:nvPicPr>
            <p:cNvPr id="77" name="Picture 76">
              <a:extLst>
                <a:ext uri="{FF2B5EF4-FFF2-40B4-BE49-F238E27FC236}">
                  <a16:creationId xmlns:a16="http://schemas.microsoft.com/office/drawing/2014/main" id="{C10207E4-A41E-4E56-9165-4F7135FB076B}"/>
                </a:ext>
              </a:extLst>
            </p:cNvPr>
            <p:cNvPicPr>
              <a:picLocks noChangeAspect="1"/>
            </p:cNvPicPr>
            <p:nvPr/>
          </p:nvPicPr>
          <p:blipFill>
            <a:blip r:embed="rId2" cstate="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29587" y="34941"/>
              <a:ext cx="1343005" cy="575049"/>
            </a:xfrm>
            <a:prstGeom prst="rect">
              <a:avLst/>
            </a:prstGeom>
          </p:spPr>
        </p:pic>
        <p:sp>
          <p:nvSpPr>
            <p:cNvPr id="78" name="TextBox 77">
              <a:extLst>
                <a:ext uri="{FF2B5EF4-FFF2-40B4-BE49-F238E27FC236}">
                  <a16:creationId xmlns:a16="http://schemas.microsoft.com/office/drawing/2014/main" id="{8C098857-E541-4069-B9EA-AF75614C0ABE}"/>
                </a:ext>
              </a:extLst>
            </p:cNvPr>
            <p:cNvSpPr txBox="1"/>
            <p:nvPr/>
          </p:nvSpPr>
          <p:spPr>
            <a:xfrm>
              <a:off x="3258798" y="84039"/>
              <a:ext cx="5674404" cy="548099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>
                <a:lnSpc>
                  <a:spcPct val="115000"/>
                </a:lnSpc>
                <a:spcAft>
                  <a:spcPts val="800"/>
                </a:spcAft>
              </a:pPr>
              <a:endParaRPr lang="en-US" sz="2800" b="1" kern="100" dirty="0"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endParaRPr>
            </a:p>
          </p:txBody>
        </p:sp>
      </p:grpSp>
      <p:sp>
        <p:nvSpPr>
          <p:cNvPr id="80" name="TextBox 79">
            <a:extLst>
              <a:ext uri="{FF2B5EF4-FFF2-40B4-BE49-F238E27FC236}">
                <a16:creationId xmlns:a16="http://schemas.microsoft.com/office/drawing/2014/main" id="{1360F787-DA08-11A8-8668-EF6D9C12D009}"/>
              </a:ext>
            </a:extLst>
          </p:cNvPr>
          <p:cNvSpPr txBox="1"/>
          <p:nvPr/>
        </p:nvSpPr>
        <p:spPr>
          <a:xfrm>
            <a:off x="1883438" y="30077"/>
            <a:ext cx="9537739" cy="584775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200" b="1"/>
            </a:pPr>
            <a:r>
              <a:rPr lang="en-US" sz="3200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The 5 Population Group ‘Archetypes’ (Segmentation)</a:t>
            </a:r>
            <a:endParaRPr sz="3200" dirty="0">
              <a:solidFill>
                <a:srgbClr val="FF0000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91" name="TextBox 90">
            <a:extLst>
              <a:ext uri="{FF2B5EF4-FFF2-40B4-BE49-F238E27FC236}">
                <a16:creationId xmlns:a16="http://schemas.microsoft.com/office/drawing/2014/main" id="{7A13A777-301B-9CEE-03AC-B5AD26A2E081}"/>
              </a:ext>
            </a:extLst>
          </p:cNvPr>
          <p:cNvSpPr txBox="1"/>
          <p:nvPr/>
        </p:nvSpPr>
        <p:spPr>
          <a:xfrm>
            <a:off x="138034" y="1109527"/>
            <a:ext cx="5957966" cy="452431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just"/>
            <a:r>
              <a:rPr lang="en-IN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1: Metro Powerhouses</a:t>
            </a:r>
          </a:p>
          <a:p>
            <a:pPr algn="just"/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Highest deposits, strong account penetration, large office presence.</a:t>
            </a:r>
            <a:endParaRPr lang="en-IN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algn="just"/>
            <a:r>
              <a:rPr lang="en-IN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2: Urban Growth Engines</a:t>
            </a:r>
          </a:p>
          <a:p>
            <a:pPr algn="just"/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Moderately high deposits, strong middle-income activity.</a:t>
            </a:r>
            <a:endParaRPr lang="en-IN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algn="just"/>
            <a:r>
              <a:rPr lang="en-IN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3: Semi-Urban Balancers</a:t>
            </a:r>
          </a:p>
          <a:p>
            <a:pPr algn="just"/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Balanced accounts but inconsistent deposit value.</a:t>
            </a:r>
            <a:endParaRPr lang="en-IN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algn="just"/>
            <a:r>
              <a:rPr lang="en-IN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4: Rural Volume-Heavy, Value-Light</a:t>
            </a:r>
          </a:p>
          <a:p>
            <a:pPr algn="just"/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High account counts but low deposit amount per account.</a:t>
            </a:r>
            <a:endParaRPr lang="en-IN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algn="just"/>
            <a:r>
              <a:rPr lang="en-IN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5: Under-Served Regions</a:t>
            </a:r>
          </a:p>
          <a:p>
            <a:pPr algn="just"/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Sparse offices, low deposits — require targeted financial inclusion strategies.</a:t>
            </a:r>
          </a:p>
          <a:p>
            <a:pPr algn="just"/>
            <a:endParaRPr lang="en-US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algn="just"/>
            <a:endParaRPr lang="en-US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algn="just"/>
            <a:r>
              <a:rPr lang="en-US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Insight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: Population groups differ not only by geography but by financial behavior patterns.</a:t>
            </a:r>
            <a:endParaRPr lang="en-IN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pic>
        <p:nvPicPr>
          <p:cNvPr id="81" name="Picture 80">
            <a:extLst>
              <a:ext uri="{FF2B5EF4-FFF2-40B4-BE49-F238E27FC236}">
                <a16:creationId xmlns:a16="http://schemas.microsoft.com/office/drawing/2014/main" id="{A152EC67-C55C-55ED-3D66-0D1152C51F1E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184491" y="1673764"/>
            <a:ext cx="5957966" cy="298672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988003519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79" name="Group 78">
            <a:extLst>
              <a:ext uri="{FF2B5EF4-FFF2-40B4-BE49-F238E27FC236}">
                <a16:creationId xmlns:a16="http://schemas.microsoft.com/office/drawing/2014/main" id="{8AB83803-82FF-4FDF-A9E4-FA57E548D4DF}"/>
              </a:ext>
            </a:extLst>
          </p:cNvPr>
          <p:cNvGrpSpPr/>
          <p:nvPr/>
        </p:nvGrpSpPr>
        <p:grpSpPr>
          <a:xfrm>
            <a:off x="0" y="-699"/>
            <a:ext cx="12196232" cy="6859933"/>
            <a:chOff x="0" y="-699"/>
            <a:chExt cx="12196232" cy="6859933"/>
          </a:xfrm>
        </p:grpSpPr>
        <p:grpSp>
          <p:nvGrpSpPr>
            <p:cNvPr id="2" name="Group 1">
              <a:extLst>
                <a:ext uri="{FF2B5EF4-FFF2-40B4-BE49-F238E27FC236}">
                  <a16:creationId xmlns:a16="http://schemas.microsoft.com/office/drawing/2014/main" id="{4F7233E0-8B4C-403F-B4DC-1EAABD525929}"/>
                </a:ext>
              </a:extLst>
            </p:cNvPr>
            <p:cNvGrpSpPr/>
            <p:nvPr/>
          </p:nvGrpSpPr>
          <p:grpSpPr>
            <a:xfrm>
              <a:off x="4232" y="6382984"/>
              <a:ext cx="12192000" cy="476250"/>
              <a:chOff x="0" y="6381750"/>
              <a:chExt cx="12192000" cy="476250"/>
            </a:xfrm>
            <a:solidFill>
              <a:srgbClr val="C00000"/>
            </a:solidFill>
          </p:grpSpPr>
          <p:sp>
            <p:nvSpPr>
              <p:cNvPr id="3" name="Rectangle 2">
                <a:extLst>
                  <a:ext uri="{FF2B5EF4-FFF2-40B4-BE49-F238E27FC236}">
                    <a16:creationId xmlns:a16="http://schemas.microsoft.com/office/drawing/2014/main" id="{C3EDFE22-777C-4E40-82E4-FD5DB11D8B63}"/>
                  </a:ext>
                </a:extLst>
              </p:cNvPr>
              <p:cNvSpPr/>
              <p:nvPr/>
            </p:nvSpPr>
            <p:spPr>
              <a:xfrm>
                <a:off x="0" y="6381750"/>
                <a:ext cx="12192000" cy="476250"/>
              </a:xfrm>
              <a:prstGeom prst="rect">
                <a:avLst/>
              </a:prstGeom>
              <a:grpFill/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 dirty="0">
                  <a:solidFill>
                    <a:srgbClr val="C00000"/>
                  </a:solidFill>
                  <a:latin typeface="Times New Roman" panose="02020603050405020304" pitchFamily="18" charset="0"/>
                  <a:cs typeface="Times New Roman" pitchFamily="18" charset="0"/>
                </a:endParaRPr>
              </a:p>
            </p:txBody>
          </p:sp>
          <p:grpSp>
            <p:nvGrpSpPr>
              <p:cNvPr id="4" name="Group 3">
                <a:extLst>
                  <a:ext uri="{FF2B5EF4-FFF2-40B4-BE49-F238E27FC236}">
                    <a16:creationId xmlns:a16="http://schemas.microsoft.com/office/drawing/2014/main" id="{314080B3-0E2C-457A-A722-47CA48E69C19}"/>
                  </a:ext>
                </a:extLst>
              </p:cNvPr>
              <p:cNvGrpSpPr/>
              <p:nvPr/>
            </p:nvGrpSpPr>
            <p:grpSpPr>
              <a:xfrm>
                <a:off x="160089" y="6467143"/>
                <a:ext cx="4087748" cy="273466"/>
                <a:chOff x="4366684" y="2926127"/>
                <a:chExt cx="3278335" cy="2571063"/>
              </a:xfrm>
              <a:grpFill/>
            </p:grpSpPr>
            <p:sp>
              <p:nvSpPr>
                <p:cNvPr id="5" name="Freeform: Shape 4">
                  <a:extLst>
                    <a:ext uri="{FF2B5EF4-FFF2-40B4-BE49-F238E27FC236}">
                      <a16:creationId xmlns:a16="http://schemas.microsoft.com/office/drawing/2014/main" id="{375F0EE2-DB06-4E1C-9F66-EAACEFA99A97}"/>
                    </a:ext>
                  </a:extLst>
                </p:cNvPr>
                <p:cNvSpPr/>
                <p:nvPr/>
              </p:nvSpPr>
              <p:spPr>
                <a:xfrm>
                  <a:off x="4744501" y="2926994"/>
                  <a:ext cx="72212" cy="2394576"/>
                </a:xfrm>
                <a:custGeom>
                  <a:avLst/>
                  <a:gdLst>
                    <a:gd name="connsiteX0" fmla="*/ 0 w 192640"/>
                    <a:gd name="connsiteY0" fmla="*/ 6393351 h 6387957"/>
                    <a:gd name="connsiteX1" fmla="*/ 0 w 192640"/>
                    <a:gd name="connsiteY1" fmla="*/ 0 h 6387957"/>
                    <a:gd name="connsiteX2" fmla="*/ 198034 w 192640"/>
                    <a:gd name="connsiteY2" fmla="*/ 0 h 6387957"/>
                    <a:gd name="connsiteX3" fmla="*/ 198034 w 192640"/>
                    <a:gd name="connsiteY3" fmla="*/ 6393351 h 6387957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</a:cxnLst>
                  <a:rect l="l" t="t" r="r" b="b"/>
                  <a:pathLst>
                    <a:path w="192640" h="6387957">
                      <a:moveTo>
                        <a:pt x="0" y="6393351"/>
                      </a:moveTo>
                      <a:cubicBezTo>
                        <a:pt x="0" y="4261207"/>
                        <a:pt x="0" y="2132145"/>
                        <a:pt x="0" y="0"/>
                      </a:cubicBezTo>
                      <a:cubicBezTo>
                        <a:pt x="67039" y="0"/>
                        <a:pt x="131766" y="0"/>
                        <a:pt x="198034" y="0"/>
                      </a:cubicBezTo>
                      <a:cubicBezTo>
                        <a:pt x="198034" y="2132145"/>
                        <a:pt x="198034" y="4261207"/>
                        <a:pt x="198034" y="6393351"/>
                      </a:cubicBezTo>
                    </a:path>
                  </a:pathLst>
                </a:custGeom>
                <a:grpFill/>
                <a:ln w="7704" cap="flat">
                  <a:noFill/>
                  <a:prstDash val="solid"/>
                  <a:miter/>
                </a:ln>
              </p:spPr>
              <p:txBody>
                <a:bodyPr rtlCol="0" anchor="ctr"/>
                <a:lstStyle/>
                <a:p>
                  <a:endParaRPr lang="en-US" dirty="0">
                    <a:solidFill>
                      <a:srgbClr val="C00000"/>
                    </a:solidFill>
                    <a:latin typeface="Times New Roman" panose="02020603050405020304" pitchFamily="18" charset="0"/>
                    <a:cs typeface="Times New Roman" pitchFamily="18" charset="0"/>
                  </a:endParaRPr>
                </a:p>
              </p:txBody>
            </p:sp>
            <p:sp>
              <p:nvSpPr>
                <p:cNvPr id="6" name="Freeform: Shape 5">
                  <a:extLst>
                    <a:ext uri="{FF2B5EF4-FFF2-40B4-BE49-F238E27FC236}">
                      <a16:creationId xmlns:a16="http://schemas.microsoft.com/office/drawing/2014/main" id="{175E547C-4DF2-4010-A85D-7C2F6E73C80D}"/>
                    </a:ext>
                  </a:extLst>
                </p:cNvPr>
                <p:cNvSpPr/>
                <p:nvPr/>
              </p:nvSpPr>
              <p:spPr>
                <a:xfrm>
                  <a:off x="4676621" y="2926994"/>
                  <a:ext cx="37550" cy="2394576"/>
                </a:xfrm>
                <a:custGeom>
                  <a:avLst/>
                  <a:gdLst>
                    <a:gd name="connsiteX0" fmla="*/ 0 w 100173"/>
                    <a:gd name="connsiteY0" fmla="*/ 6392581 h 6387957"/>
                    <a:gd name="connsiteX1" fmla="*/ 0 w 100173"/>
                    <a:gd name="connsiteY1" fmla="*/ 0 h 6387957"/>
                    <a:gd name="connsiteX2" fmla="*/ 103255 w 100173"/>
                    <a:gd name="connsiteY2" fmla="*/ 0 h 6387957"/>
                    <a:gd name="connsiteX3" fmla="*/ 103255 w 100173"/>
                    <a:gd name="connsiteY3" fmla="*/ 6392581 h 6387957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</a:cxnLst>
                  <a:rect l="l" t="t" r="r" b="b"/>
                  <a:pathLst>
                    <a:path w="100173" h="6387957">
                      <a:moveTo>
                        <a:pt x="0" y="6392581"/>
                      </a:moveTo>
                      <a:cubicBezTo>
                        <a:pt x="0" y="4261207"/>
                        <a:pt x="0" y="2131374"/>
                        <a:pt x="0" y="0"/>
                      </a:cubicBezTo>
                      <a:cubicBezTo>
                        <a:pt x="34675" y="0"/>
                        <a:pt x="67809" y="0"/>
                        <a:pt x="103255" y="0"/>
                      </a:cubicBezTo>
                      <a:cubicBezTo>
                        <a:pt x="103255" y="2130603"/>
                        <a:pt x="103255" y="4260437"/>
                        <a:pt x="103255" y="6392581"/>
                      </a:cubicBezTo>
                    </a:path>
                  </a:pathLst>
                </a:custGeom>
                <a:grpFill/>
                <a:ln w="7704" cap="flat">
                  <a:noFill/>
                  <a:prstDash val="solid"/>
                  <a:miter/>
                </a:ln>
              </p:spPr>
              <p:txBody>
                <a:bodyPr rtlCol="0" anchor="ctr"/>
                <a:lstStyle/>
                <a:p>
                  <a:endParaRPr lang="en-US" dirty="0">
                    <a:solidFill>
                      <a:srgbClr val="C00000"/>
                    </a:solidFill>
                    <a:latin typeface="Times New Roman" panose="02020603050405020304" pitchFamily="18" charset="0"/>
                    <a:cs typeface="Times New Roman" pitchFamily="18" charset="0"/>
                  </a:endParaRPr>
                </a:p>
              </p:txBody>
            </p:sp>
            <p:sp>
              <p:nvSpPr>
                <p:cNvPr id="7" name="Freeform: Shape 6">
                  <a:extLst>
                    <a:ext uri="{FF2B5EF4-FFF2-40B4-BE49-F238E27FC236}">
                      <a16:creationId xmlns:a16="http://schemas.microsoft.com/office/drawing/2014/main" id="{3F8BF4F1-A2B9-4C23-BC26-20CA699DD57A}"/>
                    </a:ext>
                  </a:extLst>
                </p:cNvPr>
                <p:cNvSpPr/>
                <p:nvPr/>
              </p:nvSpPr>
              <p:spPr>
                <a:xfrm>
                  <a:off x="5706626" y="2927282"/>
                  <a:ext cx="109764" cy="2394576"/>
                </a:xfrm>
                <a:custGeom>
                  <a:avLst/>
                  <a:gdLst>
                    <a:gd name="connsiteX0" fmla="*/ 0 w 292813"/>
                    <a:gd name="connsiteY0" fmla="*/ 6392581 h 6387957"/>
                    <a:gd name="connsiteX1" fmla="*/ 0 w 292813"/>
                    <a:gd name="connsiteY1" fmla="*/ 0 h 6387957"/>
                    <a:gd name="connsiteX2" fmla="*/ 295125 w 292813"/>
                    <a:gd name="connsiteY2" fmla="*/ 0 h 6387957"/>
                    <a:gd name="connsiteX3" fmla="*/ 295125 w 292813"/>
                    <a:gd name="connsiteY3" fmla="*/ 6392581 h 6387957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</a:cxnLst>
                  <a:rect l="l" t="t" r="r" b="b"/>
                  <a:pathLst>
                    <a:path w="292813" h="6387957">
                      <a:moveTo>
                        <a:pt x="0" y="6392581"/>
                      </a:moveTo>
                      <a:cubicBezTo>
                        <a:pt x="0" y="4261978"/>
                        <a:pt x="0" y="2132145"/>
                        <a:pt x="0" y="0"/>
                      </a:cubicBezTo>
                      <a:cubicBezTo>
                        <a:pt x="97091" y="0"/>
                        <a:pt x="194952" y="0"/>
                        <a:pt x="295125" y="0"/>
                      </a:cubicBezTo>
                      <a:cubicBezTo>
                        <a:pt x="295125" y="2130603"/>
                        <a:pt x="295125" y="4259666"/>
                        <a:pt x="295125" y="6392581"/>
                      </a:cubicBezTo>
                    </a:path>
                  </a:pathLst>
                </a:custGeom>
                <a:grpFill/>
                <a:ln w="7704" cap="flat">
                  <a:noFill/>
                  <a:prstDash val="solid"/>
                  <a:miter/>
                </a:ln>
              </p:spPr>
              <p:txBody>
                <a:bodyPr rtlCol="0" anchor="ctr"/>
                <a:lstStyle/>
                <a:p>
                  <a:endParaRPr lang="en-US" dirty="0">
                    <a:solidFill>
                      <a:srgbClr val="C00000"/>
                    </a:solidFill>
                    <a:latin typeface="Times New Roman" panose="02020603050405020304" pitchFamily="18" charset="0"/>
                    <a:cs typeface="Times New Roman" pitchFamily="18" charset="0"/>
                  </a:endParaRPr>
                </a:p>
              </p:txBody>
            </p:sp>
            <p:sp>
              <p:nvSpPr>
                <p:cNvPr id="8" name="Freeform: Shape 7">
                  <a:extLst>
                    <a:ext uri="{FF2B5EF4-FFF2-40B4-BE49-F238E27FC236}">
                      <a16:creationId xmlns:a16="http://schemas.microsoft.com/office/drawing/2014/main" id="{1BB7A337-F067-4346-AD27-97742504B3F6}"/>
                    </a:ext>
                  </a:extLst>
                </p:cNvPr>
                <p:cNvSpPr/>
                <p:nvPr/>
              </p:nvSpPr>
              <p:spPr>
                <a:xfrm>
                  <a:off x="5022376" y="2926994"/>
                  <a:ext cx="75101" cy="2394576"/>
                </a:xfrm>
                <a:custGeom>
                  <a:avLst/>
                  <a:gdLst>
                    <a:gd name="connsiteX0" fmla="*/ 0 w 200346"/>
                    <a:gd name="connsiteY0" fmla="*/ 6392581 h 6387957"/>
                    <a:gd name="connsiteX1" fmla="*/ 0 w 200346"/>
                    <a:gd name="connsiteY1" fmla="*/ 0 h 6387957"/>
                    <a:gd name="connsiteX2" fmla="*/ 201117 w 200346"/>
                    <a:gd name="connsiteY2" fmla="*/ 0 h 6387957"/>
                    <a:gd name="connsiteX3" fmla="*/ 201117 w 200346"/>
                    <a:gd name="connsiteY3" fmla="*/ 6392581 h 6387957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</a:cxnLst>
                  <a:rect l="l" t="t" r="r" b="b"/>
                  <a:pathLst>
                    <a:path w="200346" h="6387957">
                      <a:moveTo>
                        <a:pt x="0" y="6392581"/>
                      </a:moveTo>
                      <a:cubicBezTo>
                        <a:pt x="0" y="4261207"/>
                        <a:pt x="0" y="2132145"/>
                        <a:pt x="0" y="0"/>
                      </a:cubicBezTo>
                      <a:cubicBezTo>
                        <a:pt x="67039" y="0"/>
                        <a:pt x="133307" y="0"/>
                        <a:pt x="201117" y="0"/>
                      </a:cubicBezTo>
                      <a:cubicBezTo>
                        <a:pt x="201117" y="2131374"/>
                        <a:pt x="201117" y="4260437"/>
                        <a:pt x="201117" y="6392581"/>
                      </a:cubicBezTo>
                    </a:path>
                  </a:pathLst>
                </a:custGeom>
                <a:grpFill/>
                <a:ln w="7704" cap="flat">
                  <a:noFill/>
                  <a:prstDash val="solid"/>
                  <a:miter/>
                </a:ln>
              </p:spPr>
              <p:txBody>
                <a:bodyPr rtlCol="0" anchor="ctr"/>
                <a:lstStyle/>
                <a:p>
                  <a:endParaRPr lang="en-US" dirty="0">
                    <a:solidFill>
                      <a:srgbClr val="C00000"/>
                    </a:solidFill>
                    <a:latin typeface="Times New Roman" panose="02020603050405020304" pitchFamily="18" charset="0"/>
                    <a:cs typeface="Times New Roman" pitchFamily="18" charset="0"/>
                  </a:endParaRPr>
                </a:p>
              </p:txBody>
            </p:sp>
            <p:sp>
              <p:nvSpPr>
                <p:cNvPr id="9" name="Freeform: Shape 8">
                  <a:extLst>
                    <a:ext uri="{FF2B5EF4-FFF2-40B4-BE49-F238E27FC236}">
                      <a16:creationId xmlns:a16="http://schemas.microsoft.com/office/drawing/2014/main" id="{8E795506-C19E-4D33-8ECE-0DF520B3AEFE}"/>
                    </a:ext>
                  </a:extLst>
                </p:cNvPr>
                <p:cNvSpPr/>
                <p:nvPr/>
              </p:nvSpPr>
              <p:spPr>
                <a:xfrm>
                  <a:off x="4877829" y="2926994"/>
                  <a:ext cx="72212" cy="2394576"/>
                </a:xfrm>
                <a:custGeom>
                  <a:avLst/>
                  <a:gdLst>
                    <a:gd name="connsiteX0" fmla="*/ 0 w 192640"/>
                    <a:gd name="connsiteY0" fmla="*/ 6392581 h 6387957"/>
                    <a:gd name="connsiteX1" fmla="*/ 0 w 192640"/>
                    <a:gd name="connsiteY1" fmla="*/ 0 h 6387957"/>
                    <a:gd name="connsiteX2" fmla="*/ 198805 w 192640"/>
                    <a:gd name="connsiteY2" fmla="*/ 0 h 6387957"/>
                    <a:gd name="connsiteX3" fmla="*/ 198805 w 192640"/>
                    <a:gd name="connsiteY3" fmla="*/ 6392581 h 6387957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</a:cxnLst>
                  <a:rect l="l" t="t" r="r" b="b"/>
                  <a:pathLst>
                    <a:path w="192640" h="6387957">
                      <a:moveTo>
                        <a:pt x="0" y="6392581"/>
                      </a:moveTo>
                      <a:cubicBezTo>
                        <a:pt x="0" y="4261207"/>
                        <a:pt x="0" y="2131374"/>
                        <a:pt x="0" y="0"/>
                      </a:cubicBezTo>
                      <a:cubicBezTo>
                        <a:pt x="67039" y="0"/>
                        <a:pt x="131766" y="0"/>
                        <a:pt x="198805" y="0"/>
                      </a:cubicBezTo>
                      <a:cubicBezTo>
                        <a:pt x="198805" y="2130603"/>
                        <a:pt x="198805" y="4260437"/>
                        <a:pt x="198805" y="6392581"/>
                      </a:cubicBezTo>
                    </a:path>
                  </a:pathLst>
                </a:custGeom>
                <a:grpFill/>
                <a:ln w="7704" cap="flat">
                  <a:noFill/>
                  <a:prstDash val="solid"/>
                  <a:miter/>
                </a:ln>
              </p:spPr>
              <p:txBody>
                <a:bodyPr rtlCol="0" anchor="ctr"/>
                <a:lstStyle/>
                <a:p>
                  <a:endParaRPr lang="en-US" dirty="0">
                    <a:solidFill>
                      <a:srgbClr val="C00000"/>
                    </a:solidFill>
                    <a:latin typeface="Times New Roman" panose="02020603050405020304" pitchFamily="18" charset="0"/>
                    <a:cs typeface="Times New Roman" pitchFamily="18" charset="0"/>
                  </a:endParaRPr>
                </a:p>
              </p:txBody>
            </p:sp>
            <p:sp>
              <p:nvSpPr>
                <p:cNvPr id="10" name="Freeform: Shape 9">
                  <a:extLst>
                    <a:ext uri="{FF2B5EF4-FFF2-40B4-BE49-F238E27FC236}">
                      <a16:creationId xmlns:a16="http://schemas.microsoft.com/office/drawing/2014/main" id="{3735ADE9-DFBC-40FF-A853-DDEAE403ED0E}"/>
                    </a:ext>
                  </a:extLst>
                </p:cNvPr>
                <p:cNvSpPr/>
                <p:nvPr/>
              </p:nvSpPr>
              <p:spPr>
                <a:xfrm>
                  <a:off x="4559765" y="2926994"/>
                  <a:ext cx="72212" cy="2394576"/>
                </a:xfrm>
                <a:custGeom>
                  <a:avLst/>
                  <a:gdLst>
                    <a:gd name="connsiteX0" fmla="*/ 0 w 192640"/>
                    <a:gd name="connsiteY0" fmla="*/ 6393351 h 6387957"/>
                    <a:gd name="connsiteX1" fmla="*/ 0 w 192640"/>
                    <a:gd name="connsiteY1" fmla="*/ 0 h 6387957"/>
                    <a:gd name="connsiteX2" fmla="*/ 198034 w 192640"/>
                    <a:gd name="connsiteY2" fmla="*/ 0 h 6387957"/>
                    <a:gd name="connsiteX3" fmla="*/ 198034 w 192640"/>
                    <a:gd name="connsiteY3" fmla="*/ 6393351 h 6387957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</a:cxnLst>
                  <a:rect l="l" t="t" r="r" b="b"/>
                  <a:pathLst>
                    <a:path w="192640" h="6387957">
                      <a:moveTo>
                        <a:pt x="0" y="6393351"/>
                      </a:moveTo>
                      <a:cubicBezTo>
                        <a:pt x="0" y="4261207"/>
                        <a:pt x="0" y="2132145"/>
                        <a:pt x="0" y="0"/>
                      </a:cubicBezTo>
                      <a:cubicBezTo>
                        <a:pt x="67039" y="0"/>
                        <a:pt x="131766" y="0"/>
                        <a:pt x="198034" y="0"/>
                      </a:cubicBezTo>
                      <a:cubicBezTo>
                        <a:pt x="198034" y="2132145"/>
                        <a:pt x="198034" y="4261207"/>
                        <a:pt x="198034" y="6393351"/>
                      </a:cubicBezTo>
                    </a:path>
                  </a:pathLst>
                </a:custGeom>
                <a:grpFill/>
                <a:ln w="7704" cap="flat">
                  <a:noFill/>
                  <a:prstDash val="solid"/>
                  <a:miter/>
                </a:ln>
              </p:spPr>
              <p:txBody>
                <a:bodyPr rtlCol="0" anchor="ctr"/>
                <a:lstStyle/>
                <a:p>
                  <a:endParaRPr lang="en-US" dirty="0">
                    <a:solidFill>
                      <a:srgbClr val="C00000"/>
                    </a:solidFill>
                    <a:latin typeface="Times New Roman" panose="02020603050405020304" pitchFamily="18" charset="0"/>
                    <a:cs typeface="Times New Roman" pitchFamily="18" charset="0"/>
                  </a:endParaRPr>
                </a:p>
              </p:txBody>
            </p:sp>
            <p:sp>
              <p:nvSpPr>
                <p:cNvPr id="11" name="Freeform: Shape 10">
                  <a:extLst>
                    <a:ext uri="{FF2B5EF4-FFF2-40B4-BE49-F238E27FC236}">
                      <a16:creationId xmlns:a16="http://schemas.microsoft.com/office/drawing/2014/main" id="{45B816DB-E16D-434D-9DDC-1E4BB22E411A}"/>
                    </a:ext>
                  </a:extLst>
                </p:cNvPr>
                <p:cNvSpPr/>
                <p:nvPr/>
              </p:nvSpPr>
              <p:spPr>
                <a:xfrm>
                  <a:off x="4433987" y="2926705"/>
                  <a:ext cx="37550" cy="2567886"/>
                </a:xfrm>
                <a:custGeom>
                  <a:avLst/>
                  <a:gdLst>
                    <a:gd name="connsiteX0" fmla="*/ 0 w 100173"/>
                    <a:gd name="connsiteY0" fmla="*/ 6854918 h 6850294"/>
                    <a:gd name="connsiteX1" fmla="*/ 0 w 100173"/>
                    <a:gd name="connsiteY1" fmla="*/ 0 h 6850294"/>
                    <a:gd name="connsiteX2" fmla="*/ 103255 w 100173"/>
                    <a:gd name="connsiteY2" fmla="*/ 0 h 6850294"/>
                    <a:gd name="connsiteX3" fmla="*/ 103255 w 100173"/>
                    <a:gd name="connsiteY3" fmla="*/ 6854918 h 6850294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</a:cxnLst>
                  <a:rect l="l" t="t" r="r" b="b"/>
                  <a:pathLst>
                    <a:path w="100173" h="6850294">
                      <a:moveTo>
                        <a:pt x="0" y="6854918"/>
                      </a:moveTo>
                      <a:cubicBezTo>
                        <a:pt x="0" y="4570202"/>
                        <a:pt x="0" y="2286257"/>
                        <a:pt x="0" y="0"/>
                      </a:cubicBezTo>
                      <a:cubicBezTo>
                        <a:pt x="34675" y="0"/>
                        <a:pt x="67809" y="0"/>
                        <a:pt x="103255" y="0"/>
                      </a:cubicBezTo>
                      <a:cubicBezTo>
                        <a:pt x="103255" y="2284716"/>
                        <a:pt x="103255" y="4567891"/>
                        <a:pt x="103255" y="6854918"/>
                      </a:cubicBezTo>
                    </a:path>
                  </a:pathLst>
                </a:custGeom>
                <a:grpFill/>
                <a:ln w="7704" cap="flat">
                  <a:noFill/>
                  <a:prstDash val="solid"/>
                  <a:miter/>
                </a:ln>
              </p:spPr>
              <p:txBody>
                <a:bodyPr rtlCol="0" anchor="ctr"/>
                <a:lstStyle/>
                <a:p>
                  <a:endParaRPr lang="en-US" dirty="0">
                    <a:solidFill>
                      <a:srgbClr val="C00000"/>
                    </a:solidFill>
                    <a:latin typeface="Times New Roman" panose="02020603050405020304" pitchFamily="18" charset="0"/>
                    <a:cs typeface="Times New Roman" pitchFamily="18" charset="0"/>
                  </a:endParaRPr>
                </a:p>
              </p:txBody>
            </p:sp>
            <p:sp>
              <p:nvSpPr>
                <p:cNvPr id="12" name="Freeform: Shape 11">
                  <a:extLst>
                    <a:ext uri="{FF2B5EF4-FFF2-40B4-BE49-F238E27FC236}">
                      <a16:creationId xmlns:a16="http://schemas.microsoft.com/office/drawing/2014/main" id="{D5D6C9B3-F26D-4538-B939-0107B961839D}"/>
                    </a:ext>
                  </a:extLst>
                </p:cNvPr>
                <p:cNvSpPr/>
                <p:nvPr/>
              </p:nvSpPr>
              <p:spPr>
                <a:xfrm>
                  <a:off x="4366684" y="2927282"/>
                  <a:ext cx="37550" cy="2567886"/>
                </a:xfrm>
                <a:custGeom>
                  <a:avLst/>
                  <a:gdLst>
                    <a:gd name="connsiteX0" fmla="*/ 0 w 100173"/>
                    <a:gd name="connsiteY0" fmla="*/ 6854148 h 6850294"/>
                    <a:gd name="connsiteX1" fmla="*/ 0 w 100173"/>
                    <a:gd name="connsiteY1" fmla="*/ 0 h 6850294"/>
                    <a:gd name="connsiteX2" fmla="*/ 103255 w 100173"/>
                    <a:gd name="connsiteY2" fmla="*/ 0 h 6850294"/>
                    <a:gd name="connsiteX3" fmla="*/ 103255 w 100173"/>
                    <a:gd name="connsiteY3" fmla="*/ 6854918 h 6850294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</a:cxnLst>
                  <a:rect l="l" t="t" r="r" b="b"/>
                  <a:pathLst>
                    <a:path w="100173" h="6850294">
                      <a:moveTo>
                        <a:pt x="0" y="6854148"/>
                      </a:moveTo>
                      <a:cubicBezTo>
                        <a:pt x="0" y="4569432"/>
                        <a:pt x="0" y="2286257"/>
                        <a:pt x="0" y="0"/>
                      </a:cubicBezTo>
                      <a:cubicBezTo>
                        <a:pt x="33905" y="0"/>
                        <a:pt x="67809" y="0"/>
                        <a:pt x="103255" y="0"/>
                      </a:cubicBezTo>
                      <a:cubicBezTo>
                        <a:pt x="103255" y="2285486"/>
                        <a:pt x="103255" y="4568661"/>
                        <a:pt x="103255" y="6854918"/>
                      </a:cubicBezTo>
                    </a:path>
                  </a:pathLst>
                </a:custGeom>
                <a:grpFill/>
                <a:ln w="7704" cap="flat">
                  <a:noFill/>
                  <a:prstDash val="solid"/>
                  <a:miter/>
                </a:ln>
              </p:spPr>
              <p:txBody>
                <a:bodyPr rtlCol="0" anchor="ctr"/>
                <a:lstStyle/>
                <a:p>
                  <a:endParaRPr lang="en-US" dirty="0">
                    <a:solidFill>
                      <a:srgbClr val="C00000"/>
                    </a:solidFill>
                    <a:latin typeface="Times New Roman" panose="02020603050405020304" pitchFamily="18" charset="0"/>
                    <a:cs typeface="Times New Roman" pitchFamily="18" charset="0"/>
                  </a:endParaRPr>
                </a:p>
              </p:txBody>
            </p:sp>
            <p:sp>
              <p:nvSpPr>
                <p:cNvPr id="13" name="Freeform: Shape 12">
                  <a:extLst>
                    <a:ext uri="{FF2B5EF4-FFF2-40B4-BE49-F238E27FC236}">
                      <a16:creationId xmlns:a16="http://schemas.microsoft.com/office/drawing/2014/main" id="{EC07D1C9-009A-483F-95D8-AE22DC2CD8D8}"/>
                    </a:ext>
                  </a:extLst>
                </p:cNvPr>
                <p:cNvSpPr/>
                <p:nvPr/>
              </p:nvSpPr>
              <p:spPr>
                <a:xfrm>
                  <a:off x="5957386" y="2926705"/>
                  <a:ext cx="37550" cy="2567886"/>
                </a:xfrm>
                <a:custGeom>
                  <a:avLst/>
                  <a:gdLst>
                    <a:gd name="connsiteX0" fmla="*/ 0 w 100173"/>
                    <a:gd name="connsiteY0" fmla="*/ 6854918 h 6850294"/>
                    <a:gd name="connsiteX1" fmla="*/ 0 w 100173"/>
                    <a:gd name="connsiteY1" fmla="*/ 0 h 6850294"/>
                    <a:gd name="connsiteX2" fmla="*/ 103255 w 100173"/>
                    <a:gd name="connsiteY2" fmla="*/ 0 h 6850294"/>
                    <a:gd name="connsiteX3" fmla="*/ 103255 w 100173"/>
                    <a:gd name="connsiteY3" fmla="*/ 6854918 h 6850294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</a:cxnLst>
                  <a:rect l="l" t="t" r="r" b="b"/>
                  <a:pathLst>
                    <a:path w="100173" h="6850294">
                      <a:moveTo>
                        <a:pt x="0" y="6854918"/>
                      </a:moveTo>
                      <a:cubicBezTo>
                        <a:pt x="0" y="4570202"/>
                        <a:pt x="0" y="2286257"/>
                        <a:pt x="0" y="0"/>
                      </a:cubicBezTo>
                      <a:cubicBezTo>
                        <a:pt x="34675" y="0"/>
                        <a:pt x="67809" y="0"/>
                        <a:pt x="103255" y="0"/>
                      </a:cubicBezTo>
                      <a:cubicBezTo>
                        <a:pt x="103255" y="2283945"/>
                        <a:pt x="103255" y="4567891"/>
                        <a:pt x="103255" y="6854918"/>
                      </a:cubicBezTo>
                    </a:path>
                  </a:pathLst>
                </a:custGeom>
                <a:grpFill/>
                <a:ln w="7704" cap="flat">
                  <a:noFill/>
                  <a:prstDash val="solid"/>
                  <a:miter/>
                </a:ln>
              </p:spPr>
              <p:txBody>
                <a:bodyPr rtlCol="0" anchor="ctr"/>
                <a:lstStyle/>
                <a:p>
                  <a:endParaRPr lang="en-US" dirty="0">
                    <a:solidFill>
                      <a:srgbClr val="C00000"/>
                    </a:solidFill>
                    <a:latin typeface="Times New Roman" panose="02020603050405020304" pitchFamily="18" charset="0"/>
                    <a:cs typeface="Times New Roman" pitchFamily="18" charset="0"/>
                  </a:endParaRPr>
                </a:p>
              </p:txBody>
            </p:sp>
            <p:sp>
              <p:nvSpPr>
                <p:cNvPr id="14" name="Freeform: Shape 13">
                  <a:extLst>
                    <a:ext uri="{FF2B5EF4-FFF2-40B4-BE49-F238E27FC236}">
                      <a16:creationId xmlns:a16="http://schemas.microsoft.com/office/drawing/2014/main" id="{F54B353B-E09D-4957-842E-D8AD4D49A921}"/>
                    </a:ext>
                  </a:extLst>
                </p:cNvPr>
                <p:cNvSpPr/>
                <p:nvPr/>
              </p:nvSpPr>
              <p:spPr>
                <a:xfrm>
                  <a:off x="6024689" y="2926127"/>
                  <a:ext cx="37550" cy="2567886"/>
                </a:xfrm>
                <a:custGeom>
                  <a:avLst/>
                  <a:gdLst>
                    <a:gd name="connsiteX0" fmla="*/ 0 w 100173"/>
                    <a:gd name="connsiteY0" fmla="*/ 6857230 h 6850294"/>
                    <a:gd name="connsiteX1" fmla="*/ 0 w 100173"/>
                    <a:gd name="connsiteY1" fmla="*/ 0 h 6850294"/>
                    <a:gd name="connsiteX2" fmla="*/ 52398 w 100173"/>
                    <a:gd name="connsiteY2" fmla="*/ 0 h 6850294"/>
                    <a:gd name="connsiteX3" fmla="*/ 103255 w 100173"/>
                    <a:gd name="connsiteY3" fmla="*/ 0 h 6850294"/>
                    <a:gd name="connsiteX4" fmla="*/ 103255 w 100173"/>
                    <a:gd name="connsiteY4" fmla="*/ 6857230 h 6850294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  <a:cxn ang="0">
                      <a:pos x="connsiteX4" y="connsiteY4"/>
                    </a:cxn>
                  </a:cxnLst>
                  <a:rect l="l" t="t" r="r" b="b"/>
                  <a:pathLst>
                    <a:path w="100173" h="6850294">
                      <a:moveTo>
                        <a:pt x="0" y="6857230"/>
                      </a:moveTo>
                      <a:cubicBezTo>
                        <a:pt x="0" y="4572514"/>
                        <a:pt x="0" y="2288569"/>
                        <a:pt x="0" y="0"/>
                      </a:cubicBezTo>
                      <a:cubicBezTo>
                        <a:pt x="17723" y="0"/>
                        <a:pt x="34675" y="0"/>
                        <a:pt x="52398" y="0"/>
                      </a:cubicBezTo>
                      <a:cubicBezTo>
                        <a:pt x="68580" y="0"/>
                        <a:pt x="84762" y="0"/>
                        <a:pt x="103255" y="0"/>
                      </a:cubicBezTo>
                      <a:cubicBezTo>
                        <a:pt x="103255" y="2287798"/>
                        <a:pt x="103255" y="4571743"/>
                        <a:pt x="103255" y="6857230"/>
                      </a:cubicBezTo>
                    </a:path>
                  </a:pathLst>
                </a:custGeom>
                <a:grpFill/>
                <a:ln w="7704" cap="flat">
                  <a:noFill/>
                  <a:prstDash val="solid"/>
                  <a:miter/>
                </a:ln>
              </p:spPr>
              <p:txBody>
                <a:bodyPr rtlCol="0" anchor="ctr"/>
                <a:lstStyle/>
                <a:p>
                  <a:endParaRPr lang="en-US" dirty="0">
                    <a:solidFill>
                      <a:srgbClr val="C00000"/>
                    </a:solidFill>
                    <a:latin typeface="Times New Roman" panose="02020603050405020304" pitchFamily="18" charset="0"/>
                    <a:cs typeface="Times New Roman" pitchFamily="18" charset="0"/>
                  </a:endParaRPr>
                </a:p>
              </p:txBody>
            </p:sp>
            <p:sp>
              <p:nvSpPr>
                <p:cNvPr id="15" name="Freeform: Shape 14">
                  <a:extLst>
                    <a:ext uri="{FF2B5EF4-FFF2-40B4-BE49-F238E27FC236}">
                      <a16:creationId xmlns:a16="http://schemas.microsoft.com/office/drawing/2014/main" id="{C60F81BD-F891-48DF-8E0D-BDC05CBC7452}"/>
                    </a:ext>
                  </a:extLst>
                </p:cNvPr>
                <p:cNvSpPr/>
                <p:nvPr/>
              </p:nvSpPr>
              <p:spPr>
                <a:xfrm>
                  <a:off x="5890084" y="2926994"/>
                  <a:ext cx="37550" cy="2394576"/>
                </a:xfrm>
                <a:custGeom>
                  <a:avLst/>
                  <a:gdLst>
                    <a:gd name="connsiteX0" fmla="*/ 0 w 100173"/>
                    <a:gd name="connsiteY0" fmla="*/ 6392581 h 6387957"/>
                    <a:gd name="connsiteX1" fmla="*/ 0 w 100173"/>
                    <a:gd name="connsiteY1" fmla="*/ 0 h 6387957"/>
                    <a:gd name="connsiteX2" fmla="*/ 101714 w 100173"/>
                    <a:gd name="connsiteY2" fmla="*/ 0 h 6387957"/>
                    <a:gd name="connsiteX3" fmla="*/ 101714 w 100173"/>
                    <a:gd name="connsiteY3" fmla="*/ 6392581 h 6387957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</a:cxnLst>
                  <a:rect l="l" t="t" r="r" b="b"/>
                  <a:pathLst>
                    <a:path w="100173" h="6387957">
                      <a:moveTo>
                        <a:pt x="0" y="6392581"/>
                      </a:moveTo>
                      <a:cubicBezTo>
                        <a:pt x="0" y="4262748"/>
                        <a:pt x="0" y="2132145"/>
                        <a:pt x="0" y="0"/>
                      </a:cubicBezTo>
                      <a:cubicBezTo>
                        <a:pt x="33904" y="0"/>
                        <a:pt x="67039" y="0"/>
                        <a:pt x="101714" y="0"/>
                      </a:cubicBezTo>
                      <a:cubicBezTo>
                        <a:pt x="101714" y="2130603"/>
                        <a:pt x="101714" y="4260437"/>
                        <a:pt x="101714" y="6392581"/>
                      </a:cubicBezTo>
                    </a:path>
                  </a:pathLst>
                </a:custGeom>
                <a:grpFill/>
                <a:ln w="7704" cap="flat">
                  <a:noFill/>
                  <a:prstDash val="solid"/>
                  <a:miter/>
                </a:ln>
              </p:spPr>
              <p:txBody>
                <a:bodyPr rtlCol="0" anchor="ctr"/>
                <a:lstStyle/>
                <a:p>
                  <a:endParaRPr lang="en-US" dirty="0">
                    <a:solidFill>
                      <a:srgbClr val="C00000"/>
                    </a:solidFill>
                    <a:latin typeface="Times New Roman" panose="02020603050405020304" pitchFamily="18" charset="0"/>
                    <a:cs typeface="Times New Roman" pitchFamily="18" charset="0"/>
                  </a:endParaRPr>
                </a:p>
              </p:txBody>
            </p:sp>
            <p:sp>
              <p:nvSpPr>
                <p:cNvPr id="16" name="Freeform: Shape 15">
                  <a:extLst>
                    <a:ext uri="{FF2B5EF4-FFF2-40B4-BE49-F238E27FC236}">
                      <a16:creationId xmlns:a16="http://schemas.microsoft.com/office/drawing/2014/main" id="{09F9B5B4-A975-4BC1-A4E4-F4869117A798}"/>
                    </a:ext>
                  </a:extLst>
                </p:cNvPr>
                <p:cNvSpPr/>
                <p:nvPr/>
              </p:nvSpPr>
              <p:spPr>
                <a:xfrm>
                  <a:off x="6091991" y="2926994"/>
                  <a:ext cx="37550" cy="2394576"/>
                </a:xfrm>
                <a:custGeom>
                  <a:avLst/>
                  <a:gdLst>
                    <a:gd name="connsiteX0" fmla="*/ 0 w 100173"/>
                    <a:gd name="connsiteY0" fmla="*/ 6393351 h 6387957"/>
                    <a:gd name="connsiteX1" fmla="*/ 0 w 100173"/>
                    <a:gd name="connsiteY1" fmla="*/ 0 h 6387957"/>
                    <a:gd name="connsiteX2" fmla="*/ 103255 w 100173"/>
                    <a:gd name="connsiteY2" fmla="*/ 0 h 6387957"/>
                    <a:gd name="connsiteX3" fmla="*/ 103255 w 100173"/>
                    <a:gd name="connsiteY3" fmla="*/ 6393351 h 6387957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</a:cxnLst>
                  <a:rect l="l" t="t" r="r" b="b"/>
                  <a:pathLst>
                    <a:path w="100173" h="6387957">
                      <a:moveTo>
                        <a:pt x="0" y="6393351"/>
                      </a:moveTo>
                      <a:cubicBezTo>
                        <a:pt x="0" y="4261978"/>
                        <a:pt x="0" y="2132915"/>
                        <a:pt x="0" y="0"/>
                      </a:cubicBezTo>
                      <a:cubicBezTo>
                        <a:pt x="34675" y="0"/>
                        <a:pt x="67809" y="0"/>
                        <a:pt x="103255" y="0"/>
                      </a:cubicBezTo>
                      <a:cubicBezTo>
                        <a:pt x="103255" y="2131374"/>
                        <a:pt x="103255" y="4261207"/>
                        <a:pt x="103255" y="6393351"/>
                      </a:cubicBezTo>
                    </a:path>
                  </a:pathLst>
                </a:custGeom>
                <a:grpFill/>
                <a:ln w="7704" cap="flat">
                  <a:noFill/>
                  <a:prstDash val="solid"/>
                  <a:miter/>
                </a:ln>
              </p:spPr>
              <p:txBody>
                <a:bodyPr rtlCol="0" anchor="ctr"/>
                <a:lstStyle/>
                <a:p>
                  <a:endParaRPr lang="en-US" dirty="0">
                    <a:solidFill>
                      <a:srgbClr val="C00000"/>
                    </a:solidFill>
                    <a:latin typeface="Times New Roman" panose="02020603050405020304" pitchFamily="18" charset="0"/>
                    <a:cs typeface="Times New Roman" pitchFamily="18" charset="0"/>
                  </a:endParaRPr>
                </a:p>
              </p:txBody>
            </p:sp>
            <p:sp>
              <p:nvSpPr>
                <p:cNvPr id="17" name="Freeform: Shape 16">
                  <a:extLst>
                    <a:ext uri="{FF2B5EF4-FFF2-40B4-BE49-F238E27FC236}">
                      <a16:creationId xmlns:a16="http://schemas.microsoft.com/office/drawing/2014/main" id="{F0F04A50-70C0-4152-B892-712F604BB364}"/>
                    </a:ext>
                  </a:extLst>
                </p:cNvPr>
                <p:cNvSpPr/>
                <p:nvPr/>
              </p:nvSpPr>
              <p:spPr>
                <a:xfrm>
                  <a:off x="7139759" y="2926994"/>
                  <a:ext cx="109764" cy="2394576"/>
                </a:xfrm>
                <a:custGeom>
                  <a:avLst/>
                  <a:gdLst>
                    <a:gd name="connsiteX0" fmla="*/ 0 w 292813"/>
                    <a:gd name="connsiteY0" fmla="*/ 6393351 h 6387957"/>
                    <a:gd name="connsiteX1" fmla="*/ 0 w 292813"/>
                    <a:gd name="connsiteY1" fmla="*/ 0 h 6387957"/>
                    <a:gd name="connsiteX2" fmla="*/ 295125 w 292813"/>
                    <a:gd name="connsiteY2" fmla="*/ 0 h 6387957"/>
                    <a:gd name="connsiteX3" fmla="*/ 295125 w 292813"/>
                    <a:gd name="connsiteY3" fmla="*/ 6393351 h 6387957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</a:cxnLst>
                  <a:rect l="l" t="t" r="r" b="b"/>
                  <a:pathLst>
                    <a:path w="292813" h="6387957">
                      <a:moveTo>
                        <a:pt x="0" y="6393351"/>
                      </a:moveTo>
                      <a:cubicBezTo>
                        <a:pt x="0" y="4261207"/>
                        <a:pt x="0" y="2131374"/>
                        <a:pt x="0" y="0"/>
                      </a:cubicBezTo>
                      <a:cubicBezTo>
                        <a:pt x="99403" y="0"/>
                        <a:pt x="196493" y="0"/>
                        <a:pt x="295125" y="0"/>
                      </a:cubicBezTo>
                      <a:cubicBezTo>
                        <a:pt x="295125" y="2132145"/>
                        <a:pt x="295125" y="4261207"/>
                        <a:pt x="295125" y="6393351"/>
                      </a:cubicBezTo>
                    </a:path>
                  </a:pathLst>
                </a:custGeom>
                <a:grpFill/>
                <a:ln w="7704" cap="flat">
                  <a:noFill/>
                  <a:prstDash val="solid"/>
                  <a:miter/>
                </a:ln>
              </p:spPr>
              <p:txBody>
                <a:bodyPr rtlCol="0" anchor="ctr"/>
                <a:lstStyle/>
                <a:p>
                  <a:endParaRPr lang="en-US" dirty="0">
                    <a:solidFill>
                      <a:srgbClr val="C00000"/>
                    </a:solidFill>
                    <a:latin typeface="Times New Roman" panose="02020603050405020304" pitchFamily="18" charset="0"/>
                    <a:cs typeface="Times New Roman" pitchFamily="18" charset="0"/>
                  </a:endParaRPr>
                </a:p>
              </p:txBody>
            </p:sp>
            <p:sp>
              <p:nvSpPr>
                <p:cNvPr id="18" name="Freeform: Shape 17">
                  <a:extLst>
                    <a:ext uri="{FF2B5EF4-FFF2-40B4-BE49-F238E27FC236}">
                      <a16:creationId xmlns:a16="http://schemas.microsoft.com/office/drawing/2014/main" id="{71D9C88D-AEA2-48F6-AF2B-D383D97E3535}"/>
                    </a:ext>
                  </a:extLst>
                </p:cNvPr>
                <p:cNvSpPr/>
                <p:nvPr/>
              </p:nvSpPr>
              <p:spPr>
                <a:xfrm>
                  <a:off x="7280788" y="2926994"/>
                  <a:ext cx="37550" cy="2394576"/>
                </a:xfrm>
                <a:custGeom>
                  <a:avLst/>
                  <a:gdLst>
                    <a:gd name="connsiteX0" fmla="*/ 0 w 100173"/>
                    <a:gd name="connsiteY0" fmla="*/ 6392581 h 6387957"/>
                    <a:gd name="connsiteX1" fmla="*/ 0 w 100173"/>
                    <a:gd name="connsiteY1" fmla="*/ 0 h 6387957"/>
                    <a:gd name="connsiteX2" fmla="*/ 103255 w 100173"/>
                    <a:gd name="connsiteY2" fmla="*/ 0 h 6387957"/>
                    <a:gd name="connsiteX3" fmla="*/ 103255 w 100173"/>
                    <a:gd name="connsiteY3" fmla="*/ 6392581 h 6387957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</a:cxnLst>
                  <a:rect l="l" t="t" r="r" b="b"/>
                  <a:pathLst>
                    <a:path w="100173" h="6387957">
                      <a:moveTo>
                        <a:pt x="0" y="6392581"/>
                      </a:moveTo>
                      <a:cubicBezTo>
                        <a:pt x="0" y="4261207"/>
                        <a:pt x="0" y="2131374"/>
                        <a:pt x="0" y="0"/>
                      </a:cubicBezTo>
                      <a:cubicBezTo>
                        <a:pt x="34675" y="0"/>
                        <a:pt x="67809" y="0"/>
                        <a:pt x="103255" y="0"/>
                      </a:cubicBezTo>
                      <a:cubicBezTo>
                        <a:pt x="103255" y="2130603"/>
                        <a:pt x="103255" y="4260437"/>
                        <a:pt x="103255" y="6392581"/>
                      </a:cubicBezTo>
                    </a:path>
                  </a:pathLst>
                </a:custGeom>
                <a:grpFill/>
                <a:ln w="7704" cap="flat">
                  <a:noFill/>
                  <a:prstDash val="solid"/>
                  <a:miter/>
                </a:ln>
              </p:spPr>
              <p:txBody>
                <a:bodyPr rtlCol="0" anchor="ctr"/>
                <a:lstStyle/>
                <a:p>
                  <a:endParaRPr lang="en-US" dirty="0">
                    <a:solidFill>
                      <a:srgbClr val="C00000"/>
                    </a:solidFill>
                    <a:latin typeface="Times New Roman" panose="02020603050405020304" pitchFamily="18" charset="0"/>
                    <a:cs typeface="Times New Roman" pitchFamily="18" charset="0"/>
                  </a:endParaRPr>
                </a:p>
              </p:txBody>
            </p:sp>
            <p:sp>
              <p:nvSpPr>
                <p:cNvPr id="19" name="Freeform: Shape 18">
                  <a:extLst>
                    <a:ext uri="{FF2B5EF4-FFF2-40B4-BE49-F238E27FC236}">
                      <a16:creationId xmlns:a16="http://schemas.microsoft.com/office/drawing/2014/main" id="{AB8EEA47-0851-4500-8CE0-169E98978C2E}"/>
                    </a:ext>
                  </a:extLst>
                </p:cNvPr>
                <p:cNvSpPr/>
                <p:nvPr/>
              </p:nvSpPr>
              <p:spPr>
                <a:xfrm>
                  <a:off x="7349773" y="2926994"/>
                  <a:ext cx="109764" cy="2394576"/>
                </a:xfrm>
                <a:custGeom>
                  <a:avLst/>
                  <a:gdLst>
                    <a:gd name="connsiteX0" fmla="*/ 0 w 292813"/>
                    <a:gd name="connsiteY0" fmla="*/ 6393351 h 6387957"/>
                    <a:gd name="connsiteX1" fmla="*/ 0 w 292813"/>
                    <a:gd name="connsiteY1" fmla="*/ 0 h 6387957"/>
                    <a:gd name="connsiteX2" fmla="*/ 295125 w 292813"/>
                    <a:gd name="connsiteY2" fmla="*/ 0 h 6387957"/>
                    <a:gd name="connsiteX3" fmla="*/ 295125 w 292813"/>
                    <a:gd name="connsiteY3" fmla="*/ 6393351 h 6387957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</a:cxnLst>
                  <a:rect l="l" t="t" r="r" b="b"/>
                  <a:pathLst>
                    <a:path w="292813" h="6387957">
                      <a:moveTo>
                        <a:pt x="0" y="6393351"/>
                      </a:moveTo>
                      <a:cubicBezTo>
                        <a:pt x="0" y="4261207"/>
                        <a:pt x="0" y="2132145"/>
                        <a:pt x="0" y="0"/>
                      </a:cubicBezTo>
                      <a:cubicBezTo>
                        <a:pt x="99402" y="0"/>
                        <a:pt x="195722" y="0"/>
                        <a:pt x="295125" y="0"/>
                      </a:cubicBezTo>
                      <a:cubicBezTo>
                        <a:pt x="295125" y="2132145"/>
                        <a:pt x="295125" y="4261207"/>
                        <a:pt x="295125" y="6393351"/>
                      </a:cubicBezTo>
                    </a:path>
                  </a:pathLst>
                </a:custGeom>
                <a:grpFill/>
                <a:ln w="7704" cap="flat">
                  <a:noFill/>
                  <a:prstDash val="solid"/>
                  <a:miter/>
                </a:ln>
              </p:spPr>
              <p:txBody>
                <a:bodyPr rtlCol="0" anchor="ctr"/>
                <a:lstStyle/>
                <a:p>
                  <a:endParaRPr lang="en-US" dirty="0">
                    <a:solidFill>
                      <a:srgbClr val="C00000"/>
                    </a:solidFill>
                    <a:latin typeface="Times New Roman" panose="02020603050405020304" pitchFamily="18" charset="0"/>
                    <a:cs typeface="Times New Roman" pitchFamily="18" charset="0"/>
                  </a:endParaRPr>
                </a:p>
              </p:txBody>
            </p:sp>
            <p:sp>
              <p:nvSpPr>
                <p:cNvPr id="20" name="Freeform: Shape 19">
                  <a:extLst>
                    <a:ext uri="{FF2B5EF4-FFF2-40B4-BE49-F238E27FC236}">
                      <a16:creationId xmlns:a16="http://schemas.microsoft.com/office/drawing/2014/main" id="{99CB024E-C751-4D3B-A1FC-DB08068B1DB8}"/>
                    </a:ext>
                  </a:extLst>
                </p:cNvPr>
                <p:cNvSpPr/>
                <p:nvPr/>
              </p:nvSpPr>
              <p:spPr>
                <a:xfrm>
                  <a:off x="7548511" y="2927282"/>
                  <a:ext cx="41911" cy="2569908"/>
                </a:xfrm>
                <a:custGeom>
                  <a:avLst/>
                  <a:gdLst>
                    <a:gd name="connsiteX0" fmla="*/ 0 w 115584"/>
                    <a:gd name="connsiteY0" fmla="*/ 6753975 h 6850294"/>
                    <a:gd name="connsiteX1" fmla="*/ 13099 w 115584"/>
                    <a:gd name="connsiteY1" fmla="*/ 0 h 6850294"/>
                    <a:gd name="connsiteX2" fmla="*/ 118666 w 115584"/>
                    <a:gd name="connsiteY2" fmla="*/ 0 h 6850294"/>
                    <a:gd name="connsiteX3" fmla="*/ 118666 w 115584"/>
                    <a:gd name="connsiteY3" fmla="*/ 6855688 h 6850294"/>
                    <a:gd name="connsiteX0" fmla="*/ 0 w 111805"/>
                    <a:gd name="connsiteY0" fmla="*/ 6836322 h 6855688"/>
                    <a:gd name="connsiteX1" fmla="*/ 6237 w 111805"/>
                    <a:gd name="connsiteY1" fmla="*/ 0 h 6855688"/>
                    <a:gd name="connsiteX2" fmla="*/ 111804 w 111805"/>
                    <a:gd name="connsiteY2" fmla="*/ 0 h 6855688"/>
                    <a:gd name="connsiteX3" fmla="*/ 111804 w 111805"/>
                    <a:gd name="connsiteY3" fmla="*/ 6855688 h 6855688"/>
                    <a:gd name="connsiteX0" fmla="*/ 0 w 111804"/>
                    <a:gd name="connsiteY0" fmla="*/ 6853478 h 6855688"/>
                    <a:gd name="connsiteX1" fmla="*/ 6237 w 111804"/>
                    <a:gd name="connsiteY1" fmla="*/ 0 h 6855688"/>
                    <a:gd name="connsiteX2" fmla="*/ 111804 w 111804"/>
                    <a:gd name="connsiteY2" fmla="*/ 0 h 6855688"/>
                    <a:gd name="connsiteX3" fmla="*/ 111804 w 111804"/>
                    <a:gd name="connsiteY3" fmla="*/ 6855688 h 6855688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</a:cxnLst>
                  <a:rect l="l" t="t" r="r" b="b"/>
                  <a:pathLst>
                    <a:path w="111804" h="6855688">
                      <a:moveTo>
                        <a:pt x="0" y="6853478"/>
                      </a:moveTo>
                      <a:cubicBezTo>
                        <a:pt x="14640" y="4603437"/>
                        <a:pt x="3155" y="2253123"/>
                        <a:pt x="6237" y="0"/>
                      </a:cubicBezTo>
                      <a:lnTo>
                        <a:pt x="111804" y="0"/>
                      </a:lnTo>
                      <a:lnTo>
                        <a:pt x="111804" y="6855688"/>
                      </a:lnTo>
                    </a:path>
                  </a:pathLst>
                </a:custGeom>
                <a:grpFill/>
                <a:ln w="7704" cap="flat">
                  <a:noFill/>
                  <a:prstDash val="solid"/>
                  <a:miter/>
                </a:ln>
              </p:spPr>
              <p:txBody>
                <a:bodyPr rtlCol="0" anchor="ctr"/>
                <a:lstStyle/>
                <a:p>
                  <a:endParaRPr lang="en-US" dirty="0">
                    <a:solidFill>
                      <a:srgbClr val="C00000"/>
                    </a:solidFill>
                    <a:latin typeface="Times New Roman" panose="02020603050405020304" pitchFamily="18" charset="0"/>
                    <a:cs typeface="Times New Roman" pitchFamily="18" charset="0"/>
                  </a:endParaRPr>
                </a:p>
              </p:txBody>
            </p:sp>
            <p:sp>
              <p:nvSpPr>
                <p:cNvPr id="21" name="Freeform: Shape 20">
                  <a:extLst>
                    <a:ext uri="{FF2B5EF4-FFF2-40B4-BE49-F238E27FC236}">
                      <a16:creationId xmlns:a16="http://schemas.microsoft.com/office/drawing/2014/main" id="{1BDA8D11-4AAC-43CC-B408-A388F56971AF}"/>
                    </a:ext>
                  </a:extLst>
                </p:cNvPr>
                <p:cNvSpPr/>
                <p:nvPr/>
              </p:nvSpPr>
              <p:spPr>
                <a:xfrm>
                  <a:off x="7485249" y="2926994"/>
                  <a:ext cx="37550" cy="2394576"/>
                </a:xfrm>
                <a:custGeom>
                  <a:avLst/>
                  <a:gdLst>
                    <a:gd name="connsiteX0" fmla="*/ 0 w 100173"/>
                    <a:gd name="connsiteY0" fmla="*/ 6392581 h 6387957"/>
                    <a:gd name="connsiteX1" fmla="*/ 0 w 100173"/>
                    <a:gd name="connsiteY1" fmla="*/ 0 h 6387957"/>
                    <a:gd name="connsiteX2" fmla="*/ 103255 w 100173"/>
                    <a:gd name="connsiteY2" fmla="*/ 0 h 6387957"/>
                    <a:gd name="connsiteX3" fmla="*/ 103255 w 100173"/>
                    <a:gd name="connsiteY3" fmla="*/ 6392581 h 6387957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</a:cxnLst>
                  <a:rect l="l" t="t" r="r" b="b"/>
                  <a:pathLst>
                    <a:path w="100173" h="6387957">
                      <a:moveTo>
                        <a:pt x="0" y="6392581"/>
                      </a:moveTo>
                      <a:cubicBezTo>
                        <a:pt x="0" y="4261207"/>
                        <a:pt x="0" y="2131374"/>
                        <a:pt x="0" y="0"/>
                      </a:cubicBezTo>
                      <a:cubicBezTo>
                        <a:pt x="34675" y="0"/>
                        <a:pt x="67809" y="0"/>
                        <a:pt x="103255" y="0"/>
                      </a:cubicBezTo>
                      <a:cubicBezTo>
                        <a:pt x="103255" y="2130603"/>
                        <a:pt x="103255" y="4260437"/>
                        <a:pt x="103255" y="6392581"/>
                      </a:cubicBezTo>
                    </a:path>
                  </a:pathLst>
                </a:custGeom>
                <a:grpFill/>
                <a:ln w="7704" cap="flat">
                  <a:noFill/>
                  <a:prstDash val="solid"/>
                  <a:miter/>
                </a:ln>
              </p:spPr>
              <p:txBody>
                <a:bodyPr rtlCol="0" anchor="ctr"/>
                <a:lstStyle/>
                <a:p>
                  <a:endParaRPr lang="en-US" dirty="0">
                    <a:solidFill>
                      <a:srgbClr val="C00000"/>
                    </a:solidFill>
                    <a:latin typeface="Times New Roman" panose="02020603050405020304" pitchFamily="18" charset="0"/>
                    <a:cs typeface="Times New Roman" pitchFamily="18" charset="0"/>
                  </a:endParaRPr>
                </a:p>
              </p:txBody>
            </p:sp>
            <p:sp>
              <p:nvSpPr>
                <p:cNvPr id="22" name="Freeform: Shape 21">
                  <a:extLst>
                    <a:ext uri="{FF2B5EF4-FFF2-40B4-BE49-F238E27FC236}">
                      <a16:creationId xmlns:a16="http://schemas.microsoft.com/office/drawing/2014/main" id="{3EE00667-7B8F-4892-BF72-8EA3745153E0}"/>
                    </a:ext>
                  </a:extLst>
                </p:cNvPr>
                <p:cNvSpPr/>
                <p:nvPr/>
              </p:nvSpPr>
              <p:spPr>
                <a:xfrm>
                  <a:off x="7616134" y="2926994"/>
                  <a:ext cx="28885" cy="2567886"/>
                </a:xfrm>
                <a:custGeom>
                  <a:avLst/>
                  <a:gdLst>
                    <a:gd name="connsiteX0" fmla="*/ 0 w 77056"/>
                    <a:gd name="connsiteY0" fmla="*/ 6854918 h 6850294"/>
                    <a:gd name="connsiteX1" fmla="*/ 0 w 77056"/>
                    <a:gd name="connsiteY1" fmla="*/ 0 h 6850294"/>
                    <a:gd name="connsiteX2" fmla="*/ 78597 w 77056"/>
                    <a:gd name="connsiteY2" fmla="*/ 0 h 6850294"/>
                    <a:gd name="connsiteX3" fmla="*/ 78597 w 77056"/>
                    <a:gd name="connsiteY3" fmla="*/ 6854918 h 6850294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</a:cxnLst>
                  <a:rect l="l" t="t" r="r" b="b"/>
                  <a:pathLst>
                    <a:path w="77056" h="6850294">
                      <a:moveTo>
                        <a:pt x="0" y="6854918"/>
                      </a:moveTo>
                      <a:cubicBezTo>
                        <a:pt x="0" y="4570202"/>
                        <a:pt x="0" y="2286257"/>
                        <a:pt x="0" y="0"/>
                      </a:cubicBezTo>
                      <a:cubicBezTo>
                        <a:pt x="25428" y="0"/>
                        <a:pt x="50087" y="0"/>
                        <a:pt x="78597" y="0"/>
                      </a:cubicBezTo>
                      <a:cubicBezTo>
                        <a:pt x="78597" y="2283175"/>
                        <a:pt x="78597" y="4566350"/>
                        <a:pt x="78597" y="6854918"/>
                      </a:cubicBezTo>
                    </a:path>
                  </a:pathLst>
                </a:custGeom>
                <a:grpFill/>
                <a:ln w="7704" cap="flat">
                  <a:noFill/>
                  <a:prstDash val="solid"/>
                  <a:miter/>
                </a:ln>
              </p:spPr>
              <p:txBody>
                <a:bodyPr rtlCol="0" anchor="ctr"/>
                <a:lstStyle/>
                <a:p>
                  <a:endParaRPr lang="en-US" dirty="0">
                    <a:solidFill>
                      <a:srgbClr val="C00000"/>
                    </a:solidFill>
                    <a:latin typeface="Times New Roman" panose="02020603050405020304" pitchFamily="18" charset="0"/>
                    <a:cs typeface="Times New Roman" pitchFamily="18" charset="0"/>
                  </a:endParaRPr>
                </a:p>
              </p:txBody>
            </p:sp>
            <p:sp>
              <p:nvSpPr>
                <p:cNvPr id="23" name="Freeform: Shape 22">
                  <a:extLst>
                    <a:ext uri="{FF2B5EF4-FFF2-40B4-BE49-F238E27FC236}">
                      <a16:creationId xmlns:a16="http://schemas.microsoft.com/office/drawing/2014/main" id="{902A81A6-28D8-4522-B490-B37A255B8416}"/>
                    </a:ext>
                  </a:extLst>
                </p:cNvPr>
                <p:cNvSpPr/>
                <p:nvPr/>
              </p:nvSpPr>
              <p:spPr>
                <a:xfrm>
                  <a:off x="6838507" y="2926994"/>
                  <a:ext cx="109764" cy="2394576"/>
                </a:xfrm>
                <a:custGeom>
                  <a:avLst/>
                  <a:gdLst>
                    <a:gd name="connsiteX0" fmla="*/ 0 w 292813"/>
                    <a:gd name="connsiteY0" fmla="*/ 6393351 h 6387957"/>
                    <a:gd name="connsiteX1" fmla="*/ 0 w 292813"/>
                    <a:gd name="connsiteY1" fmla="*/ 0 h 6387957"/>
                    <a:gd name="connsiteX2" fmla="*/ 295125 w 292813"/>
                    <a:gd name="connsiteY2" fmla="*/ 0 h 6387957"/>
                    <a:gd name="connsiteX3" fmla="*/ 295125 w 292813"/>
                    <a:gd name="connsiteY3" fmla="*/ 6393351 h 6387957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</a:cxnLst>
                  <a:rect l="l" t="t" r="r" b="b"/>
                  <a:pathLst>
                    <a:path w="292813" h="6387957">
                      <a:moveTo>
                        <a:pt x="0" y="6393351"/>
                      </a:moveTo>
                      <a:cubicBezTo>
                        <a:pt x="0" y="4261207"/>
                        <a:pt x="0" y="2131374"/>
                        <a:pt x="0" y="0"/>
                      </a:cubicBezTo>
                      <a:cubicBezTo>
                        <a:pt x="99403" y="0"/>
                        <a:pt x="196493" y="0"/>
                        <a:pt x="295125" y="0"/>
                      </a:cubicBezTo>
                      <a:cubicBezTo>
                        <a:pt x="295125" y="2132145"/>
                        <a:pt x="295125" y="4261207"/>
                        <a:pt x="295125" y="6393351"/>
                      </a:cubicBezTo>
                    </a:path>
                  </a:pathLst>
                </a:custGeom>
                <a:grpFill/>
                <a:ln w="7704" cap="flat">
                  <a:noFill/>
                  <a:prstDash val="solid"/>
                  <a:miter/>
                </a:ln>
              </p:spPr>
              <p:txBody>
                <a:bodyPr rtlCol="0" anchor="ctr"/>
                <a:lstStyle/>
                <a:p>
                  <a:endParaRPr lang="en-US" dirty="0">
                    <a:solidFill>
                      <a:srgbClr val="C00000"/>
                    </a:solidFill>
                    <a:latin typeface="Times New Roman" panose="02020603050405020304" pitchFamily="18" charset="0"/>
                    <a:cs typeface="Times New Roman" pitchFamily="18" charset="0"/>
                  </a:endParaRPr>
                </a:p>
              </p:txBody>
            </p:sp>
            <p:sp>
              <p:nvSpPr>
                <p:cNvPr id="24" name="Freeform: Shape 23">
                  <a:extLst>
                    <a:ext uri="{FF2B5EF4-FFF2-40B4-BE49-F238E27FC236}">
                      <a16:creationId xmlns:a16="http://schemas.microsoft.com/office/drawing/2014/main" id="{2A569EB6-2490-40DF-9A4A-639E65D35F5C}"/>
                    </a:ext>
                  </a:extLst>
                </p:cNvPr>
                <p:cNvSpPr/>
                <p:nvPr/>
              </p:nvSpPr>
              <p:spPr>
                <a:xfrm>
                  <a:off x="6980994" y="2927282"/>
                  <a:ext cx="37550" cy="2394576"/>
                </a:xfrm>
                <a:custGeom>
                  <a:avLst/>
                  <a:gdLst>
                    <a:gd name="connsiteX0" fmla="*/ 0 w 100173"/>
                    <a:gd name="connsiteY0" fmla="*/ 6392581 h 6387957"/>
                    <a:gd name="connsiteX1" fmla="*/ 0 w 100173"/>
                    <a:gd name="connsiteY1" fmla="*/ 0 h 6387957"/>
                    <a:gd name="connsiteX2" fmla="*/ 103255 w 100173"/>
                    <a:gd name="connsiteY2" fmla="*/ 0 h 6387957"/>
                    <a:gd name="connsiteX3" fmla="*/ 103255 w 100173"/>
                    <a:gd name="connsiteY3" fmla="*/ 6392581 h 6387957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</a:cxnLst>
                  <a:rect l="l" t="t" r="r" b="b"/>
                  <a:pathLst>
                    <a:path w="100173" h="6387957">
                      <a:moveTo>
                        <a:pt x="0" y="6392581"/>
                      </a:moveTo>
                      <a:cubicBezTo>
                        <a:pt x="0" y="4261978"/>
                        <a:pt x="0" y="2132145"/>
                        <a:pt x="0" y="0"/>
                      </a:cubicBezTo>
                      <a:cubicBezTo>
                        <a:pt x="33904" y="0"/>
                        <a:pt x="67809" y="0"/>
                        <a:pt x="103255" y="0"/>
                      </a:cubicBezTo>
                      <a:cubicBezTo>
                        <a:pt x="103255" y="2130603"/>
                        <a:pt x="103255" y="4258895"/>
                        <a:pt x="103255" y="6392581"/>
                      </a:cubicBezTo>
                    </a:path>
                  </a:pathLst>
                </a:custGeom>
                <a:grpFill/>
                <a:ln w="7704" cap="flat">
                  <a:noFill/>
                  <a:prstDash val="solid"/>
                  <a:miter/>
                </a:ln>
              </p:spPr>
              <p:txBody>
                <a:bodyPr rtlCol="0" anchor="ctr"/>
                <a:lstStyle/>
                <a:p>
                  <a:endParaRPr lang="en-US" dirty="0">
                    <a:solidFill>
                      <a:srgbClr val="C00000"/>
                    </a:solidFill>
                    <a:latin typeface="Times New Roman" panose="02020603050405020304" pitchFamily="18" charset="0"/>
                    <a:cs typeface="Times New Roman" pitchFamily="18" charset="0"/>
                  </a:endParaRPr>
                </a:p>
              </p:txBody>
            </p:sp>
            <p:sp>
              <p:nvSpPr>
                <p:cNvPr id="25" name="Freeform: Shape 24">
                  <a:extLst>
                    <a:ext uri="{FF2B5EF4-FFF2-40B4-BE49-F238E27FC236}">
                      <a16:creationId xmlns:a16="http://schemas.microsoft.com/office/drawing/2014/main" id="{7DC04B7B-FFF7-4CAC-BF2B-7AF98E950FE2}"/>
                    </a:ext>
                  </a:extLst>
                </p:cNvPr>
                <p:cNvSpPr/>
                <p:nvPr/>
              </p:nvSpPr>
              <p:spPr>
                <a:xfrm>
                  <a:off x="7065051" y="2926994"/>
                  <a:ext cx="37550" cy="2394576"/>
                </a:xfrm>
                <a:custGeom>
                  <a:avLst/>
                  <a:gdLst>
                    <a:gd name="connsiteX0" fmla="*/ 0 w 100173"/>
                    <a:gd name="connsiteY0" fmla="*/ 6392581 h 6387957"/>
                    <a:gd name="connsiteX1" fmla="*/ 0 w 100173"/>
                    <a:gd name="connsiteY1" fmla="*/ 0 h 6387957"/>
                    <a:gd name="connsiteX2" fmla="*/ 103255 w 100173"/>
                    <a:gd name="connsiteY2" fmla="*/ 0 h 6387957"/>
                    <a:gd name="connsiteX3" fmla="*/ 103255 w 100173"/>
                    <a:gd name="connsiteY3" fmla="*/ 6392581 h 6387957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</a:cxnLst>
                  <a:rect l="l" t="t" r="r" b="b"/>
                  <a:pathLst>
                    <a:path w="100173" h="6387957">
                      <a:moveTo>
                        <a:pt x="0" y="6392581"/>
                      </a:moveTo>
                      <a:cubicBezTo>
                        <a:pt x="0" y="4261978"/>
                        <a:pt x="0" y="2132145"/>
                        <a:pt x="0" y="0"/>
                      </a:cubicBezTo>
                      <a:cubicBezTo>
                        <a:pt x="33904" y="0"/>
                        <a:pt x="67809" y="0"/>
                        <a:pt x="103255" y="0"/>
                      </a:cubicBezTo>
                      <a:cubicBezTo>
                        <a:pt x="103255" y="2130603"/>
                        <a:pt x="103255" y="4258895"/>
                        <a:pt x="103255" y="6392581"/>
                      </a:cubicBezTo>
                    </a:path>
                  </a:pathLst>
                </a:custGeom>
                <a:grpFill/>
                <a:ln w="7704" cap="flat">
                  <a:noFill/>
                  <a:prstDash val="solid"/>
                  <a:miter/>
                </a:ln>
              </p:spPr>
              <p:txBody>
                <a:bodyPr rtlCol="0" anchor="ctr"/>
                <a:lstStyle/>
                <a:p>
                  <a:endParaRPr lang="en-US" dirty="0">
                    <a:solidFill>
                      <a:srgbClr val="C00000"/>
                    </a:solidFill>
                    <a:latin typeface="Times New Roman" panose="02020603050405020304" pitchFamily="18" charset="0"/>
                    <a:cs typeface="Times New Roman" pitchFamily="18" charset="0"/>
                  </a:endParaRPr>
                </a:p>
              </p:txBody>
            </p:sp>
            <p:sp>
              <p:nvSpPr>
                <p:cNvPr id="26" name="Freeform: Shape 25">
                  <a:extLst>
                    <a:ext uri="{FF2B5EF4-FFF2-40B4-BE49-F238E27FC236}">
                      <a16:creationId xmlns:a16="http://schemas.microsoft.com/office/drawing/2014/main" id="{99FD279C-9B71-46A5-9519-57C2FDE43882}"/>
                    </a:ext>
                  </a:extLst>
                </p:cNvPr>
                <p:cNvSpPr/>
                <p:nvPr/>
              </p:nvSpPr>
              <p:spPr>
                <a:xfrm>
                  <a:off x="6754449" y="2926127"/>
                  <a:ext cx="37550" cy="2394576"/>
                </a:xfrm>
                <a:custGeom>
                  <a:avLst/>
                  <a:gdLst>
                    <a:gd name="connsiteX0" fmla="*/ 0 w 100173"/>
                    <a:gd name="connsiteY0" fmla="*/ 6392581 h 6387957"/>
                    <a:gd name="connsiteX1" fmla="*/ 0 w 100173"/>
                    <a:gd name="connsiteY1" fmla="*/ 0 h 6387957"/>
                    <a:gd name="connsiteX2" fmla="*/ 103255 w 100173"/>
                    <a:gd name="connsiteY2" fmla="*/ 0 h 6387957"/>
                    <a:gd name="connsiteX3" fmla="*/ 103255 w 100173"/>
                    <a:gd name="connsiteY3" fmla="*/ 6392581 h 6387957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</a:cxnLst>
                  <a:rect l="l" t="t" r="r" b="b"/>
                  <a:pathLst>
                    <a:path w="100173" h="6387957">
                      <a:moveTo>
                        <a:pt x="0" y="6392581"/>
                      </a:moveTo>
                      <a:cubicBezTo>
                        <a:pt x="0" y="4261978"/>
                        <a:pt x="0" y="2132145"/>
                        <a:pt x="0" y="0"/>
                      </a:cubicBezTo>
                      <a:cubicBezTo>
                        <a:pt x="33905" y="0"/>
                        <a:pt x="67810" y="0"/>
                        <a:pt x="103255" y="0"/>
                      </a:cubicBezTo>
                      <a:cubicBezTo>
                        <a:pt x="103255" y="2131374"/>
                        <a:pt x="103255" y="4260436"/>
                        <a:pt x="103255" y="6392581"/>
                      </a:cubicBezTo>
                    </a:path>
                  </a:pathLst>
                </a:custGeom>
                <a:grpFill/>
                <a:ln w="7704" cap="flat">
                  <a:noFill/>
                  <a:prstDash val="solid"/>
                  <a:miter/>
                </a:ln>
              </p:spPr>
              <p:txBody>
                <a:bodyPr rtlCol="0" anchor="ctr"/>
                <a:lstStyle/>
                <a:p>
                  <a:endParaRPr lang="en-US" dirty="0">
                    <a:solidFill>
                      <a:srgbClr val="C00000"/>
                    </a:solidFill>
                    <a:latin typeface="Times New Roman" panose="02020603050405020304" pitchFamily="18" charset="0"/>
                    <a:cs typeface="Times New Roman" pitchFamily="18" charset="0"/>
                  </a:endParaRPr>
                </a:p>
              </p:txBody>
            </p:sp>
            <p:sp>
              <p:nvSpPr>
                <p:cNvPr id="27" name="Freeform: Shape 26">
                  <a:extLst>
                    <a:ext uri="{FF2B5EF4-FFF2-40B4-BE49-F238E27FC236}">
                      <a16:creationId xmlns:a16="http://schemas.microsoft.com/office/drawing/2014/main" id="{E77F362F-1E3A-429A-8A7A-092562BB2825}"/>
                    </a:ext>
                  </a:extLst>
                </p:cNvPr>
                <p:cNvSpPr/>
                <p:nvPr/>
              </p:nvSpPr>
              <p:spPr>
                <a:xfrm>
                  <a:off x="6334914" y="2927282"/>
                  <a:ext cx="37550" cy="2394576"/>
                </a:xfrm>
                <a:custGeom>
                  <a:avLst/>
                  <a:gdLst>
                    <a:gd name="connsiteX0" fmla="*/ 0 w 100173"/>
                    <a:gd name="connsiteY0" fmla="*/ 6393351 h 6387957"/>
                    <a:gd name="connsiteX1" fmla="*/ 0 w 100173"/>
                    <a:gd name="connsiteY1" fmla="*/ 0 h 6387957"/>
                    <a:gd name="connsiteX2" fmla="*/ 103255 w 100173"/>
                    <a:gd name="connsiteY2" fmla="*/ 0 h 6387957"/>
                    <a:gd name="connsiteX3" fmla="*/ 103255 w 100173"/>
                    <a:gd name="connsiteY3" fmla="*/ 6393351 h 6387957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</a:cxnLst>
                  <a:rect l="l" t="t" r="r" b="b"/>
                  <a:pathLst>
                    <a:path w="100173" h="6387957">
                      <a:moveTo>
                        <a:pt x="0" y="6393351"/>
                      </a:moveTo>
                      <a:cubicBezTo>
                        <a:pt x="0" y="4262748"/>
                        <a:pt x="0" y="2132915"/>
                        <a:pt x="0" y="0"/>
                      </a:cubicBezTo>
                      <a:cubicBezTo>
                        <a:pt x="33904" y="0"/>
                        <a:pt x="67809" y="0"/>
                        <a:pt x="103255" y="0"/>
                      </a:cubicBezTo>
                      <a:cubicBezTo>
                        <a:pt x="103255" y="2131374"/>
                        <a:pt x="103255" y="4260436"/>
                        <a:pt x="103255" y="6393351"/>
                      </a:cubicBezTo>
                    </a:path>
                  </a:pathLst>
                </a:custGeom>
                <a:grpFill/>
                <a:ln w="7704" cap="flat">
                  <a:noFill/>
                  <a:prstDash val="solid"/>
                  <a:miter/>
                </a:ln>
              </p:spPr>
              <p:txBody>
                <a:bodyPr rtlCol="0" anchor="ctr"/>
                <a:lstStyle/>
                <a:p>
                  <a:endParaRPr lang="en-US" dirty="0">
                    <a:solidFill>
                      <a:srgbClr val="C00000"/>
                    </a:solidFill>
                    <a:latin typeface="Times New Roman" panose="02020603050405020304" pitchFamily="18" charset="0"/>
                    <a:cs typeface="Times New Roman" pitchFamily="18" charset="0"/>
                  </a:endParaRPr>
                </a:p>
              </p:txBody>
            </p:sp>
            <p:sp>
              <p:nvSpPr>
                <p:cNvPr id="28" name="Freeform: Shape 27">
                  <a:extLst>
                    <a:ext uri="{FF2B5EF4-FFF2-40B4-BE49-F238E27FC236}">
                      <a16:creationId xmlns:a16="http://schemas.microsoft.com/office/drawing/2014/main" id="{BA25F615-E11E-4379-BA54-9819ACDC6FD8}"/>
                    </a:ext>
                  </a:extLst>
                </p:cNvPr>
                <p:cNvSpPr/>
                <p:nvPr/>
              </p:nvSpPr>
              <p:spPr>
                <a:xfrm>
                  <a:off x="6159871" y="2926127"/>
                  <a:ext cx="37550" cy="2397464"/>
                </a:xfrm>
                <a:custGeom>
                  <a:avLst/>
                  <a:gdLst>
                    <a:gd name="connsiteX0" fmla="*/ 0 w 100173"/>
                    <a:gd name="connsiteY0" fmla="*/ 6395663 h 6395662"/>
                    <a:gd name="connsiteX1" fmla="*/ 0 w 100173"/>
                    <a:gd name="connsiteY1" fmla="*/ 0 h 6395662"/>
                    <a:gd name="connsiteX2" fmla="*/ 52398 w 100173"/>
                    <a:gd name="connsiteY2" fmla="*/ 0 h 6395662"/>
                    <a:gd name="connsiteX3" fmla="*/ 103255 w 100173"/>
                    <a:gd name="connsiteY3" fmla="*/ 0 h 6395662"/>
                    <a:gd name="connsiteX4" fmla="*/ 103255 w 100173"/>
                    <a:gd name="connsiteY4" fmla="*/ 6395663 h 6395662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  <a:cxn ang="0">
                      <a:pos x="connsiteX4" y="connsiteY4"/>
                    </a:cxn>
                  </a:cxnLst>
                  <a:rect l="l" t="t" r="r" b="b"/>
                  <a:pathLst>
                    <a:path w="100173" h="6395662">
                      <a:moveTo>
                        <a:pt x="0" y="6395663"/>
                      </a:moveTo>
                      <a:cubicBezTo>
                        <a:pt x="0" y="4265060"/>
                        <a:pt x="0" y="2135227"/>
                        <a:pt x="0" y="0"/>
                      </a:cubicBezTo>
                      <a:cubicBezTo>
                        <a:pt x="17723" y="0"/>
                        <a:pt x="34675" y="0"/>
                        <a:pt x="52398" y="0"/>
                      </a:cubicBezTo>
                      <a:cubicBezTo>
                        <a:pt x="68580" y="0"/>
                        <a:pt x="84762" y="0"/>
                        <a:pt x="103255" y="0"/>
                      </a:cubicBezTo>
                      <a:cubicBezTo>
                        <a:pt x="103255" y="2132915"/>
                        <a:pt x="103255" y="4261977"/>
                        <a:pt x="103255" y="6395663"/>
                      </a:cubicBezTo>
                    </a:path>
                  </a:pathLst>
                </a:custGeom>
                <a:grpFill/>
                <a:ln w="7704" cap="flat">
                  <a:noFill/>
                  <a:prstDash val="solid"/>
                  <a:miter/>
                </a:ln>
              </p:spPr>
              <p:txBody>
                <a:bodyPr rtlCol="0" anchor="ctr"/>
                <a:lstStyle/>
                <a:p>
                  <a:endParaRPr lang="en-US" dirty="0">
                    <a:solidFill>
                      <a:srgbClr val="C00000"/>
                    </a:solidFill>
                    <a:latin typeface="Times New Roman" panose="02020603050405020304" pitchFamily="18" charset="0"/>
                    <a:cs typeface="Times New Roman" pitchFamily="18" charset="0"/>
                  </a:endParaRPr>
                </a:p>
              </p:txBody>
            </p:sp>
            <p:sp>
              <p:nvSpPr>
                <p:cNvPr id="29" name="Freeform: Shape 28">
                  <a:extLst>
                    <a:ext uri="{FF2B5EF4-FFF2-40B4-BE49-F238E27FC236}">
                      <a16:creationId xmlns:a16="http://schemas.microsoft.com/office/drawing/2014/main" id="{43767ECE-21FE-4B4C-89B1-0E19BEADDA56}"/>
                    </a:ext>
                  </a:extLst>
                </p:cNvPr>
                <p:cNvSpPr/>
                <p:nvPr/>
              </p:nvSpPr>
              <p:spPr>
                <a:xfrm>
                  <a:off x="6231712" y="2926127"/>
                  <a:ext cx="72212" cy="2394576"/>
                </a:xfrm>
                <a:custGeom>
                  <a:avLst/>
                  <a:gdLst>
                    <a:gd name="connsiteX0" fmla="*/ 0 w 192640"/>
                    <a:gd name="connsiteY0" fmla="*/ 6392581 h 6387957"/>
                    <a:gd name="connsiteX1" fmla="*/ 0 w 192640"/>
                    <a:gd name="connsiteY1" fmla="*/ 0 h 6387957"/>
                    <a:gd name="connsiteX2" fmla="*/ 198805 w 192640"/>
                    <a:gd name="connsiteY2" fmla="*/ 0 h 6387957"/>
                    <a:gd name="connsiteX3" fmla="*/ 198805 w 192640"/>
                    <a:gd name="connsiteY3" fmla="*/ 6392581 h 6387957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</a:cxnLst>
                  <a:rect l="l" t="t" r="r" b="b"/>
                  <a:pathLst>
                    <a:path w="192640" h="6387957">
                      <a:moveTo>
                        <a:pt x="0" y="6392581"/>
                      </a:moveTo>
                      <a:cubicBezTo>
                        <a:pt x="0" y="4261207"/>
                        <a:pt x="0" y="2132145"/>
                        <a:pt x="0" y="0"/>
                      </a:cubicBezTo>
                      <a:cubicBezTo>
                        <a:pt x="66268" y="0"/>
                        <a:pt x="131766" y="0"/>
                        <a:pt x="198805" y="0"/>
                      </a:cubicBezTo>
                      <a:cubicBezTo>
                        <a:pt x="198805" y="2131374"/>
                        <a:pt x="198805" y="4261207"/>
                        <a:pt x="198805" y="6392581"/>
                      </a:cubicBezTo>
                    </a:path>
                  </a:pathLst>
                </a:custGeom>
                <a:grpFill/>
                <a:ln w="7704" cap="flat">
                  <a:noFill/>
                  <a:prstDash val="solid"/>
                  <a:miter/>
                </a:ln>
              </p:spPr>
              <p:txBody>
                <a:bodyPr rtlCol="0" anchor="ctr"/>
                <a:lstStyle/>
                <a:p>
                  <a:endParaRPr lang="en-US" dirty="0">
                    <a:solidFill>
                      <a:srgbClr val="C00000"/>
                    </a:solidFill>
                    <a:latin typeface="Times New Roman" panose="02020603050405020304" pitchFamily="18" charset="0"/>
                    <a:cs typeface="Times New Roman" pitchFamily="18" charset="0"/>
                  </a:endParaRPr>
                </a:p>
              </p:txBody>
            </p:sp>
            <p:sp>
              <p:nvSpPr>
                <p:cNvPr id="30" name="Freeform: Shape 29">
                  <a:extLst>
                    <a:ext uri="{FF2B5EF4-FFF2-40B4-BE49-F238E27FC236}">
                      <a16:creationId xmlns:a16="http://schemas.microsoft.com/office/drawing/2014/main" id="{E117A468-C0B3-46FD-8EC1-6AE134264BA0}"/>
                    </a:ext>
                  </a:extLst>
                </p:cNvPr>
                <p:cNvSpPr/>
                <p:nvPr/>
              </p:nvSpPr>
              <p:spPr>
                <a:xfrm>
                  <a:off x="6598401" y="2927282"/>
                  <a:ext cx="37550" cy="2394576"/>
                </a:xfrm>
                <a:custGeom>
                  <a:avLst/>
                  <a:gdLst>
                    <a:gd name="connsiteX0" fmla="*/ 0 w 100173"/>
                    <a:gd name="connsiteY0" fmla="*/ 6392581 h 6387957"/>
                    <a:gd name="connsiteX1" fmla="*/ 0 w 100173"/>
                    <a:gd name="connsiteY1" fmla="*/ 0 h 6387957"/>
                    <a:gd name="connsiteX2" fmla="*/ 103255 w 100173"/>
                    <a:gd name="connsiteY2" fmla="*/ 0 h 6387957"/>
                    <a:gd name="connsiteX3" fmla="*/ 103255 w 100173"/>
                    <a:gd name="connsiteY3" fmla="*/ 6392581 h 6387957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</a:cxnLst>
                  <a:rect l="l" t="t" r="r" b="b"/>
                  <a:pathLst>
                    <a:path w="100173" h="6387957">
                      <a:moveTo>
                        <a:pt x="0" y="6392581"/>
                      </a:moveTo>
                      <a:cubicBezTo>
                        <a:pt x="0" y="4261207"/>
                        <a:pt x="0" y="2131374"/>
                        <a:pt x="0" y="0"/>
                      </a:cubicBezTo>
                      <a:cubicBezTo>
                        <a:pt x="34675" y="0"/>
                        <a:pt x="67809" y="0"/>
                        <a:pt x="103255" y="0"/>
                      </a:cubicBezTo>
                      <a:cubicBezTo>
                        <a:pt x="103255" y="2130603"/>
                        <a:pt x="103255" y="4260437"/>
                        <a:pt x="103255" y="6392581"/>
                      </a:cubicBezTo>
                    </a:path>
                  </a:pathLst>
                </a:custGeom>
                <a:grpFill/>
                <a:ln w="7704" cap="flat">
                  <a:noFill/>
                  <a:prstDash val="solid"/>
                  <a:miter/>
                </a:ln>
              </p:spPr>
              <p:txBody>
                <a:bodyPr rtlCol="0" anchor="ctr"/>
                <a:lstStyle/>
                <a:p>
                  <a:endParaRPr lang="en-US" dirty="0">
                    <a:solidFill>
                      <a:srgbClr val="C00000"/>
                    </a:solidFill>
                    <a:latin typeface="Times New Roman" panose="02020603050405020304" pitchFamily="18" charset="0"/>
                    <a:cs typeface="Times New Roman" pitchFamily="18" charset="0"/>
                  </a:endParaRPr>
                </a:p>
              </p:txBody>
            </p:sp>
            <p:sp>
              <p:nvSpPr>
                <p:cNvPr id="31" name="Freeform: Shape 30">
                  <a:extLst>
                    <a:ext uri="{FF2B5EF4-FFF2-40B4-BE49-F238E27FC236}">
                      <a16:creationId xmlns:a16="http://schemas.microsoft.com/office/drawing/2014/main" id="{939B7FCC-CDDF-4A11-A2F1-C8F70FF2EEB4}"/>
                    </a:ext>
                  </a:extLst>
                </p:cNvPr>
                <p:cNvSpPr/>
                <p:nvPr/>
              </p:nvSpPr>
              <p:spPr>
                <a:xfrm>
                  <a:off x="6680669" y="2927282"/>
                  <a:ext cx="37550" cy="2394576"/>
                </a:xfrm>
                <a:custGeom>
                  <a:avLst/>
                  <a:gdLst>
                    <a:gd name="connsiteX0" fmla="*/ 0 w 100173"/>
                    <a:gd name="connsiteY0" fmla="*/ 6392581 h 6387957"/>
                    <a:gd name="connsiteX1" fmla="*/ 0 w 100173"/>
                    <a:gd name="connsiteY1" fmla="*/ 0 h 6387957"/>
                    <a:gd name="connsiteX2" fmla="*/ 103255 w 100173"/>
                    <a:gd name="connsiteY2" fmla="*/ 0 h 6387957"/>
                    <a:gd name="connsiteX3" fmla="*/ 103255 w 100173"/>
                    <a:gd name="connsiteY3" fmla="*/ 6392581 h 6387957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</a:cxnLst>
                  <a:rect l="l" t="t" r="r" b="b"/>
                  <a:pathLst>
                    <a:path w="100173" h="6387957">
                      <a:moveTo>
                        <a:pt x="0" y="6392581"/>
                      </a:moveTo>
                      <a:cubicBezTo>
                        <a:pt x="0" y="4261978"/>
                        <a:pt x="0" y="2132145"/>
                        <a:pt x="0" y="0"/>
                      </a:cubicBezTo>
                      <a:cubicBezTo>
                        <a:pt x="33905" y="0"/>
                        <a:pt x="67810" y="0"/>
                        <a:pt x="103255" y="0"/>
                      </a:cubicBezTo>
                      <a:cubicBezTo>
                        <a:pt x="103255" y="2131374"/>
                        <a:pt x="103255" y="4260436"/>
                        <a:pt x="103255" y="6392581"/>
                      </a:cubicBezTo>
                    </a:path>
                  </a:pathLst>
                </a:custGeom>
                <a:grpFill/>
                <a:ln w="7704" cap="flat">
                  <a:noFill/>
                  <a:prstDash val="solid"/>
                  <a:miter/>
                </a:ln>
              </p:spPr>
              <p:txBody>
                <a:bodyPr rtlCol="0" anchor="ctr"/>
                <a:lstStyle/>
                <a:p>
                  <a:endParaRPr lang="en-US" dirty="0">
                    <a:solidFill>
                      <a:srgbClr val="C00000"/>
                    </a:solidFill>
                    <a:latin typeface="Times New Roman" panose="02020603050405020304" pitchFamily="18" charset="0"/>
                    <a:cs typeface="Times New Roman" pitchFamily="18" charset="0"/>
                  </a:endParaRPr>
                </a:p>
              </p:txBody>
            </p:sp>
            <p:sp>
              <p:nvSpPr>
                <p:cNvPr id="32" name="Freeform: Shape 31">
                  <a:extLst>
                    <a:ext uri="{FF2B5EF4-FFF2-40B4-BE49-F238E27FC236}">
                      <a16:creationId xmlns:a16="http://schemas.microsoft.com/office/drawing/2014/main" id="{79A45683-A3FC-4243-9523-B723BBD003A1}"/>
                    </a:ext>
                  </a:extLst>
                </p:cNvPr>
                <p:cNvSpPr/>
                <p:nvPr/>
              </p:nvSpPr>
              <p:spPr>
                <a:xfrm>
                  <a:off x="6516134" y="2927282"/>
                  <a:ext cx="37550" cy="2394576"/>
                </a:xfrm>
                <a:custGeom>
                  <a:avLst/>
                  <a:gdLst>
                    <a:gd name="connsiteX0" fmla="*/ 0 w 100173"/>
                    <a:gd name="connsiteY0" fmla="*/ 6391811 h 6387957"/>
                    <a:gd name="connsiteX1" fmla="*/ 0 w 100173"/>
                    <a:gd name="connsiteY1" fmla="*/ 0 h 6387957"/>
                    <a:gd name="connsiteX2" fmla="*/ 103255 w 100173"/>
                    <a:gd name="connsiteY2" fmla="*/ 0 h 6387957"/>
                    <a:gd name="connsiteX3" fmla="*/ 103255 w 100173"/>
                    <a:gd name="connsiteY3" fmla="*/ 6391811 h 6387957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</a:cxnLst>
                  <a:rect l="l" t="t" r="r" b="b"/>
                  <a:pathLst>
                    <a:path w="100173" h="6387957">
                      <a:moveTo>
                        <a:pt x="0" y="6391811"/>
                      </a:moveTo>
                      <a:cubicBezTo>
                        <a:pt x="0" y="4261978"/>
                        <a:pt x="0" y="2132145"/>
                        <a:pt x="0" y="0"/>
                      </a:cubicBezTo>
                      <a:cubicBezTo>
                        <a:pt x="33134" y="0"/>
                        <a:pt x="67039" y="0"/>
                        <a:pt x="103255" y="0"/>
                      </a:cubicBezTo>
                      <a:cubicBezTo>
                        <a:pt x="103255" y="2130603"/>
                        <a:pt x="103255" y="4260436"/>
                        <a:pt x="103255" y="6391811"/>
                      </a:cubicBezTo>
                    </a:path>
                  </a:pathLst>
                </a:custGeom>
                <a:grpFill/>
                <a:ln w="7704" cap="flat">
                  <a:noFill/>
                  <a:prstDash val="solid"/>
                  <a:miter/>
                </a:ln>
              </p:spPr>
              <p:txBody>
                <a:bodyPr rtlCol="0" anchor="ctr"/>
                <a:lstStyle/>
                <a:p>
                  <a:endParaRPr lang="en-US" dirty="0">
                    <a:solidFill>
                      <a:srgbClr val="C00000"/>
                    </a:solidFill>
                    <a:latin typeface="Times New Roman" panose="02020603050405020304" pitchFamily="18" charset="0"/>
                    <a:cs typeface="Times New Roman" pitchFamily="18" charset="0"/>
                  </a:endParaRPr>
                </a:p>
              </p:txBody>
            </p:sp>
            <p:sp>
              <p:nvSpPr>
                <p:cNvPr id="33" name="Freeform: Shape 32">
                  <a:extLst>
                    <a:ext uri="{FF2B5EF4-FFF2-40B4-BE49-F238E27FC236}">
                      <a16:creationId xmlns:a16="http://schemas.microsoft.com/office/drawing/2014/main" id="{B40B3F0D-8DF8-4702-99BD-23B1475CD452}"/>
                    </a:ext>
                  </a:extLst>
                </p:cNvPr>
                <p:cNvSpPr/>
                <p:nvPr/>
              </p:nvSpPr>
              <p:spPr>
                <a:xfrm>
                  <a:off x="6399205" y="2927282"/>
                  <a:ext cx="72212" cy="2394576"/>
                </a:xfrm>
                <a:custGeom>
                  <a:avLst/>
                  <a:gdLst>
                    <a:gd name="connsiteX0" fmla="*/ 0 w 192640"/>
                    <a:gd name="connsiteY0" fmla="*/ 6392581 h 6387957"/>
                    <a:gd name="connsiteX1" fmla="*/ 0 w 192640"/>
                    <a:gd name="connsiteY1" fmla="*/ 0 h 6387957"/>
                    <a:gd name="connsiteX2" fmla="*/ 198805 w 192640"/>
                    <a:gd name="connsiteY2" fmla="*/ 0 h 6387957"/>
                    <a:gd name="connsiteX3" fmla="*/ 198805 w 192640"/>
                    <a:gd name="connsiteY3" fmla="*/ 6392581 h 6387957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</a:cxnLst>
                  <a:rect l="l" t="t" r="r" b="b"/>
                  <a:pathLst>
                    <a:path w="192640" h="6387957">
                      <a:moveTo>
                        <a:pt x="0" y="6392581"/>
                      </a:moveTo>
                      <a:cubicBezTo>
                        <a:pt x="0" y="4261207"/>
                        <a:pt x="0" y="2132145"/>
                        <a:pt x="0" y="0"/>
                      </a:cubicBezTo>
                      <a:cubicBezTo>
                        <a:pt x="66268" y="0"/>
                        <a:pt x="131766" y="0"/>
                        <a:pt x="198805" y="0"/>
                      </a:cubicBezTo>
                      <a:cubicBezTo>
                        <a:pt x="198805" y="2131374"/>
                        <a:pt x="198805" y="4261207"/>
                        <a:pt x="198805" y="6392581"/>
                      </a:cubicBezTo>
                    </a:path>
                  </a:pathLst>
                </a:custGeom>
                <a:grpFill/>
                <a:ln w="7704" cap="flat">
                  <a:noFill/>
                  <a:prstDash val="solid"/>
                  <a:miter/>
                </a:ln>
              </p:spPr>
              <p:txBody>
                <a:bodyPr rtlCol="0" anchor="ctr"/>
                <a:lstStyle/>
                <a:p>
                  <a:endParaRPr lang="en-US" dirty="0">
                    <a:solidFill>
                      <a:srgbClr val="C00000"/>
                    </a:solidFill>
                    <a:latin typeface="Times New Roman" panose="02020603050405020304" pitchFamily="18" charset="0"/>
                    <a:cs typeface="Times New Roman" pitchFamily="18" charset="0"/>
                  </a:endParaRPr>
                </a:p>
              </p:txBody>
            </p:sp>
            <p:sp>
              <p:nvSpPr>
                <p:cNvPr id="34" name="Freeform: Shape 33">
                  <a:extLst>
                    <a:ext uri="{FF2B5EF4-FFF2-40B4-BE49-F238E27FC236}">
                      <a16:creationId xmlns:a16="http://schemas.microsoft.com/office/drawing/2014/main" id="{0B972A39-D5F1-4DBE-B2F6-AA9010526F16}"/>
                    </a:ext>
                  </a:extLst>
                </p:cNvPr>
                <p:cNvSpPr/>
                <p:nvPr/>
              </p:nvSpPr>
              <p:spPr>
                <a:xfrm>
                  <a:off x="5237391" y="2926127"/>
                  <a:ext cx="144425" cy="2394576"/>
                </a:xfrm>
                <a:custGeom>
                  <a:avLst/>
                  <a:gdLst>
                    <a:gd name="connsiteX0" fmla="*/ 0 w 385280"/>
                    <a:gd name="connsiteY0" fmla="*/ 6393351 h 6387957"/>
                    <a:gd name="connsiteX1" fmla="*/ 0 w 385280"/>
                    <a:gd name="connsiteY1" fmla="*/ 0 h 6387957"/>
                    <a:gd name="connsiteX2" fmla="*/ 387593 w 385280"/>
                    <a:gd name="connsiteY2" fmla="*/ 0 h 6387957"/>
                    <a:gd name="connsiteX3" fmla="*/ 387593 w 385280"/>
                    <a:gd name="connsiteY3" fmla="*/ 6393351 h 6387957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</a:cxnLst>
                  <a:rect l="l" t="t" r="r" b="b"/>
                  <a:pathLst>
                    <a:path w="385280" h="6387957">
                      <a:moveTo>
                        <a:pt x="0" y="6393351"/>
                      </a:moveTo>
                      <a:cubicBezTo>
                        <a:pt x="0" y="4262748"/>
                        <a:pt x="0" y="2132145"/>
                        <a:pt x="0" y="0"/>
                      </a:cubicBezTo>
                      <a:cubicBezTo>
                        <a:pt x="128684" y="0"/>
                        <a:pt x="256597" y="0"/>
                        <a:pt x="387593" y="0"/>
                      </a:cubicBezTo>
                      <a:cubicBezTo>
                        <a:pt x="387593" y="2130603"/>
                        <a:pt x="387593" y="4261207"/>
                        <a:pt x="387593" y="6393351"/>
                      </a:cubicBezTo>
                    </a:path>
                  </a:pathLst>
                </a:custGeom>
                <a:grpFill/>
                <a:ln w="7704" cap="flat">
                  <a:noFill/>
                  <a:prstDash val="solid"/>
                  <a:miter/>
                </a:ln>
              </p:spPr>
              <p:txBody>
                <a:bodyPr rtlCol="0" anchor="ctr"/>
                <a:lstStyle/>
                <a:p>
                  <a:endParaRPr lang="en-US" dirty="0">
                    <a:solidFill>
                      <a:srgbClr val="C00000"/>
                    </a:solidFill>
                    <a:latin typeface="Times New Roman" panose="02020603050405020304" pitchFamily="18" charset="0"/>
                    <a:cs typeface="Times New Roman" pitchFamily="18" charset="0"/>
                  </a:endParaRPr>
                </a:p>
              </p:txBody>
            </p:sp>
            <p:sp>
              <p:nvSpPr>
                <p:cNvPr id="35" name="Freeform: Shape 34">
                  <a:extLst>
                    <a:ext uri="{FF2B5EF4-FFF2-40B4-BE49-F238E27FC236}">
                      <a16:creationId xmlns:a16="http://schemas.microsoft.com/office/drawing/2014/main" id="{C6F21A28-C5C3-423E-816C-EFF154B420AF}"/>
                    </a:ext>
                  </a:extLst>
                </p:cNvPr>
                <p:cNvSpPr/>
                <p:nvPr/>
              </p:nvSpPr>
              <p:spPr>
                <a:xfrm>
                  <a:off x="5123269" y="2926994"/>
                  <a:ext cx="72212" cy="2394576"/>
                </a:xfrm>
                <a:custGeom>
                  <a:avLst/>
                  <a:gdLst>
                    <a:gd name="connsiteX0" fmla="*/ 0 w 192640"/>
                    <a:gd name="connsiteY0" fmla="*/ 6392581 h 6387957"/>
                    <a:gd name="connsiteX1" fmla="*/ 0 w 192640"/>
                    <a:gd name="connsiteY1" fmla="*/ 0 h 6387957"/>
                    <a:gd name="connsiteX2" fmla="*/ 198805 w 192640"/>
                    <a:gd name="connsiteY2" fmla="*/ 0 h 6387957"/>
                    <a:gd name="connsiteX3" fmla="*/ 198805 w 192640"/>
                    <a:gd name="connsiteY3" fmla="*/ 6392581 h 6387957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</a:cxnLst>
                  <a:rect l="l" t="t" r="r" b="b"/>
                  <a:pathLst>
                    <a:path w="192640" h="6387957">
                      <a:moveTo>
                        <a:pt x="0" y="6392581"/>
                      </a:moveTo>
                      <a:cubicBezTo>
                        <a:pt x="0" y="4261207"/>
                        <a:pt x="0" y="2132145"/>
                        <a:pt x="0" y="0"/>
                      </a:cubicBezTo>
                      <a:cubicBezTo>
                        <a:pt x="67039" y="0"/>
                        <a:pt x="131766" y="0"/>
                        <a:pt x="198805" y="0"/>
                      </a:cubicBezTo>
                      <a:cubicBezTo>
                        <a:pt x="198805" y="2130603"/>
                        <a:pt x="198805" y="4259666"/>
                        <a:pt x="198805" y="6392581"/>
                      </a:cubicBezTo>
                    </a:path>
                  </a:pathLst>
                </a:custGeom>
                <a:grpFill/>
                <a:ln w="7704" cap="flat">
                  <a:noFill/>
                  <a:prstDash val="solid"/>
                  <a:miter/>
                </a:ln>
              </p:spPr>
              <p:txBody>
                <a:bodyPr rtlCol="0" anchor="ctr"/>
                <a:lstStyle/>
                <a:p>
                  <a:endParaRPr lang="en-US" dirty="0">
                    <a:solidFill>
                      <a:srgbClr val="C00000"/>
                    </a:solidFill>
                    <a:latin typeface="Times New Roman" panose="02020603050405020304" pitchFamily="18" charset="0"/>
                    <a:cs typeface="Times New Roman" pitchFamily="18" charset="0"/>
                  </a:endParaRPr>
                </a:p>
              </p:txBody>
            </p:sp>
            <p:sp>
              <p:nvSpPr>
                <p:cNvPr id="36" name="Freeform: Shape 35">
                  <a:extLst>
                    <a:ext uri="{FF2B5EF4-FFF2-40B4-BE49-F238E27FC236}">
                      <a16:creationId xmlns:a16="http://schemas.microsoft.com/office/drawing/2014/main" id="{CD2D5180-3504-4AF5-A04B-07F487071B22}"/>
                    </a:ext>
                  </a:extLst>
                </p:cNvPr>
                <p:cNvSpPr/>
                <p:nvPr/>
              </p:nvSpPr>
              <p:spPr>
                <a:xfrm>
                  <a:off x="5611343" y="2927282"/>
                  <a:ext cx="72212" cy="2394576"/>
                </a:xfrm>
                <a:custGeom>
                  <a:avLst/>
                  <a:gdLst>
                    <a:gd name="connsiteX0" fmla="*/ 0 w 192640"/>
                    <a:gd name="connsiteY0" fmla="*/ 6392581 h 6387957"/>
                    <a:gd name="connsiteX1" fmla="*/ 0 w 192640"/>
                    <a:gd name="connsiteY1" fmla="*/ 0 h 6387957"/>
                    <a:gd name="connsiteX2" fmla="*/ 198805 w 192640"/>
                    <a:gd name="connsiteY2" fmla="*/ 0 h 6387957"/>
                    <a:gd name="connsiteX3" fmla="*/ 198805 w 192640"/>
                    <a:gd name="connsiteY3" fmla="*/ 6392581 h 6387957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</a:cxnLst>
                  <a:rect l="l" t="t" r="r" b="b"/>
                  <a:pathLst>
                    <a:path w="192640" h="6387957">
                      <a:moveTo>
                        <a:pt x="0" y="6392581"/>
                      </a:moveTo>
                      <a:cubicBezTo>
                        <a:pt x="0" y="4261207"/>
                        <a:pt x="0" y="2132145"/>
                        <a:pt x="0" y="0"/>
                      </a:cubicBezTo>
                      <a:cubicBezTo>
                        <a:pt x="66268" y="0"/>
                        <a:pt x="131766" y="0"/>
                        <a:pt x="198805" y="0"/>
                      </a:cubicBezTo>
                      <a:cubicBezTo>
                        <a:pt x="198805" y="2131374"/>
                        <a:pt x="198805" y="4261207"/>
                        <a:pt x="198805" y="6392581"/>
                      </a:cubicBezTo>
                    </a:path>
                  </a:pathLst>
                </a:custGeom>
                <a:grpFill/>
                <a:ln w="7704" cap="flat">
                  <a:noFill/>
                  <a:prstDash val="solid"/>
                  <a:miter/>
                </a:ln>
              </p:spPr>
              <p:txBody>
                <a:bodyPr rtlCol="0" anchor="ctr"/>
                <a:lstStyle/>
                <a:p>
                  <a:endParaRPr lang="en-US" dirty="0">
                    <a:solidFill>
                      <a:srgbClr val="C00000"/>
                    </a:solidFill>
                    <a:latin typeface="Times New Roman" panose="02020603050405020304" pitchFamily="18" charset="0"/>
                    <a:cs typeface="Times New Roman" pitchFamily="18" charset="0"/>
                  </a:endParaRPr>
                </a:p>
              </p:txBody>
            </p:sp>
            <p:sp>
              <p:nvSpPr>
                <p:cNvPr id="37" name="Freeform: Shape 36">
                  <a:extLst>
                    <a:ext uri="{FF2B5EF4-FFF2-40B4-BE49-F238E27FC236}">
                      <a16:creationId xmlns:a16="http://schemas.microsoft.com/office/drawing/2014/main" id="{6078D920-7771-4459-9280-C4992F522CBA}"/>
                    </a:ext>
                  </a:extLst>
                </p:cNvPr>
                <p:cNvSpPr/>
                <p:nvPr/>
              </p:nvSpPr>
              <p:spPr>
                <a:xfrm>
                  <a:off x="5407259" y="2926994"/>
                  <a:ext cx="37550" cy="2394576"/>
                </a:xfrm>
                <a:custGeom>
                  <a:avLst/>
                  <a:gdLst>
                    <a:gd name="connsiteX0" fmla="*/ 0 w 100173"/>
                    <a:gd name="connsiteY0" fmla="*/ 6392581 h 6387957"/>
                    <a:gd name="connsiteX1" fmla="*/ 0 w 100173"/>
                    <a:gd name="connsiteY1" fmla="*/ 0 h 6387957"/>
                    <a:gd name="connsiteX2" fmla="*/ 103255 w 100173"/>
                    <a:gd name="connsiteY2" fmla="*/ 0 h 6387957"/>
                    <a:gd name="connsiteX3" fmla="*/ 103255 w 100173"/>
                    <a:gd name="connsiteY3" fmla="*/ 6392581 h 6387957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</a:cxnLst>
                  <a:rect l="l" t="t" r="r" b="b"/>
                  <a:pathLst>
                    <a:path w="100173" h="6387957">
                      <a:moveTo>
                        <a:pt x="0" y="6392581"/>
                      </a:moveTo>
                      <a:cubicBezTo>
                        <a:pt x="0" y="4261978"/>
                        <a:pt x="0" y="2132145"/>
                        <a:pt x="0" y="0"/>
                      </a:cubicBezTo>
                      <a:cubicBezTo>
                        <a:pt x="34675" y="0"/>
                        <a:pt x="67810" y="0"/>
                        <a:pt x="103255" y="0"/>
                      </a:cubicBezTo>
                      <a:cubicBezTo>
                        <a:pt x="103255" y="2130603"/>
                        <a:pt x="103255" y="4259666"/>
                        <a:pt x="103255" y="6392581"/>
                      </a:cubicBezTo>
                    </a:path>
                  </a:pathLst>
                </a:custGeom>
                <a:grpFill/>
                <a:ln w="7704" cap="flat">
                  <a:noFill/>
                  <a:prstDash val="solid"/>
                  <a:miter/>
                </a:ln>
              </p:spPr>
              <p:txBody>
                <a:bodyPr rtlCol="0" anchor="ctr"/>
                <a:lstStyle/>
                <a:p>
                  <a:endParaRPr lang="en-US" dirty="0">
                    <a:solidFill>
                      <a:srgbClr val="C00000"/>
                    </a:solidFill>
                    <a:latin typeface="Times New Roman" panose="02020603050405020304" pitchFamily="18" charset="0"/>
                    <a:cs typeface="Times New Roman" pitchFamily="18" charset="0"/>
                  </a:endParaRPr>
                </a:p>
              </p:txBody>
            </p:sp>
            <p:sp>
              <p:nvSpPr>
                <p:cNvPr id="38" name="Freeform: Shape 37">
                  <a:extLst>
                    <a:ext uri="{FF2B5EF4-FFF2-40B4-BE49-F238E27FC236}">
                      <a16:creationId xmlns:a16="http://schemas.microsoft.com/office/drawing/2014/main" id="{C3F5AF82-D5F9-4252-B824-36671DB16639}"/>
                    </a:ext>
                  </a:extLst>
                </p:cNvPr>
                <p:cNvSpPr/>
                <p:nvPr/>
              </p:nvSpPr>
              <p:spPr>
                <a:xfrm>
                  <a:off x="5470252" y="2926994"/>
                  <a:ext cx="37550" cy="2394576"/>
                </a:xfrm>
                <a:custGeom>
                  <a:avLst/>
                  <a:gdLst>
                    <a:gd name="connsiteX0" fmla="*/ 0 w 100173"/>
                    <a:gd name="connsiteY0" fmla="*/ 6392581 h 6387957"/>
                    <a:gd name="connsiteX1" fmla="*/ 0 w 100173"/>
                    <a:gd name="connsiteY1" fmla="*/ 0 h 6387957"/>
                    <a:gd name="connsiteX2" fmla="*/ 103255 w 100173"/>
                    <a:gd name="connsiteY2" fmla="*/ 0 h 6387957"/>
                    <a:gd name="connsiteX3" fmla="*/ 103255 w 100173"/>
                    <a:gd name="connsiteY3" fmla="*/ 6392581 h 6387957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</a:cxnLst>
                  <a:rect l="l" t="t" r="r" b="b"/>
                  <a:pathLst>
                    <a:path w="100173" h="6387957">
                      <a:moveTo>
                        <a:pt x="0" y="6392581"/>
                      </a:moveTo>
                      <a:cubicBezTo>
                        <a:pt x="0" y="4261978"/>
                        <a:pt x="0" y="2132145"/>
                        <a:pt x="0" y="0"/>
                      </a:cubicBezTo>
                      <a:cubicBezTo>
                        <a:pt x="34675" y="0"/>
                        <a:pt x="67809" y="0"/>
                        <a:pt x="103255" y="0"/>
                      </a:cubicBezTo>
                      <a:cubicBezTo>
                        <a:pt x="103255" y="2130603"/>
                        <a:pt x="103255" y="4259666"/>
                        <a:pt x="103255" y="6392581"/>
                      </a:cubicBezTo>
                    </a:path>
                  </a:pathLst>
                </a:custGeom>
                <a:grpFill/>
                <a:ln w="7704" cap="flat">
                  <a:noFill/>
                  <a:prstDash val="solid"/>
                  <a:miter/>
                </a:ln>
              </p:spPr>
              <p:txBody>
                <a:bodyPr rtlCol="0" anchor="ctr"/>
                <a:lstStyle/>
                <a:p>
                  <a:endParaRPr lang="en-US" dirty="0">
                    <a:solidFill>
                      <a:srgbClr val="C00000"/>
                    </a:solidFill>
                    <a:latin typeface="Times New Roman" panose="02020603050405020304" pitchFamily="18" charset="0"/>
                    <a:cs typeface="Times New Roman" pitchFamily="18" charset="0"/>
                  </a:endParaRPr>
                </a:p>
              </p:txBody>
            </p:sp>
            <p:sp>
              <p:nvSpPr>
                <p:cNvPr id="39" name="Freeform: Shape 38">
                  <a:extLst>
                    <a:ext uri="{FF2B5EF4-FFF2-40B4-BE49-F238E27FC236}">
                      <a16:creationId xmlns:a16="http://schemas.microsoft.com/office/drawing/2014/main" id="{608790BC-CF74-4127-A790-27CC4E8D7766}"/>
                    </a:ext>
                  </a:extLst>
                </p:cNvPr>
                <p:cNvSpPr/>
                <p:nvPr/>
              </p:nvSpPr>
              <p:spPr>
                <a:xfrm>
                  <a:off x="5533244" y="2926127"/>
                  <a:ext cx="37550" cy="2394576"/>
                </a:xfrm>
                <a:custGeom>
                  <a:avLst/>
                  <a:gdLst>
                    <a:gd name="connsiteX0" fmla="*/ 0 w 100173"/>
                    <a:gd name="connsiteY0" fmla="*/ 6392581 h 6387957"/>
                    <a:gd name="connsiteX1" fmla="*/ 0 w 100173"/>
                    <a:gd name="connsiteY1" fmla="*/ 0 h 6387957"/>
                    <a:gd name="connsiteX2" fmla="*/ 103255 w 100173"/>
                    <a:gd name="connsiteY2" fmla="*/ 0 h 6387957"/>
                    <a:gd name="connsiteX3" fmla="*/ 103255 w 100173"/>
                    <a:gd name="connsiteY3" fmla="*/ 6392581 h 6387957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</a:cxnLst>
                  <a:rect l="l" t="t" r="r" b="b"/>
                  <a:pathLst>
                    <a:path w="100173" h="6387957">
                      <a:moveTo>
                        <a:pt x="0" y="6392581"/>
                      </a:moveTo>
                      <a:cubicBezTo>
                        <a:pt x="0" y="4261978"/>
                        <a:pt x="0" y="2132145"/>
                        <a:pt x="0" y="0"/>
                      </a:cubicBezTo>
                      <a:cubicBezTo>
                        <a:pt x="34675" y="0"/>
                        <a:pt x="67809" y="0"/>
                        <a:pt x="103255" y="0"/>
                      </a:cubicBezTo>
                      <a:cubicBezTo>
                        <a:pt x="103255" y="2130603"/>
                        <a:pt x="103255" y="4259666"/>
                        <a:pt x="103255" y="6392581"/>
                      </a:cubicBezTo>
                    </a:path>
                  </a:pathLst>
                </a:custGeom>
                <a:grpFill/>
                <a:ln w="7704" cap="flat">
                  <a:noFill/>
                  <a:prstDash val="solid"/>
                  <a:miter/>
                </a:ln>
              </p:spPr>
              <p:txBody>
                <a:bodyPr rtlCol="0" anchor="ctr"/>
                <a:lstStyle/>
                <a:p>
                  <a:endParaRPr lang="en-US" dirty="0">
                    <a:solidFill>
                      <a:srgbClr val="C00000"/>
                    </a:solidFill>
                    <a:latin typeface="Times New Roman" panose="02020603050405020304" pitchFamily="18" charset="0"/>
                    <a:cs typeface="Times New Roman" pitchFamily="18" charset="0"/>
                  </a:endParaRPr>
                </a:p>
              </p:txBody>
            </p:sp>
          </p:grpSp>
        </p:grpSp>
        <p:grpSp>
          <p:nvGrpSpPr>
            <p:cNvPr id="40" name="Group 39">
              <a:extLst>
                <a:ext uri="{FF2B5EF4-FFF2-40B4-BE49-F238E27FC236}">
                  <a16:creationId xmlns:a16="http://schemas.microsoft.com/office/drawing/2014/main" id="{79445F8C-1794-4081-97F9-DDCDE8889481}"/>
                </a:ext>
              </a:extLst>
            </p:cNvPr>
            <p:cNvGrpSpPr/>
            <p:nvPr/>
          </p:nvGrpSpPr>
          <p:grpSpPr>
            <a:xfrm>
              <a:off x="166248" y="6490548"/>
              <a:ext cx="4247655" cy="273466"/>
              <a:chOff x="4366684" y="2926127"/>
              <a:chExt cx="3278335" cy="2571063"/>
            </a:xfrm>
          </p:grpSpPr>
          <p:sp>
            <p:nvSpPr>
              <p:cNvPr id="41" name="Freeform: Shape 4">
                <a:extLst>
                  <a:ext uri="{FF2B5EF4-FFF2-40B4-BE49-F238E27FC236}">
                    <a16:creationId xmlns:a16="http://schemas.microsoft.com/office/drawing/2014/main" id="{74D575C7-16A7-4D8B-BCCC-3A2CC2EAF554}"/>
                  </a:ext>
                </a:extLst>
              </p:cNvPr>
              <p:cNvSpPr/>
              <p:nvPr/>
            </p:nvSpPr>
            <p:spPr>
              <a:xfrm>
                <a:off x="4744501" y="2926994"/>
                <a:ext cx="72212" cy="2394576"/>
              </a:xfrm>
              <a:custGeom>
                <a:avLst/>
                <a:gdLst>
                  <a:gd name="connsiteX0" fmla="*/ 0 w 192640"/>
                  <a:gd name="connsiteY0" fmla="*/ 6393351 h 6387957"/>
                  <a:gd name="connsiteX1" fmla="*/ 0 w 192640"/>
                  <a:gd name="connsiteY1" fmla="*/ 0 h 6387957"/>
                  <a:gd name="connsiteX2" fmla="*/ 198034 w 192640"/>
                  <a:gd name="connsiteY2" fmla="*/ 0 h 6387957"/>
                  <a:gd name="connsiteX3" fmla="*/ 198034 w 192640"/>
                  <a:gd name="connsiteY3" fmla="*/ 6393351 h 6387957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</a:cxnLst>
                <a:rect l="l" t="t" r="r" b="b"/>
                <a:pathLst>
                  <a:path w="192640" h="6387957">
                    <a:moveTo>
                      <a:pt x="0" y="6393351"/>
                    </a:moveTo>
                    <a:cubicBezTo>
                      <a:pt x="0" y="4261207"/>
                      <a:pt x="0" y="2132145"/>
                      <a:pt x="0" y="0"/>
                    </a:cubicBezTo>
                    <a:cubicBezTo>
                      <a:pt x="67039" y="0"/>
                      <a:pt x="131766" y="0"/>
                      <a:pt x="198034" y="0"/>
                    </a:cubicBezTo>
                    <a:cubicBezTo>
                      <a:pt x="198034" y="2132145"/>
                      <a:pt x="198034" y="4261207"/>
                      <a:pt x="198034" y="6393351"/>
                    </a:cubicBezTo>
                  </a:path>
                </a:pathLst>
              </a:custGeom>
              <a:solidFill>
                <a:schemeClr val="accent5"/>
              </a:solidFill>
              <a:ln w="7704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US" dirty="0">
                  <a:latin typeface="Times New Roman" panose="02020603050405020304" pitchFamily="18" charset="0"/>
                  <a:cs typeface="Times New Roman" pitchFamily="18" charset="0"/>
                </a:endParaRPr>
              </a:p>
            </p:txBody>
          </p:sp>
          <p:sp>
            <p:nvSpPr>
              <p:cNvPr id="42" name="Freeform: Shape 5">
                <a:extLst>
                  <a:ext uri="{FF2B5EF4-FFF2-40B4-BE49-F238E27FC236}">
                    <a16:creationId xmlns:a16="http://schemas.microsoft.com/office/drawing/2014/main" id="{F6284352-7A7E-48DA-8B26-7B51CCB5A721}"/>
                  </a:ext>
                </a:extLst>
              </p:cNvPr>
              <p:cNvSpPr/>
              <p:nvPr/>
            </p:nvSpPr>
            <p:spPr>
              <a:xfrm>
                <a:off x="4676621" y="2926994"/>
                <a:ext cx="37550" cy="2394576"/>
              </a:xfrm>
              <a:custGeom>
                <a:avLst/>
                <a:gdLst>
                  <a:gd name="connsiteX0" fmla="*/ 0 w 100173"/>
                  <a:gd name="connsiteY0" fmla="*/ 6392581 h 6387957"/>
                  <a:gd name="connsiteX1" fmla="*/ 0 w 100173"/>
                  <a:gd name="connsiteY1" fmla="*/ 0 h 6387957"/>
                  <a:gd name="connsiteX2" fmla="*/ 103255 w 100173"/>
                  <a:gd name="connsiteY2" fmla="*/ 0 h 6387957"/>
                  <a:gd name="connsiteX3" fmla="*/ 103255 w 100173"/>
                  <a:gd name="connsiteY3" fmla="*/ 6392581 h 6387957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</a:cxnLst>
                <a:rect l="l" t="t" r="r" b="b"/>
                <a:pathLst>
                  <a:path w="100173" h="6387957">
                    <a:moveTo>
                      <a:pt x="0" y="6392581"/>
                    </a:moveTo>
                    <a:cubicBezTo>
                      <a:pt x="0" y="4261207"/>
                      <a:pt x="0" y="2131374"/>
                      <a:pt x="0" y="0"/>
                    </a:cubicBezTo>
                    <a:cubicBezTo>
                      <a:pt x="34675" y="0"/>
                      <a:pt x="67809" y="0"/>
                      <a:pt x="103255" y="0"/>
                    </a:cubicBezTo>
                    <a:cubicBezTo>
                      <a:pt x="103255" y="2130603"/>
                      <a:pt x="103255" y="4260437"/>
                      <a:pt x="103255" y="6392581"/>
                    </a:cubicBezTo>
                  </a:path>
                </a:pathLst>
              </a:custGeom>
              <a:solidFill>
                <a:schemeClr val="accent5"/>
              </a:solidFill>
              <a:ln w="7704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US" dirty="0">
                  <a:latin typeface="Times New Roman" panose="02020603050405020304" pitchFamily="18" charset="0"/>
                  <a:cs typeface="Times New Roman" pitchFamily="18" charset="0"/>
                </a:endParaRPr>
              </a:p>
            </p:txBody>
          </p:sp>
          <p:sp>
            <p:nvSpPr>
              <p:cNvPr id="43" name="Freeform: Shape 6">
                <a:extLst>
                  <a:ext uri="{FF2B5EF4-FFF2-40B4-BE49-F238E27FC236}">
                    <a16:creationId xmlns:a16="http://schemas.microsoft.com/office/drawing/2014/main" id="{8AB1A5A0-486E-4510-BCA8-845A3DA94D58}"/>
                  </a:ext>
                </a:extLst>
              </p:cNvPr>
              <p:cNvSpPr/>
              <p:nvPr/>
            </p:nvSpPr>
            <p:spPr>
              <a:xfrm>
                <a:off x="5706626" y="2927282"/>
                <a:ext cx="109764" cy="2394576"/>
              </a:xfrm>
              <a:custGeom>
                <a:avLst/>
                <a:gdLst>
                  <a:gd name="connsiteX0" fmla="*/ 0 w 292813"/>
                  <a:gd name="connsiteY0" fmla="*/ 6392581 h 6387957"/>
                  <a:gd name="connsiteX1" fmla="*/ 0 w 292813"/>
                  <a:gd name="connsiteY1" fmla="*/ 0 h 6387957"/>
                  <a:gd name="connsiteX2" fmla="*/ 295125 w 292813"/>
                  <a:gd name="connsiteY2" fmla="*/ 0 h 6387957"/>
                  <a:gd name="connsiteX3" fmla="*/ 295125 w 292813"/>
                  <a:gd name="connsiteY3" fmla="*/ 6392581 h 6387957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</a:cxnLst>
                <a:rect l="l" t="t" r="r" b="b"/>
                <a:pathLst>
                  <a:path w="292813" h="6387957">
                    <a:moveTo>
                      <a:pt x="0" y="6392581"/>
                    </a:moveTo>
                    <a:cubicBezTo>
                      <a:pt x="0" y="4261978"/>
                      <a:pt x="0" y="2132145"/>
                      <a:pt x="0" y="0"/>
                    </a:cubicBezTo>
                    <a:cubicBezTo>
                      <a:pt x="97091" y="0"/>
                      <a:pt x="194952" y="0"/>
                      <a:pt x="295125" y="0"/>
                    </a:cubicBezTo>
                    <a:cubicBezTo>
                      <a:pt x="295125" y="2130603"/>
                      <a:pt x="295125" y="4259666"/>
                      <a:pt x="295125" y="6392581"/>
                    </a:cubicBezTo>
                  </a:path>
                </a:pathLst>
              </a:custGeom>
              <a:solidFill>
                <a:schemeClr val="accent2"/>
              </a:solidFill>
              <a:ln w="7704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US" dirty="0">
                  <a:latin typeface="Times New Roman" panose="02020603050405020304" pitchFamily="18" charset="0"/>
                  <a:cs typeface="Times New Roman" pitchFamily="18" charset="0"/>
                </a:endParaRPr>
              </a:p>
            </p:txBody>
          </p:sp>
          <p:sp>
            <p:nvSpPr>
              <p:cNvPr id="44" name="Freeform: Shape 7">
                <a:extLst>
                  <a:ext uri="{FF2B5EF4-FFF2-40B4-BE49-F238E27FC236}">
                    <a16:creationId xmlns:a16="http://schemas.microsoft.com/office/drawing/2014/main" id="{D81590AB-AD28-44BD-8461-22FE3E26E6E0}"/>
                  </a:ext>
                </a:extLst>
              </p:cNvPr>
              <p:cNvSpPr/>
              <p:nvPr/>
            </p:nvSpPr>
            <p:spPr>
              <a:xfrm>
                <a:off x="5022376" y="2926994"/>
                <a:ext cx="75101" cy="2394576"/>
              </a:xfrm>
              <a:custGeom>
                <a:avLst/>
                <a:gdLst>
                  <a:gd name="connsiteX0" fmla="*/ 0 w 200346"/>
                  <a:gd name="connsiteY0" fmla="*/ 6392581 h 6387957"/>
                  <a:gd name="connsiteX1" fmla="*/ 0 w 200346"/>
                  <a:gd name="connsiteY1" fmla="*/ 0 h 6387957"/>
                  <a:gd name="connsiteX2" fmla="*/ 201117 w 200346"/>
                  <a:gd name="connsiteY2" fmla="*/ 0 h 6387957"/>
                  <a:gd name="connsiteX3" fmla="*/ 201117 w 200346"/>
                  <a:gd name="connsiteY3" fmla="*/ 6392581 h 6387957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</a:cxnLst>
                <a:rect l="l" t="t" r="r" b="b"/>
                <a:pathLst>
                  <a:path w="200346" h="6387957">
                    <a:moveTo>
                      <a:pt x="0" y="6392581"/>
                    </a:moveTo>
                    <a:cubicBezTo>
                      <a:pt x="0" y="4261207"/>
                      <a:pt x="0" y="2132145"/>
                      <a:pt x="0" y="0"/>
                    </a:cubicBezTo>
                    <a:cubicBezTo>
                      <a:pt x="67039" y="0"/>
                      <a:pt x="133307" y="0"/>
                      <a:pt x="201117" y="0"/>
                    </a:cubicBezTo>
                    <a:cubicBezTo>
                      <a:pt x="201117" y="2131374"/>
                      <a:pt x="201117" y="4260437"/>
                      <a:pt x="201117" y="6392581"/>
                    </a:cubicBezTo>
                  </a:path>
                </a:pathLst>
              </a:custGeom>
              <a:solidFill>
                <a:schemeClr val="accent4"/>
              </a:solidFill>
              <a:ln w="7704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US" dirty="0">
                  <a:latin typeface="Times New Roman" panose="02020603050405020304" pitchFamily="18" charset="0"/>
                  <a:cs typeface="Times New Roman" pitchFamily="18" charset="0"/>
                </a:endParaRPr>
              </a:p>
            </p:txBody>
          </p:sp>
          <p:sp>
            <p:nvSpPr>
              <p:cNvPr id="45" name="Freeform: Shape 8">
                <a:extLst>
                  <a:ext uri="{FF2B5EF4-FFF2-40B4-BE49-F238E27FC236}">
                    <a16:creationId xmlns:a16="http://schemas.microsoft.com/office/drawing/2014/main" id="{C3640730-A67E-4C43-A7C2-B4C32BF965C4}"/>
                  </a:ext>
                </a:extLst>
              </p:cNvPr>
              <p:cNvSpPr/>
              <p:nvPr/>
            </p:nvSpPr>
            <p:spPr>
              <a:xfrm>
                <a:off x="4877829" y="2926994"/>
                <a:ext cx="72212" cy="2394576"/>
              </a:xfrm>
              <a:custGeom>
                <a:avLst/>
                <a:gdLst>
                  <a:gd name="connsiteX0" fmla="*/ 0 w 192640"/>
                  <a:gd name="connsiteY0" fmla="*/ 6392581 h 6387957"/>
                  <a:gd name="connsiteX1" fmla="*/ 0 w 192640"/>
                  <a:gd name="connsiteY1" fmla="*/ 0 h 6387957"/>
                  <a:gd name="connsiteX2" fmla="*/ 198805 w 192640"/>
                  <a:gd name="connsiteY2" fmla="*/ 0 h 6387957"/>
                  <a:gd name="connsiteX3" fmla="*/ 198805 w 192640"/>
                  <a:gd name="connsiteY3" fmla="*/ 6392581 h 6387957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</a:cxnLst>
                <a:rect l="l" t="t" r="r" b="b"/>
                <a:pathLst>
                  <a:path w="192640" h="6387957">
                    <a:moveTo>
                      <a:pt x="0" y="6392581"/>
                    </a:moveTo>
                    <a:cubicBezTo>
                      <a:pt x="0" y="4261207"/>
                      <a:pt x="0" y="2131374"/>
                      <a:pt x="0" y="0"/>
                    </a:cubicBezTo>
                    <a:cubicBezTo>
                      <a:pt x="67039" y="0"/>
                      <a:pt x="131766" y="0"/>
                      <a:pt x="198805" y="0"/>
                    </a:cubicBezTo>
                    <a:cubicBezTo>
                      <a:pt x="198805" y="2130603"/>
                      <a:pt x="198805" y="4260437"/>
                      <a:pt x="198805" y="6392581"/>
                    </a:cubicBezTo>
                  </a:path>
                </a:pathLst>
              </a:custGeom>
              <a:solidFill>
                <a:schemeClr val="accent4"/>
              </a:solidFill>
              <a:ln w="7704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US" dirty="0">
                  <a:latin typeface="Times New Roman" panose="02020603050405020304" pitchFamily="18" charset="0"/>
                  <a:cs typeface="Times New Roman" pitchFamily="18" charset="0"/>
                </a:endParaRPr>
              </a:p>
            </p:txBody>
          </p:sp>
          <p:sp>
            <p:nvSpPr>
              <p:cNvPr id="46" name="Freeform: Shape 9">
                <a:extLst>
                  <a:ext uri="{FF2B5EF4-FFF2-40B4-BE49-F238E27FC236}">
                    <a16:creationId xmlns:a16="http://schemas.microsoft.com/office/drawing/2014/main" id="{8F91D3B5-0631-4E10-8E8F-A90BDB6CEF8C}"/>
                  </a:ext>
                </a:extLst>
              </p:cNvPr>
              <p:cNvSpPr/>
              <p:nvPr/>
            </p:nvSpPr>
            <p:spPr>
              <a:xfrm>
                <a:off x="4559765" y="2926994"/>
                <a:ext cx="72212" cy="2394576"/>
              </a:xfrm>
              <a:custGeom>
                <a:avLst/>
                <a:gdLst>
                  <a:gd name="connsiteX0" fmla="*/ 0 w 192640"/>
                  <a:gd name="connsiteY0" fmla="*/ 6393351 h 6387957"/>
                  <a:gd name="connsiteX1" fmla="*/ 0 w 192640"/>
                  <a:gd name="connsiteY1" fmla="*/ 0 h 6387957"/>
                  <a:gd name="connsiteX2" fmla="*/ 198034 w 192640"/>
                  <a:gd name="connsiteY2" fmla="*/ 0 h 6387957"/>
                  <a:gd name="connsiteX3" fmla="*/ 198034 w 192640"/>
                  <a:gd name="connsiteY3" fmla="*/ 6393351 h 6387957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</a:cxnLst>
                <a:rect l="l" t="t" r="r" b="b"/>
                <a:pathLst>
                  <a:path w="192640" h="6387957">
                    <a:moveTo>
                      <a:pt x="0" y="6393351"/>
                    </a:moveTo>
                    <a:cubicBezTo>
                      <a:pt x="0" y="4261207"/>
                      <a:pt x="0" y="2132145"/>
                      <a:pt x="0" y="0"/>
                    </a:cubicBezTo>
                    <a:cubicBezTo>
                      <a:pt x="67039" y="0"/>
                      <a:pt x="131766" y="0"/>
                      <a:pt x="198034" y="0"/>
                    </a:cubicBezTo>
                    <a:cubicBezTo>
                      <a:pt x="198034" y="2132145"/>
                      <a:pt x="198034" y="4261207"/>
                      <a:pt x="198034" y="6393351"/>
                    </a:cubicBezTo>
                  </a:path>
                </a:pathLst>
              </a:custGeom>
              <a:solidFill>
                <a:schemeClr val="accent6"/>
              </a:solidFill>
              <a:ln w="7704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US" dirty="0">
                  <a:latin typeface="Times New Roman" panose="02020603050405020304" pitchFamily="18" charset="0"/>
                  <a:cs typeface="Times New Roman" pitchFamily="18" charset="0"/>
                </a:endParaRPr>
              </a:p>
            </p:txBody>
          </p:sp>
          <p:sp>
            <p:nvSpPr>
              <p:cNvPr id="47" name="Freeform: Shape 10">
                <a:extLst>
                  <a:ext uri="{FF2B5EF4-FFF2-40B4-BE49-F238E27FC236}">
                    <a16:creationId xmlns:a16="http://schemas.microsoft.com/office/drawing/2014/main" id="{9833ED5E-247A-4AFE-956E-D90EE783EDB3}"/>
                  </a:ext>
                </a:extLst>
              </p:cNvPr>
              <p:cNvSpPr/>
              <p:nvPr/>
            </p:nvSpPr>
            <p:spPr>
              <a:xfrm>
                <a:off x="4433987" y="2926705"/>
                <a:ext cx="37550" cy="2567886"/>
              </a:xfrm>
              <a:custGeom>
                <a:avLst/>
                <a:gdLst>
                  <a:gd name="connsiteX0" fmla="*/ 0 w 100173"/>
                  <a:gd name="connsiteY0" fmla="*/ 6854918 h 6850294"/>
                  <a:gd name="connsiteX1" fmla="*/ 0 w 100173"/>
                  <a:gd name="connsiteY1" fmla="*/ 0 h 6850294"/>
                  <a:gd name="connsiteX2" fmla="*/ 103255 w 100173"/>
                  <a:gd name="connsiteY2" fmla="*/ 0 h 6850294"/>
                  <a:gd name="connsiteX3" fmla="*/ 103255 w 100173"/>
                  <a:gd name="connsiteY3" fmla="*/ 6854918 h 6850294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</a:cxnLst>
                <a:rect l="l" t="t" r="r" b="b"/>
                <a:pathLst>
                  <a:path w="100173" h="6850294">
                    <a:moveTo>
                      <a:pt x="0" y="6854918"/>
                    </a:moveTo>
                    <a:cubicBezTo>
                      <a:pt x="0" y="4570202"/>
                      <a:pt x="0" y="2286257"/>
                      <a:pt x="0" y="0"/>
                    </a:cubicBezTo>
                    <a:cubicBezTo>
                      <a:pt x="34675" y="0"/>
                      <a:pt x="67809" y="0"/>
                      <a:pt x="103255" y="0"/>
                    </a:cubicBezTo>
                    <a:cubicBezTo>
                      <a:pt x="103255" y="2284716"/>
                      <a:pt x="103255" y="4567891"/>
                      <a:pt x="103255" y="6854918"/>
                    </a:cubicBezTo>
                  </a:path>
                </a:pathLst>
              </a:custGeom>
              <a:solidFill>
                <a:schemeClr val="accent6"/>
              </a:solidFill>
              <a:ln w="7704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US" dirty="0">
                  <a:latin typeface="Times New Roman" panose="02020603050405020304" pitchFamily="18" charset="0"/>
                  <a:cs typeface="Times New Roman" pitchFamily="18" charset="0"/>
                </a:endParaRPr>
              </a:p>
            </p:txBody>
          </p:sp>
          <p:sp>
            <p:nvSpPr>
              <p:cNvPr id="48" name="Freeform: Shape 11">
                <a:extLst>
                  <a:ext uri="{FF2B5EF4-FFF2-40B4-BE49-F238E27FC236}">
                    <a16:creationId xmlns:a16="http://schemas.microsoft.com/office/drawing/2014/main" id="{E5EC525C-3908-4545-B9F0-C982F2420877}"/>
                  </a:ext>
                </a:extLst>
              </p:cNvPr>
              <p:cNvSpPr/>
              <p:nvPr/>
            </p:nvSpPr>
            <p:spPr>
              <a:xfrm>
                <a:off x="4366684" y="2927282"/>
                <a:ext cx="37550" cy="2567886"/>
              </a:xfrm>
              <a:custGeom>
                <a:avLst/>
                <a:gdLst>
                  <a:gd name="connsiteX0" fmla="*/ 0 w 100173"/>
                  <a:gd name="connsiteY0" fmla="*/ 6854148 h 6850294"/>
                  <a:gd name="connsiteX1" fmla="*/ 0 w 100173"/>
                  <a:gd name="connsiteY1" fmla="*/ 0 h 6850294"/>
                  <a:gd name="connsiteX2" fmla="*/ 103255 w 100173"/>
                  <a:gd name="connsiteY2" fmla="*/ 0 h 6850294"/>
                  <a:gd name="connsiteX3" fmla="*/ 103255 w 100173"/>
                  <a:gd name="connsiteY3" fmla="*/ 6854918 h 6850294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</a:cxnLst>
                <a:rect l="l" t="t" r="r" b="b"/>
                <a:pathLst>
                  <a:path w="100173" h="6850294">
                    <a:moveTo>
                      <a:pt x="0" y="6854148"/>
                    </a:moveTo>
                    <a:cubicBezTo>
                      <a:pt x="0" y="4569432"/>
                      <a:pt x="0" y="2286257"/>
                      <a:pt x="0" y="0"/>
                    </a:cubicBezTo>
                    <a:cubicBezTo>
                      <a:pt x="33905" y="0"/>
                      <a:pt x="67809" y="0"/>
                      <a:pt x="103255" y="0"/>
                    </a:cubicBezTo>
                    <a:cubicBezTo>
                      <a:pt x="103255" y="2285486"/>
                      <a:pt x="103255" y="4568661"/>
                      <a:pt x="103255" y="6854918"/>
                    </a:cubicBezTo>
                  </a:path>
                </a:pathLst>
              </a:custGeom>
              <a:solidFill>
                <a:schemeClr val="accent6"/>
              </a:solidFill>
              <a:ln w="7704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US" dirty="0">
                  <a:latin typeface="Times New Roman" panose="02020603050405020304" pitchFamily="18" charset="0"/>
                  <a:cs typeface="Times New Roman" pitchFamily="18" charset="0"/>
                </a:endParaRPr>
              </a:p>
            </p:txBody>
          </p:sp>
          <p:sp>
            <p:nvSpPr>
              <p:cNvPr id="49" name="Freeform: Shape 12">
                <a:extLst>
                  <a:ext uri="{FF2B5EF4-FFF2-40B4-BE49-F238E27FC236}">
                    <a16:creationId xmlns:a16="http://schemas.microsoft.com/office/drawing/2014/main" id="{09C432BF-83BF-44C7-8A68-9B35111165C4}"/>
                  </a:ext>
                </a:extLst>
              </p:cNvPr>
              <p:cNvSpPr/>
              <p:nvPr/>
            </p:nvSpPr>
            <p:spPr>
              <a:xfrm>
                <a:off x="5957386" y="2926705"/>
                <a:ext cx="37550" cy="2567886"/>
              </a:xfrm>
              <a:custGeom>
                <a:avLst/>
                <a:gdLst>
                  <a:gd name="connsiteX0" fmla="*/ 0 w 100173"/>
                  <a:gd name="connsiteY0" fmla="*/ 6854918 h 6850294"/>
                  <a:gd name="connsiteX1" fmla="*/ 0 w 100173"/>
                  <a:gd name="connsiteY1" fmla="*/ 0 h 6850294"/>
                  <a:gd name="connsiteX2" fmla="*/ 103255 w 100173"/>
                  <a:gd name="connsiteY2" fmla="*/ 0 h 6850294"/>
                  <a:gd name="connsiteX3" fmla="*/ 103255 w 100173"/>
                  <a:gd name="connsiteY3" fmla="*/ 6854918 h 6850294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</a:cxnLst>
                <a:rect l="l" t="t" r="r" b="b"/>
                <a:pathLst>
                  <a:path w="100173" h="6850294">
                    <a:moveTo>
                      <a:pt x="0" y="6854918"/>
                    </a:moveTo>
                    <a:cubicBezTo>
                      <a:pt x="0" y="4570202"/>
                      <a:pt x="0" y="2286257"/>
                      <a:pt x="0" y="0"/>
                    </a:cubicBezTo>
                    <a:cubicBezTo>
                      <a:pt x="34675" y="0"/>
                      <a:pt x="67809" y="0"/>
                      <a:pt x="103255" y="0"/>
                    </a:cubicBezTo>
                    <a:cubicBezTo>
                      <a:pt x="103255" y="2283945"/>
                      <a:pt x="103255" y="4567891"/>
                      <a:pt x="103255" y="6854918"/>
                    </a:cubicBezTo>
                  </a:path>
                </a:pathLst>
              </a:custGeom>
              <a:solidFill>
                <a:schemeClr val="accent6"/>
              </a:solidFill>
              <a:ln w="7704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US" dirty="0">
                  <a:latin typeface="Times New Roman" panose="02020603050405020304" pitchFamily="18" charset="0"/>
                  <a:cs typeface="Times New Roman" pitchFamily="18" charset="0"/>
                </a:endParaRPr>
              </a:p>
            </p:txBody>
          </p:sp>
          <p:sp>
            <p:nvSpPr>
              <p:cNvPr id="50" name="Freeform: Shape 13">
                <a:extLst>
                  <a:ext uri="{FF2B5EF4-FFF2-40B4-BE49-F238E27FC236}">
                    <a16:creationId xmlns:a16="http://schemas.microsoft.com/office/drawing/2014/main" id="{4D5F14F6-BD9C-4471-B822-35693E0ECCEE}"/>
                  </a:ext>
                </a:extLst>
              </p:cNvPr>
              <p:cNvSpPr/>
              <p:nvPr/>
            </p:nvSpPr>
            <p:spPr>
              <a:xfrm>
                <a:off x="6024689" y="2926127"/>
                <a:ext cx="37550" cy="2567886"/>
              </a:xfrm>
              <a:custGeom>
                <a:avLst/>
                <a:gdLst>
                  <a:gd name="connsiteX0" fmla="*/ 0 w 100173"/>
                  <a:gd name="connsiteY0" fmla="*/ 6857230 h 6850294"/>
                  <a:gd name="connsiteX1" fmla="*/ 0 w 100173"/>
                  <a:gd name="connsiteY1" fmla="*/ 0 h 6850294"/>
                  <a:gd name="connsiteX2" fmla="*/ 52398 w 100173"/>
                  <a:gd name="connsiteY2" fmla="*/ 0 h 6850294"/>
                  <a:gd name="connsiteX3" fmla="*/ 103255 w 100173"/>
                  <a:gd name="connsiteY3" fmla="*/ 0 h 6850294"/>
                  <a:gd name="connsiteX4" fmla="*/ 103255 w 100173"/>
                  <a:gd name="connsiteY4" fmla="*/ 6857230 h 6850294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</a:cxnLst>
                <a:rect l="l" t="t" r="r" b="b"/>
                <a:pathLst>
                  <a:path w="100173" h="6850294">
                    <a:moveTo>
                      <a:pt x="0" y="6857230"/>
                    </a:moveTo>
                    <a:cubicBezTo>
                      <a:pt x="0" y="4572514"/>
                      <a:pt x="0" y="2288569"/>
                      <a:pt x="0" y="0"/>
                    </a:cubicBezTo>
                    <a:cubicBezTo>
                      <a:pt x="17723" y="0"/>
                      <a:pt x="34675" y="0"/>
                      <a:pt x="52398" y="0"/>
                    </a:cubicBezTo>
                    <a:cubicBezTo>
                      <a:pt x="68580" y="0"/>
                      <a:pt x="84762" y="0"/>
                      <a:pt x="103255" y="0"/>
                    </a:cubicBezTo>
                    <a:cubicBezTo>
                      <a:pt x="103255" y="2287798"/>
                      <a:pt x="103255" y="4571743"/>
                      <a:pt x="103255" y="6857230"/>
                    </a:cubicBezTo>
                  </a:path>
                </a:pathLst>
              </a:custGeom>
              <a:solidFill>
                <a:schemeClr val="accent6"/>
              </a:solidFill>
              <a:ln w="7704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US" dirty="0">
                  <a:latin typeface="Times New Roman" panose="02020603050405020304" pitchFamily="18" charset="0"/>
                  <a:cs typeface="Times New Roman" pitchFamily="18" charset="0"/>
                </a:endParaRPr>
              </a:p>
            </p:txBody>
          </p:sp>
          <p:sp>
            <p:nvSpPr>
              <p:cNvPr id="51" name="Freeform: Shape 14">
                <a:extLst>
                  <a:ext uri="{FF2B5EF4-FFF2-40B4-BE49-F238E27FC236}">
                    <a16:creationId xmlns:a16="http://schemas.microsoft.com/office/drawing/2014/main" id="{35B6ED53-E8E4-4DE2-BE76-D07542427D91}"/>
                  </a:ext>
                </a:extLst>
              </p:cNvPr>
              <p:cNvSpPr/>
              <p:nvPr/>
            </p:nvSpPr>
            <p:spPr>
              <a:xfrm>
                <a:off x="5890084" y="2926994"/>
                <a:ext cx="37550" cy="2394576"/>
              </a:xfrm>
              <a:custGeom>
                <a:avLst/>
                <a:gdLst>
                  <a:gd name="connsiteX0" fmla="*/ 0 w 100173"/>
                  <a:gd name="connsiteY0" fmla="*/ 6392581 h 6387957"/>
                  <a:gd name="connsiteX1" fmla="*/ 0 w 100173"/>
                  <a:gd name="connsiteY1" fmla="*/ 0 h 6387957"/>
                  <a:gd name="connsiteX2" fmla="*/ 101714 w 100173"/>
                  <a:gd name="connsiteY2" fmla="*/ 0 h 6387957"/>
                  <a:gd name="connsiteX3" fmla="*/ 101714 w 100173"/>
                  <a:gd name="connsiteY3" fmla="*/ 6392581 h 6387957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</a:cxnLst>
                <a:rect l="l" t="t" r="r" b="b"/>
                <a:pathLst>
                  <a:path w="100173" h="6387957">
                    <a:moveTo>
                      <a:pt x="0" y="6392581"/>
                    </a:moveTo>
                    <a:cubicBezTo>
                      <a:pt x="0" y="4262748"/>
                      <a:pt x="0" y="2132145"/>
                      <a:pt x="0" y="0"/>
                    </a:cubicBezTo>
                    <a:cubicBezTo>
                      <a:pt x="33904" y="0"/>
                      <a:pt x="67039" y="0"/>
                      <a:pt x="101714" y="0"/>
                    </a:cubicBezTo>
                    <a:cubicBezTo>
                      <a:pt x="101714" y="2130603"/>
                      <a:pt x="101714" y="4260437"/>
                      <a:pt x="101714" y="6392581"/>
                    </a:cubicBezTo>
                  </a:path>
                </a:pathLst>
              </a:custGeom>
              <a:solidFill>
                <a:schemeClr val="accent6"/>
              </a:solidFill>
              <a:ln w="7704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US" dirty="0">
                  <a:latin typeface="Times New Roman" panose="02020603050405020304" pitchFamily="18" charset="0"/>
                  <a:cs typeface="Times New Roman" pitchFamily="18" charset="0"/>
                </a:endParaRPr>
              </a:p>
            </p:txBody>
          </p:sp>
          <p:sp>
            <p:nvSpPr>
              <p:cNvPr id="52" name="Freeform: Shape 15">
                <a:extLst>
                  <a:ext uri="{FF2B5EF4-FFF2-40B4-BE49-F238E27FC236}">
                    <a16:creationId xmlns:a16="http://schemas.microsoft.com/office/drawing/2014/main" id="{A8A97A24-DC2C-49EC-B707-A0A7A527B0A9}"/>
                  </a:ext>
                </a:extLst>
              </p:cNvPr>
              <p:cNvSpPr/>
              <p:nvPr/>
            </p:nvSpPr>
            <p:spPr>
              <a:xfrm>
                <a:off x="6091991" y="2926994"/>
                <a:ext cx="37550" cy="2394576"/>
              </a:xfrm>
              <a:custGeom>
                <a:avLst/>
                <a:gdLst>
                  <a:gd name="connsiteX0" fmla="*/ 0 w 100173"/>
                  <a:gd name="connsiteY0" fmla="*/ 6393351 h 6387957"/>
                  <a:gd name="connsiteX1" fmla="*/ 0 w 100173"/>
                  <a:gd name="connsiteY1" fmla="*/ 0 h 6387957"/>
                  <a:gd name="connsiteX2" fmla="*/ 103255 w 100173"/>
                  <a:gd name="connsiteY2" fmla="*/ 0 h 6387957"/>
                  <a:gd name="connsiteX3" fmla="*/ 103255 w 100173"/>
                  <a:gd name="connsiteY3" fmla="*/ 6393351 h 6387957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</a:cxnLst>
                <a:rect l="l" t="t" r="r" b="b"/>
                <a:pathLst>
                  <a:path w="100173" h="6387957">
                    <a:moveTo>
                      <a:pt x="0" y="6393351"/>
                    </a:moveTo>
                    <a:cubicBezTo>
                      <a:pt x="0" y="4261978"/>
                      <a:pt x="0" y="2132915"/>
                      <a:pt x="0" y="0"/>
                    </a:cubicBezTo>
                    <a:cubicBezTo>
                      <a:pt x="34675" y="0"/>
                      <a:pt x="67809" y="0"/>
                      <a:pt x="103255" y="0"/>
                    </a:cubicBezTo>
                    <a:cubicBezTo>
                      <a:pt x="103255" y="2131374"/>
                      <a:pt x="103255" y="4261207"/>
                      <a:pt x="103255" y="6393351"/>
                    </a:cubicBezTo>
                  </a:path>
                </a:pathLst>
              </a:custGeom>
              <a:solidFill>
                <a:schemeClr val="accent6"/>
              </a:solidFill>
              <a:ln w="7704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US" dirty="0">
                  <a:latin typeface="Times New Roman" panose="02020603050405020304" pitchFamily="18" charset="0"/>
                  <a:cs typeface="Times New Roman" pitchFamily="18" charset="0"/>
                </a:endParaRPr>
              </a:p>
            </p:txBody>
          </p:sp>
          <p:sp>
            <p:nvSpPr>
              <p:cNvPr id="53" name="Freeform: Shape 16">
                <a:extLst>
                  <a:ext uri="{FF2B5EF4-FFF2-40B4-BE49-F238E27FC236}">
                    <a16:creationId xmlns:a16="http://schemas.microsoft.com/office/drawing/2014/main" id="{4ED0FC69-47AA-4FC9-8D08-3147EA5A1734}"/>
                  </a:ext>
                </a:extLst>
              </p:cNvPr>
              <p:cNvSpPr/>
              <p:nvPr/>
            </p:nvSpPr>
            <p:spPr>
              <a:xfrm>
                <a:off x="7139759" y="2926994"/>
                <a:ext cx="109764" cy="2394576"/>
              </a:xfrm>
              <a:custGeom>
                <a:avLst/>
                <a:gdLst>
                  <a:gd name="connsiteX0" fmla="*/ 0 w 292813"/>
                  <a:gd name="connsiteY0" fmla="*/ 6393351 h 6387957"/>
                  <a:gd name="connsiteX1" fmla="*/ 0 w 292813"/>
                  <a:gd name="connsiteY1" fmla="*/ 0 h 6387957"/>
                  <a:gd name="connsiteX2" fmla="*/ 295125 w 292813"/>
                  <a:gd name="connsiteY2" fmla="*/ 0 h 6387957"/>
                  <a:gd name="connsiteX3" fmla="*/ 295125 w 292813"/>
                  <a:gd name="connsiteY3" fmla="*/ 6393351 h 6387957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</a:cxnLst>
                <a:rect l="l" t="t" r="r" b="b"/>
                <a:pathLst>
                  <a:path w="292813" h="6387957">
                    <a:moveTo>
                      <a:pt x="0" y="6393351"/>
                    </a:moveTo>
                    <a:cubicBezTo>
                      <a:pt x="0" y="4261207"/>
                      <a:pt x="0" y="2131374"/>
                      <a:pt x="0" y="0"/>
                    </a:cubicBezTo>
                    <a:cubicBezTo>
                      <a:pt x="99403" y="0"/>
                      <a:pt x="196493" y="0"/>
                      <a:pt x="295125" y="0"/>
                    </a:cubicBezTo>
                    <a:cubicBezTo>
                      <a:pt x="295125" y="2132145"/>
                      <a:pt x="295125" y="4261207"/>
                      <a:pt x="295125" y="6393351"/>
                    </a:cubicBezTo>
                  </a:path>
                </a:pathLst>
              </a:custGeom>
              <a:solidFill>
                <a:schemeClr val="accent2"/>
              </a:solidFill>
              <a:ln w="7704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US" dirty="0">
                  <a:latin typeface="Times New Roman" panose="02020603050405020304" pitchFamily="18" charset="0"/>
                  <a:cs typeface="Times New Roman" pitchFamily="18" charset="0"/>
                </a:endParaRPr>
              </a:p>
            </p:txBody>
          </p:sp>
          <p:sp>
            <p:nvSpPr>
              <p:cNvPr id="54" name="Freeform: Shape 17">
                <a:extLst>
                  <a:ext uri="{FF2B5EF4-FFF2-40B4-BE49-F238E27FC236}">
                    <a16:creationId xmlns:a16="http://schemas.microsoft.com/office/drawing/2014/main" id="{2757EAE5-8C6A-452C-9A4B-7A71BBF68BB8}"/>
                  </a:ext>
                </a:extLst>
              </p:cNvPr>
              <p:cNvSpPr/>
              <p:nvPr/>
            </p:nvSpPr>
            <p:spPr>
              <a:xfrm>
                <a:off x="7280788" y="2926994"/>
                <a:ext cx="37550" cy="2394576"/>
              </a:xfrm>
              <a:custGeom>
                <a:avLst/>
                <a:gdLst>
                  <a:gd name="connsiteX0" fmla="*/ 0 w 100173"/>
                  <a:gd name="connsiteY0" fmla="*/ 6392581 h 6387957"/>
                  <a:gd name="connsiteX1" fmla="*/ 0 w 100173"/>
                  <a:gd name="connsiteY1" fmla="*/ 0 h 6387957"/>
                  <a:gd name="connsiteX2" fmla="*/ 103255 w 100173"/>
                  <a:gd name="connsiteY2" fmla="*/ 0 h 6387957"/>
                  <a:gd name="connsiteX3" fmla="*/ 103255 w 100173"/>
                  <a:gd name="connsiteY3" fmla="*/ 6392581 h 6387957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</a:cxnLst>
                <a:rect l="l" t="t" r="r" b="b"/>
                <a:pathLst>
                  <a:path w="100173" h="6387957">
                    <a:moveTo>
                      <a:pt x="0" y="6392581"/>
                    </a:moveTo>
                    <a:cubicBezTo>
                      <a:pt x="0" y="4261207"/>
                      <a:pt x="0" y="2131374"/>
                      <a:pt x="0" y="0"/>
                    </a:cubicBezTo>
                    <a:cubicBezTo>
                      <a:pt x="34675" y="0"/>
                      <a:pt x="67809" y="0"/>
                      <a:pt x="103255" y="0"/>
                    </a:cubicBezTo>
                    <a:cubicBezTo>
                      <a:pt x="103255" y="2130603"/>
                      <a:pt x="103255" y="4260437"/>
                      <a:pt x="103255" y="6392581"/>
                    </a:cubicBezTo>
                  </a:path>
                </a:pathLst>
              </a:custGeom>
              <a:solidFill>
                <a:schemeClr val="accent2"/>
              </a:solidFill>
              <a:ln w="7704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US" dirty="0">
                  <a:latin typeface="Times New Roman" panose="02020603050405020304" pitchFamily="18" charset="0"/>
                  <a:cs typeface="Times New Roman" pitchFamily="18" charset="0"/>
                </a:endParaRPr>
              </a:p>
            </p:txBody>
          </p:sp>
          <p:sp>
            <p:nvSpPr>
              <p:cNvPr id="55" name="Freeform: Shape 18">
                <a:extLst>
                  <a:ext uri="{FF2B5EF4-FFF2-40B4-BE49-F238E27FC236}">
                    <a16:creationId xmlns:a16="http://schemas.microsoft.com/office/drawing/2014/main" id="{9A398514-6CBA-493F-8416-AE84CB3E34D9}"/>
                  </a:ext>
                </a:extLst>
              </p:cNvPr>
              <p:cNvSpPr/>
              <p:nvPr/>
            </p:nvSpPr>
            <p:spPr>
              <a:xfrm>
                <a:off x="7349773" y="2926994"/>
                <a:ext cx="109764" cy="2394576"/>
              </a:xfrm>
              <a:custGeom>
                <a:avLst/>
                <a:gdLst>
                  <a:gd name="connsiteX0" fmla="*/ 0 w 292813"/>
                  <a:gd name="connsiteY0" fmla="*/ 6393351 h 6387957"/>
                  <a:gd name="connsiteX1" fmla="*/ 0 w 292813"/>
                  <a:gd name="connsiteY1" fmla="*/ 0 h 6387957"/>
                  <a:gd name="connsiteX2" fmla="*/ 295125 w 292813"/>
                  <a:gd name="connsiteY2" fmla="*/ 0 h 6387957"/>
                  <a:gd name="connsiteX3" fmla="*/ 295125 w 292813"/>
                  <a:gd name="connsiteY3" fmla="*/ 6393351 h 6387957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</a:cxnLst>
                <a:rect l="l" t="t" r="r" b="b"/>
                <a:pathLst>
                  <a:path w="292813" h="6387957">
                    <a:moveTo>
                      <a:pt x="0" y="6393351"/>
                    </a:moveTo>
                    <a:cubicBezTo>
                      <a:pt x="0" y="4261207"/>
                      <a:pt x="0" y="2132145"/>
                      <a:pt x="0" y="0"/>
                    </a:cubicBezTo>
                    <a:cubicBezTo>
                      <a:pt x="99402" y="0"/>
                      <a:pt x="195722" y="0"/>
                      <a:pt x="295125" y="0"/>
                    </a:cubicBezTo>
                    <a:cubicBezTo>
                      <a:pt x="295125" y="2132145"/>
                      <a:pt x="295125" y="4261207"/>
                      <a:pt x="295125" y="6393351"/>
                    </a:cubicBezTo>
                  </a:path>
                </a:pathLst>
              </a:custGeom>
              <a:solidFill>
                <a:schemeClr val="accent1"/>
              </a:solidFill>
              <a:ln w="7704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US" dirty="0">
                  <a:latin typeface="Times New Roman" panose="02020603050405020304" pitchFamily="18" charset="0"/>
                  <a:cs typeface="Times New Roman" pitchFamily="18" charset="0"/>
                </a:endParaRPr>
              </a:p>
            </p:txBody>
          </p:sp>
          <p:sp>
            <p:nvSpPr>
              <p:cNvPr id="56" name="Freeform: Shape 19">
                <a:extLst>
                  <a:ext uri="{FF2B5EF4-FFF2-40B4-BE49-F238E27FC236}">
                    <a16:creationId xmlns:a16="http://schemas.microsoft.com/office/drawing/2014/main" id="{248BDF24-2CD8-4F98-A671-38A09AFC3B84}"/>
                  </a:ext>
                </a:extLst>
              </p:cNvPr>
              <p:cNvSpPr/>
              <p:nvPr/>
            </p:nvSpPr>
            <p:spPr>
              <a:xfrm>
                <a:off x="7548511" y="2927282"/>
                <a:ext cx="41911" cy="2569908"/>
              </a:xfrm>
              <a:custGeom>
                <a:avLst/>
                <a:gdLst>
                  <a:gd name="connsiteX0" fmla="*/ 0 w 115584"/>
                  <a:gd name="connsiteY0" fmla="*/ 6753975 h 6850294"/>
                  <a:gd name="connsiteX1" fmla="*/ 13099 w 115584"/>
                  <a:gd name="connsiteY1" fmla="*/ 0 h 6850294"/>
                  <a:gd name="connsiteX2" fmla="*/ 118666 w 115584"/>
                  <a:gd name="connsiteY2" fmla="*/ 0 h 6850294"/>
                  <a:gd name="connsiteX3" fmla="*/ 118666 w 115584"/>
                  <a:gd name="connsiteY3" fmla="*/ 6855688 h 6850294"/>
                  <a:gd name="connsiteX0" fmla="*/ 0 w 111805"/>
                  <a:gd name="connsiteY0" fmla="*/ 6836322 h 6855688"/>
                  <a:gd name="connsiteX1" fmla="*/ 6237 w 111805"/>
                  <a:gd name="connsiteY1" fmla="*/ 0 h 6855688"/>
                  <a:gd name="connsiteX2" fmla="*/ 111804 w 111805"/>
                  <a:gd name="connsiteY2" fmla="*/ 0 h 6855688"/>
                  <a:gd name="connsiteX3" fmla="*/ 111804 w 111805"/>
                  <a:gd name="connsiteY3" fmla="*/ 6855688 h 6855688"/>
                  <a:gd name="connsiteX0" fmla="*/ 0 w 111804"/>
                  <a:gd name="connsiteY0" fmla="*/ 6853478 h 6855688"/>
                  <a:gd name="connsiteX1" fmla="*/ 6237 w 111804"/>
                  <a:gd name="connsiteY1" fmla="*/ 0 h 6855688"/>
                  <a:gd name="connsiteX2" fmla="*/ 111804 w 111804"/>
                  <a:gd name="connsiteY2" fmla="*/ 0 h 6855688"/>
                  <a:gd name="connsiteX3" fmla="*/ 111804 w 111804"/>
                  <a:gd name="connsiteY3" fmla="*/ 6855688 h 6855688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</a:cxnLst>
                <a:rect l="l" t="t" r="r" b="b"/>
                <a:pathLst>
                  <a:path w="111804" h="6855688">
                    <a:moveTo>
                      <a:pt x="0" y="6853478"/>
                    </a:moveTo>
                    <a:cubicBezTo>
                      <a:pt x="14640" y="4603437"/>
                      <a:pt x="3155" y="2253123"/>
                      <a:pt x="6237" y="0"/>
                    </a:cubicBezTo>
                    <a:lnTo>
                      <a:pt x="111804" y="0"/>
                    </a:lnTo>
                    <a:lnTo>
                      <a:pt x="111804" y="6855688"/>
                    </a:lnTo>
                  </a:path>
                </a:pathLst>
              </a:custGeom>
              <a:solidFill>
                <a:schemeClr val="accent1"/>
              </a:solidFill>
              <a:ln w="7704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US" dirty="0">
                  <a:latin typeface="Times New Roman" panose="02020603050405020304" pitchFamily="18" charset="0"/>
                  <a:cs typeface="Times New Roman" pitchFamily="18" charset="0"/>
                </a:endParaRPr>
              </a:p>
            </p:txBody>
          </p:sp>
          <p:sp>
            <p:nvSpPr>
              <p:cNvPr id="57" name="Freeform: Shape 20">
                <a:extLst>
                  <a:ext uri="{FF2B5EF4-FFF2-40B4-BE49-F238E27FC236}">
                    <a16:creationId xmlns:a16="http://schemas.microsoft.com/office/drawing/2014/main" id="{7984C3E4-7628-40C8-85CA-E19FCBCEF3F1}"/>
                  </a:ext>
                </a:extLst>
              </p:cNvPr>
              <p:cNvSpPr/>
              <p:nvPr/>
            </p:nvSpPr>
            <p:spPr>
              <a:xfrm>
                <a:off x="7485249" y="2926994"/>
                <a:ext cx="37550" cy="2394576"/>
              </a:xfrm>
              <a:custGeom>
                <a:avLst/>
                <a:gdLst>
                  <a:gd name="connsiteX0" fmla="*/ 0 w 100173"/>
                  <a:gd name="connsiteY0" fmla="*/ 6392581 h 6387957"/>
                  <a:gd name="connsiteX1" fmla="*/ 0 w 100173"/>
                  <a:gd name="connsiteY1" fmla="*/ 0 h 6387957"/>
                  <a:gd name="connsiteX2" fmla="*/ 103255 w 100173"/>
                  <a:gd name="connsiteY2" fmla="*/ 0 h 6387957"/>
                  <a:gd name="connsiteX3" fmla="*/ 103255 w 100173"/>
                  <a:gd name="connsiteY3" fmla="*/ 6392581 h 6387957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</a:cxnLst>
                <a:rect l="l" t="t" r="r" b="b"/>
                <a:pathLst>
                  <a:path w="100173" h="6387957">
                    <a:moveTo>
                      <a:pt x="0" y="6392581"/>
                    </a:moveTo>
                    <a:cubicBezTo>
                      <a:pt x="0" y="4261207"/>
                      <a:pt x="0" y="2131374"/>
                      <a:pt x="0" y="0"/>
                    </a:cubicBezTo>
                    <a:cubicBezTo>
                      <a:pt x="34675" y="0"/>
                      <a:pt x="67809" y="0"/>
                      <a:pt x="103255" y="0"/>
                    </a:cubicBezTo>
                    <a:cubicBezTo>
                      <a:pt x="103255" y="2130603"/>
                      <a:pt x="103255" y="4260437"/>
                      <a:pt x="103255" y="6392581"/>
                    </a:cubicBezTo>
                  </a:path>
                </a:pathLst>
              </a:custGeom>
              <a:solidFill>
                <a:schemeClr val="accent1"/>
              </a:solidFill>
              <a:ln w="7704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US" dirty="0">
                  <a:latin typeface="Times New Roman" panose="02020603050405020304" pitchFamily="18" charset="0"/>
                  <a:cs typeface="Times New Roman" pitchFamily="18" charset="0"/>
                </a:endParaRPr>
              </a:p>
            </p:txBody>
          </p:sp>
          <p:sp>
            <p:nvSpPr>
              <p:cNvPr id="58" name="Freeform: Shape 21">
                <a:extLst>
                  <a:ext uri="{FF2B5EF4-FFF2-40B4-BE49-F238E27FC236}">
                    <a16:creationId xmlns:a16="http://schemas.microsoft.com/office/drawing/2014/main" id="{8C53762C-C9DB-488B-A6C3-D2EF997D4824}"/>
                  </a:ext>
                </a:extLst>
              </p:cNvPr>
              <p:cNvSpPr/>
              <p:nvPr/>
            </p:nvSpPr>
            <p:spPr>
              <a:xfrm>
                <a:off x="7616134" y="2926994"/>
                <a:ext cx="28885" cy="2567886"/>
              </a:xfrm>
              <a:custGeom>
                <a:avLst/>
                <a:gdLst>
                  <a:gd name="connsiteX0" fmla="*/ 0 w 77056"/>
                  <a:gd name="connsiteY0" fmla="*/ 6854918 h 6850294"/>
                  <a:gd name="connsiteX1" fmla="*/ 0 w 77056"/>
                  <a:gd name="connsiteY1" fmla="*/ 0 h 6850294"/>
                  <a:gd name="connsiteX2" fmla="*/ 78597 w 77056"/>
                  <a:gd name="connsiteY2" fmla="*/ 0 h 6850294"/>
                  <a:gd name="connsiteX3" fmla="*/ 78597 w 77056"/>
                  <a:gd name="connsiteY3" fmla="*/ 6854918 h 6850294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</a:cxnLst>
                <a:rect l="l" t="t" r="r" b="b"/>
                <a:pathLst>
                  <a:path w="77056" h="6850294">
                    <a:moveTo>
                      <a:pt x="0" y="6854918"/>
                    </a:moveTo>
                    <a:cubicBezTo>
                      <a:pt x="0" y="4570202"/>
                      <a:pt x="0" y="2286257"/>
                      <a:pt x="0" y="0"/>
                    </a:cubicBezTo>
                    <a:cubicBezTo>
                      <a:pt x="25428" y="0"/>
                      <a:pt x="50087" y="0"/>
                      <a:pt x="78597" y="0"/>
                    </a:cubicBezTo>
                    <a:cubicBezTo>
                      <a:pt x="78597" y="2283175"/>
                      <a:pt x="78597" y="4566350"/>
                      <a:pt x="78597" y="6854918"/>
                    </a:cubicBezTo>
                  </a:path>
                </a:pathLst>
              </a:custGeom>
              <a:solidFill>
                <a:schemeClr val="accent1"/>
              </a:solidFill>
              <a:ln w="7704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US" dirty="0">
                  <a:latin typeface="Times New Roman" panose="02020603050405020304" pitchFamily="18" charset="0"/>
                  <a:cs typeface="Times New Roman" pitchFamily="18" charset="0"/>
                </a:endParaRPr>
              </a:p>
            </p:txBody>
          </p:sp>
          <p:sp>
            <p:nvSpPr>
              <p:cNvPr id="59" name="Freeform: Shape 22">
                <a:extLst>
                  <a:ext uri="{FF2B5EF4-FFF2-40B4-BE49-F238E27FC236}">
                    <a16:creationId xmlns:a16="http://schemas.microsoft.com/office/drawing/2014/main" id="{1A8ED041-2586-48E4-ACBE-6C2ED338E966}"/>
                  </a:ext>
                </a:extLst>
              </p:cNvPr>
              <p:cNvSpPr/>
              <p:nvPr/>
            </p:nvSpPr>
            <p:spPr>
              <a:xfrm>
                <a:off x="6838507" y="2926994"/>
                <a:ext cx="109764" cy="2394576"/>
              </a:xfrm>
              <a:custGeom>
                <a:avLst/>
                <a:gdLst>
                  <a:gd name="connsiteX0" fmla="*/ 0 w 292813"/>
                  <a:gd name="connsiteY0" fmla="*/ 6393351 h 6387957"/>
                  <a:gd name="connsiteX1" fmla="*/ 0 w 292813"/>
                  <a:gd name="connsiteY1" fmla="*/ 0 h 6387957"/>
                  <a:gd name="connsiteX2" fmla="*/ 295125 w 292813"/>
                  <a:gd name="connsiteY2" fmla="*/ 0 h 6387957"/>
                  <a:gd name="connsiteX3" fmla="*/ 295125 w 292813"/>
                  <a:gd name="connsiteY3" fmla="*/ 6393351 h 6387957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</a:cxnLst>
                <a:rect l="l" t="t" r="r" b="b"/>
                <a:pathLst>
                  <a:path w="292813" h="6387957">
                    <a:moveTo>
                      <a:pt x="0" y="6393351"/>
                    </a:moveTo>
                    <a:cubicBezTo>
                      <a:pt x="0" y="4261207"/>
                      <a:pt x="0" y="2131374"/>
                      <a:pt x="0" y="0"/>
                    </a:cubicBezTo>
                    <a:cubicBezTo>
                      <a:pt x="99403" y="0"/>
                      <a:pt x="196493" y="0"/>
                      <a:pt x="295125" y="0"/>
                    </a:cubicBezTo>
                    <a:cubicBezTo>
                      <a:pt x="295125" y="2132145"/>
                      <a:pt x="295125" y="4261207"/>
                      <a:pt x="295125" y="6393351"/>
                    </a:cubicBezTo>
                  </a:path>
                </a:pathLst>
              </a:custGeom>
              <a:solidFill>
                <a:schemeClr val="accent3"/>
              </a:solidFill>
              <a:ln w="7704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US" dirty="0">
                  <a:latin typeface="Times New Roman" panose="02020603050405020304" pitchFamily="18" charset="0"/>
                  <a:cs typeface="Times New Roman" pitchFamily="18" charset="0"/>
                </a:endParaRPr>
              </a:p>
            </p:txBody>
          </p:sp>
          <p:sp>
            <p:nvSpPr>
              <p:cNvPr id="60" name="Freeform: Shape 23">
                <a:extLst>
                  <a:ext uri="{FF2B5EF4-FFF2-40B4-BE49-F238E27FC236}">
                    <a16:creationId xmlns:a16="http://schemas.microsoft.com/office/drawing/2014/main" id="{E2E2C08D-AFC1-4D38-B19D-ECAA791E7E03}"/>
                  </a:ext>
                </a:extLst>
              </p:cNvPr>
              <p:cNvSpPr/>
              <p:nvPr/>
            </p:nvSpPr>
            <p:spPr>
              <a:xfrm>
                <a:off x="6980994" y="2927282"/>
                <a:ext cx="37550" cy="2394576"/>
              </a:xfrm>
              <a:custGeom>
                <a:avLst/>
                <a:gdLst>
                  <a:gd name="connsiteX0" fmla="*/ 0 w 100173"/>
                  <a:gd name="connsiteY0" fmla="*/ 6392581 h 6387957"/>
                  <a:gd name="connsiteX1" fmla="*/ 0 w 100173"/>
                  <a:gd name="connsiteY1" fmla="*/ 0 h 6387957"/>
                  <a:gd name="connsiteX2" fmla="*/ 103255 w 100173"/>
                  <a:gd name="connsiteY2" fmla="*/ 0 h 6387957"/>
                  <a:gd name="connsiteX3" fmla="*/ 103255 w 100173"/>
                  <a:gd name="connsiteY3" fmla="*/ 6392581 h 6387957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</a:cxnLst>
                <a:rect l="l" t="t" r="r" b="b"/>
                <a:pathLst>
                  <a:path w="100173" h="6387957">
                    <a:moveTo>
                      <a:pt x="0" y="6392581"/>
                    </a:moveTo>
                    <a:cubicBezTo>
                      <a:pt x="0" y="4261978"/>
                      <a:pt x="0" y="2132145"/>
                      <a:pt x="0" y="0"/>
                    </a:cubicBezTo>
                    <a:cubicBezTo>
                      <a:pt x="33904" y="0"/>
                      <a:pt x="67809" y="0"/>
                      <a:pt x="103255" y="0"/>
                    </a:cubicBezTo>
                    <a:cubicBezTo>
                      <a:pt x="103255" y="2130603"/>
                      <a:pt x="103255" y="4258895"/>
                      <a:pt x="103255" y="6392581"/>
                    </a:cubicBezTo>
                  </a:path>
                </a:pathLst>
              </a:custGeom>
              <a:solidFill>
                <a:schemeClr val="accent3"/>
              </a:solidFill>
              <a:ln w="7704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US" dirty="0">
                  <a:latin typeface="Times New Roman" panose="02020603050405020304" pitchFamily="18" charset="0"/>
                  <a:cs typeface="Times New Roman" pitchFamily="18" charset="0"/>
                </a:endParaRPr>
              </a:p>
            </p:txBody>
          </p:sp>
          <p:sp>
            <p:nvSpPr>
              <p:cNvPr id="61" name="Freeform: Shape 24">
                <a:extLst>
                  <a:ext uri="{FF2B5EF4-FFF2-40B4-BE49-F238E27FC236}">
                    <a16:creationId xmlns:a16="http://schemas.microsoft.com/office/drawing/2014/main" id="{53B015E2-EB41-454F-B249-A3924B2C56A7}"/>
                  </a:ext>
                </a:extLst>
              </p:cNvPr>
              <p:cNvSpPr/>
              <p:nvPr/>
            </p:nvSpPr>
            <p:spPr>
              <a:xfrm>
                <a:off x="7065051" y="2926994"/>
                <a:ext cx="37550" cy="2394576"/>
              </a:xfrm>
              <a:custGeom>
                <a:avLst/>
                <a:gdLst>
                  <a:gd name="connsiteX0" fmla="*/ 0 w 100173"/>
                  <a:gd name="connsiteY0" fmla="*/ 6392581 h 6387957"/>
                  <a:gd name="connsiteX1" fmla="*/ 0 w 100173"/>
                  <a:gd name="connsiteY1" fmla="*/ 0 h 6387957"/>
                  <a:gd name="connsiteX2" fmla="*/ 103255 w 100173"/>
                  <a:gd name="connsiteY2" fmla="*/ 0 h 6387957"/>
                  <a:gd name="connsiteX3" fmla="*/ 103255 w 100173"/>
                  <a:gd name="connsiteY3" fmla="*/ 6392581 h 6387957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</a:cxnLst>
                <a:rect l="l" t="t" r="r" b="b"/>
                <a:pathLst>
                  <a:path w="100173" h="6387957">
                    <a:moveTo>
                      <a:pt x="0" y="6392581"/>
                    </a:moveTo>
                    <a:cubicBezTo>
                      <a:pt x="0" y="4261978"/>
                      <a:pt x="0" y="2132145"/>
                      <a:pt x="0" y="0"/>
                    </a:cubicBezTo>
                    <a:cubicBezTo>
                      <a:pt x="33904" y="0"/>
                      <a:pt x="67809" y="0"/>
                      <a:pt x="103255" y="0"/>
                    </a:cubicBezTo>
                    <a:cubicBezTo>
                      <a:pt x="103255" y="2130603"/>
                      <a:pt x="103255" y="4258895"/>
                      <a:pt x="103255" y="6392581"/>
                    </a:cubicBezTo>
                  </a:path>
                </a:pathLst>
              </a:custGeom>
              <a:solidFill>
                <a:schemeClr val="accent3"/>
              </a:solidFill>
              <a:ln w="7704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US" dirty="0">
                  <a:latin typeface="Times New Roman" panose="02020603050405020304" pitchFamily="18" charset="0"/>
                  <a:cs typeface="Times New Roman" pitchFamily="18" charset="0"/>
                </a:endParaRPr>
              </a:p>
            </p:txBody>
          </p:sp>
          <p:sp>
            <p:nvSpPr>
              <p:cNvPr id="62" name="Freeform: Shape 25">
                <a:extLst>
                  <a:ext uri="{FF2B5EF4-FFF2-40B4-BE49-F238E27FC236}">
                    <a16:creationId xmlns:a16="http://schemas.microsoft.com/office/drawing/2014/main" id="{018D5BE2-ED44-4289-8EFA-42F5721FBB85}"/>
                  </a:ext>
                </a:extLst>
              </p:cNvPr>
              <p:cNvSpPr/>
              <p:nvPr/>
            </p:nvSpPr>
            <p:spPr>
              <a:xfrm>
                <a:off x="6754449" y="2926127"/>
                <a:ext cx="37550" cy="2394576"/>
              </a:xfrm>
              <a:custGeom>
                <a:avLst/>
                <a:gdLst>
                  <a:gd name="connsiteX0" fmla="*/ 0 w 100173"/>
                  <a:gd name="connsiteY0" fmla="*/ 6392581 h 6387957"/>
                  <a:gd name="connsiteX1" fmla="*/ 0 w 100173"/>
                  <a:gd name="connsiteY1" fmla="*/ 0 h 6387957"/>
                  <a:gd name="connsiteX2" fmla="*/ 103255 w 100173"/>
                  <a:gd name="connsiteY2" fmla="*/ 0 h 6387957"/>
                  <a:gd name="connsiteX3" fmla="*/ 103255 w 100173"/>
                  <a:gd name="connsiteY3" fmla="*/ 6392581 h 6387957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</a:cxnLst>
                <a:rect l="l" t="t" r="r" b="b"/>
                <a:pathLst>
                  <a:path w="100173" h="6387957">
                    <a:moveTo>
                      <a:pt x="0" y="6392581"/>
                    </a:moveTo>
                    <a:cubicBezTo>
                      <a:pt x="0" y="4261978"/>
                      <a:pt x="0" y="2132145"/>
                      <a:pt x="0" y="0"/>
                    </a:cubicBezTo>
                    <a:cubicBezTo>
                      <a:pt x="33905" y="0"/>
                      <a:pt x="67810" y="0"/>
                      <a:pt x="103255" y="0"/>
                    </a:cubicBezTo>
                    <a:cubicBezTo>
                      <a:pt x="103255" y="2131374"/>
                      <a:pt x="103255" y="4260436"/>
                      <a:pt x="103255" y="6392581"/>
                    </a:cubicBezTo>
                  </a:path>
                </a:pathLst>
              </a:custGeom>
              <a:solidFill>
                <a:schemeClr val="accent3"/>
              </a:solidFill>
              <a:ln w="7704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US" dirty="0">
                  <a:latin typeface="Times New Roman" panose="02020603050405020304" pitchFamily="18" charset="0"/>
                  <a:cs typeface="Times New Roman" pitchFamily="18" charset="0"/>
                </a:endParaRPr>
              </a:p>
            </p:txBody>
          </p:sp>
          <p:sp>
            <p:nvSpPr>
              <p:cNvPr id="63" name="Freeform: Shape 26">
                <a:extLst>
                  <a:ext uri="{FF2B5EF4-FFF2-40B4-BE49-F238E27FC236}">
                    <a16:creationId xmlns:a16="http://schemas.microsoft.com/office/drawing/2014/main" id="{FEBA9FA3-A7E2-4C7A-A66C-36068833FD70}"/>
                  </a:ext>
                </a:extLst>
              </p:cNvPr>
              <p:cNvSpPr/>
              <p:nvPr/>
            </p:nvSpPr>
            <p:spPr>
              <a:xfrm>
                <a:off x="6334914" y="2927282"/>
                <a:ext cx="37550" cy="2394576"/>
              </a:xfrm>
              <a:custGeom>
                <a:avLst/>
                <a:gdLst>
                  <a:gd name="connsiteX0" fmla="*/ 0 w 100173"/>
                  <a:gd name="connsiteY0" fmla="*/ 6393351 h 6387957"/>
                  <a:gd name="connsiteX1" fmla="*/ 0 w 100173"/>
                  <a:gd name="connsiteY1" fmla="*/ 0 h 6387957"/>
                  <a:gd name="connsiteX2" fmla="*/ 103255 w 100173"/>
                  <a:gd name="connsiteY2" fmla="*/ 0 h 6387957"/>
                  <a:gd name="connsiteX3" fmla="*/ 103255 w 100173"/>
                  <a:gd name="connsiteY3" fmla="*/ 6393351 h 6387957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</a:cxnLst>
                <a:rect l="l" t="t" r="r" b="b"/>
                <a:pathLst>
                  <a:path w="100173" h="6387957">
                    <a:moveTo>
                      <a:pt x="0" y="6393351"/>
                    </a:moveTo>
                    <a:cubicBezTo>
                      <a:pt x="0" y="4262748"/>
                      <a:pt x="0" y="2132915"/>
                      <a:pt x="0" y="0"/>
                    </a:cubicBezTo>
                    <a:cubicBezTo>
                      <a:pt x="33904" y="0"/>
                      <a:pt x="67809" y="0"/>
                      <a:pt x="103255" y="0"/>
                    </a:cubicBezTo>
                    <a:cubicBezTo>
                      <a:pt x="103255" y="2131374"/>
                      <a:pt x="103255" y="4260436"/>
                      <a:pt x="103255" y="6393351"/>
                    </a:cubicBezTo>
                  </a:path>
                </a:pathLst>
              </a:custGeom>
              <a:solidFill>
                <a:schemeClr val="accent5"/>
              </a:solidFill>
              <a:ln w="7704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US" dirty="0">
                  <a:latin typeface="Times New Roman" panose="02020603050405020304" pitchFamily="18" charset="0"/>
                  <a:cs typeface="Times New Roman" pitchFamily="18" charset="0"/>
                </a:endParaRPr>
              </a:p>
            </p:txBody>
          </p:sp>
          <p:sp>
            <p:nvSpPr>
              <p:cNvPr id="64" name="Freeform: Shape 27">
                <a:extLst>
                  <a:ext uri="{FF2B5EF4-FFF2-40B4-BE49-F238E27FC236}">
                    <a16:creationId xmlns:a16="http://schemas.microsoft.com/office/drawing/2014/main" id="{DCE49181-A192-4FDD-8E4A-6CE1DB81A373}"/>
                  </a:ext>
                </a:extLst>
              </p:cNvPr>
              <p:cNvSpPr/>
              <p:nvPr/>
            </p:nvSpPr>
            <p:spPr>
              <a:xfrm>
                <a:off x="6159871" y="2926127"/>
                <a:ext cx="37550" cy="2397464"/>
              </a:xfrm>
              <a:custGeom>
                <a:avLst/>
                <a:gdLst>
                  <a:gd name="connsiteX0" fmla="*/ 0 w 100173"/>
                  <a:gd name="connsiteY0" fmla="*/ 6395663 h 6395662"/>
                  <a:gd name="connsiteX1" fmla="*/ 0 w 100173"/>
                  <a:gd name="connsiteY1" fmla="*/ 0 h 6395662"/>
                  <a:gd name="connsiteX2" fmla="*/ 52398 w 100173"/>
                  <a:gd name="connsiteY2" fmla="*/ 0 h 6395662"/>
                  <a:gd name="connsiteX3" fmla="*/ 103255 w 100173"/>
                  <a:gd name="connsiteY3" fmla="*/ 0 h 6395662"/>
                  <a:gd name="connsiteX4" fmla="*/ 103255 w 100173"/>
                  <a:gd name="connsiteY4" fmla="*/ 6395663 h 6395662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</a:cxnLst>
                <a:rect l="l" t="t" r="r" b="b"/>
                <a:pathLst>
                  <a:path w="100173" h="6395662">
                    <a:moveTo>
                      <a:pt x="0" y="6395663"/>
                    </a:moveTo>
                    <a:cubicBezTo>
                      <a:pt x="0" y="4265060"/>
                      <a:pt x="0" y="2135227"/>
                      <a:pt x="0" y="0"/>
                    </a:cubicBezTo>
                    <a:cubicBezTo>
                      <a:pt x="17723" y="0"/>
                      <a:pt x="34675" y="0"/>
                      <a:pt x="52398" y="0"/>
                    </a:cubicBezTo>
                    <a:cubicBezTo>
                      <a:pt x="68580" y="0"/>
                      <a:pt x="84762" y="0"/>
                      <a:pt x="103255" y="0"/>
                    </a:cubicBezTo>
                    <a:cubicBezTo>
                      <a:pt x="103255" y="2132915"/>
                      <a:pt x="103255" y="4261977"/>
                      <a:pt x="103255" y="6395663"/>
                    </a:cubicBezTo>
                  </a:path>
                </a:pathLst>
              </a:custGeom>
              <a:solidFill>
                <a:schemeClr val="accent5"/>
              </a:solidFill>
              <a:ln w="7704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US" dirty="0">
                  <a:latin typeface="Times New Roman" panose="02020603050405020304" pitchFamily="18" charset="0"/>
                  <a:cs typeface="Times New Roman" pitchFamily="18" charset="0"/>
                </a:endParaRPr>
              </a:p>
            </p:txBody>
          </p:sp>
          <p:sp>
            <p:nvSpPr>
              <p:cNvPr id="65" name="Freeform: Shape 28">
                <a:extLst>
                  <a:ext uri="{FF2B5EF4-FFF2-40B4-BE49-F238E27FC236}">
                    <a16:creationId xmlns:a16="http://schemas.microsoft.com/office/drawing/2014/main" id="{08B99DFA-675D-47CD-AAA5-48F4B7263F7F}"/>
                  </a:ext>
                </a:extLst>
              </p:cNvPr>
              <p:cNvSpPr/>
              <p:nvPr/>
            </p:nvSpPr>
            <p:spPr>
              <a:xfrm>
                <a:off x="6231712" y="2926127"/>
                <a:ext cx="72212" cy="2394576"/>
              </a:xfrm>
              <a:custGeom>
                <a:avLst/>
                <a:gdLst>
                  <a:gd name="connsiteX0" fmla="*/ 0 w 192640"/>
                  <a:gd name="connsiteY0" fmla="*/ 6392581 h 6387957"/>
                  <a:gd name="connsiteX1" fmla="*/ 0 w 192640"/>
                  <a:gd name="connsiteY1" fmla="*/ 0 h 6387957"/>
                  <a:gd name="connsiteX2" fmla="*/ 198805 w 192640"/>
                  <a:gd name="connsiteY2" fmla="*/ 0 h 6387957"/>
                  <a:gd name="connsiteX3" fmla="*/ 198805 w 192640"/>
                  <a:gd name="connsiteY3" fmla="*/ 6392581 h 6387957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</a:cxnLst>
                <a:rect l="l" t="t" r="r" b="b"/>
                <a:pathLst>
                  <a:path w="192640" h="6387957">
                    <a:moveTo>
                      <a:pt x="0" y="6392581"/>
                    </a:moveTo>
                    <a:cubicBezTo>
                      <a:pt x="0" y="4261207"/>
                      <a:pt x="0" y="2132145"/>
                      <a:pt x="0" y="0"/>
                    </a:cubicBezTo>
                    <a:cubicBezTo>
                      <a:pt x="66268" y="0"/>
                      <a:pt x="131766" y="0"/>
                      <a:pt x="198805" y="0"/>
                    </a:cubicBezTo>
                    <a:cubicBezTo>
                      <a:pt x="198805" y="2131374"/>
                      <a:pt x="198805" y="4261207"/>
                      <a:pt x="198805" y="6392581"/>
                    </a:cubicBezTo>
                  </a:path>
                </a:pathLst>
              </a:custGeom>
              <a:solidFill>
                <a:schemeClr val="accent5"/>
              </a:solidFill>
              <a:ln w="7704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US" dirty="0">
                  <a:latin typeface="Times New Roman" panose="02020603050405020304" pitchFamily="18" charset="0"/>
                  <a:cs typeface="Times New Roman" pitchFamily="18" charset="0"/>
                </a:endParaRPr>
              </a:p>
            </p:txBody>
          </p:sp>
          <p:sp>
            <p:nvSpPr>
              <p:cNvPr id="66" name="Freeform: Shape 29">
                <a:extLst>
                  <a:ext uri="{FF2B5EF4-FFF2-40B4-BE49-F238E27FC236}">
                    <a16:creationId xmlns:a16="http://schemas.microsoft.com/office/drawing/2014/main" id="{A3A52561-2F81-45D4-BB63-98DD6D95E5E9}"/>
                  </a:ext>
                </a:extLst>
              </p:cNvPr>
              <p:cNvSpPr/>
              <p:nvPr/>
            </p:nvSpPr>
            <p:spPr>
              <a:xfrm>
                <a:off x="6598401" y="2927282"/>
                <a:ext cx="37550" cy="2394576"/>
              </a:xfrm>
              <a:custGeom>
                <a:avLst/>
                <a:gdLst>
                  <a:gd name="connsiteX0" fmla="*/ 0 w 100173"/>
                  <a:gd name="connsiteY0" fmla="*/ 6392581 h 6387957"/>
                  <a:gd name="connsiteX1" fmla="*/ 0 w 100173"/>
                  <a:gd name="connsiteY1" fmla="*/ 0 h 6387957"/>
                  <a:gd name="connsiteX2" fmla="*/ 103255 w 100173"/>
                  <a:gd name="connsiteY2" fmla="*/ 0 h 6387957"/>
                  <a:gd name="connsiteX3" fmla="*/ 103255 w 100173"/>
                  <a:gd name="connsiteY3" fmla="*/ 6392581 h 6387957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</a:cxnLst>
                <a:rect l="l" t="t" r="r" b="b"/>
                <a:pathLst>
                  <a:path w="100173" h="6387957">
                    <a:moveTo>
                      <a:pt x="0" y="6392581"/>
                    </a:moveTo>
                    <a:cubicBezTo>
                      <a:pt x="0" y="4261207"/>
                      <a:pt x="0" y="2131374"/>
                      <a:pt x="0" y="0"/>
                    </a:cubicBezTo>
                    <a:cubicBezTo>
                      <a:pt x="34675" y="0"/>
                      <a:pt x="67809" y="0"/>
                      <a:pt x="103255" y="0"/>
                    </a:cubicBezTo>
                    <a:cubicBezTo>
                      <a:pt x="103255" y="2130603"/>
                      <a:pt x="103255" y="4260437"/>
                      <a:pt x="103255" y="6392581"/>
                    </a:cubicBezTo>
                  </a:path>
                </a:pathLst>
              </a:custGeom>
              <a:solidFill>
                <a:schemeClr val="accent4"/>
              </a:solidFill>
              <a:ln w="7704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US" dirty="0">
                  <a:latin typeface="Times New Roman" panose="02020603050405020304" pitchFamily="18" charset="0"/>
                  <a:cs typeface="Times New Roman" pitchFamily="18" charset="0"/>
                </a:endParaRPr>
              </a:p>
            </p:txBody>
          </p:sp>
          <p:sp>
            <p:nvSpPr>
              <p:cNvPr id="67" name="Freeform: Shape 30">
                <a:extLst>
                  <a:ext uri="{FF2B5EF4-FFF2-40B4-BE49-F238E27FC236}">
                    <a16:creationId xmlns:a16="http://schemas.microsoft.com/office/drawing/2014/main" id="{53780AFD-C7BF-438C-8ACF-ADB70736488F}"/>
                  </a:ext>
                </a:extLst>
              </p:cNvPr>
              <p:cNvSpPr/>
              <p:nvPr/>
            </p:nvSpPr>
            <p:spPr>
              <a:xfrm>
                <a:off x="6680669" y="2927282"/>
                <a:ext cx="37550" cy="2394576"/>
              </a:xfrm>
              <a:custGeom>
                <a:avLst/>
                <a:gdLst>
                  <a:gd name="connsiteX0" fmla="*/ 0 w 100173"/>
                  <a:gd name="connsiteY0" fmla="*/ 6392581 h 6387957"/>
                  <a:gd name="connsiteX1" fmla="*/ 0 w 100173"/>
                  <a:gd name="connsiteY1" fmla="*/ 0 h 6387957"/>
                  <a:gd name="connsiteX2" fmla="*/ 103255 w 100173"/>
                  <a:gd name="connsiteY2" fmla="*/ 0 h 6387957"/>
                  <a:gd name="connsiteX3" fmla="*/ 103255 w 100173"/>
                  <a:gd name="connsiteY3" fmla="*/ 6392581 h 6387957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</a:cxnLst>
                <a:rect l="l" t="t" r="r" b="b"/>
                <a:pathLst>
                  <a:path w="100173" h="6387957">
                    <a:moveTo>
                      <a:pt x="0" y="6392581"/>
                    </a:moveTo>
                    <a:cubicBezTo>
                      <a:pt x="0" y="4261978"/>
                      <a:pt x="0" y="2132145"/>
                      <a:pt x="0" y="0"/>
                    </a:cubicBezTo>
                    <a:cubicBezTo>
                      <a:pt x="33905" y="0"/>
                      <a:pt x="67810" y="0"/>
                      <a:pt x="103255" y="0"/>
                    </a:cubicBezTo>
                    <a:cubicBezTo>
                      <a:pt x="103255" y="2131374"/>
                      <a:pt x="103255" y="4260436"/>
                      <a:pt x="103255" y="6392581"/>
                    </a:cubicBezTo>
                  </a:path>
                </a:pathLst>
              </a:custGeom>
              <a:solidFill>
                <a:schemeClr val="accent4"/>
              </a:solidFill>
              <a:ln w="7704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US" dirty="0">
                  <a:latin typeface="Times New Roman" panose="02020603050405020304" pitchFamily="18" charset="0"/>
                  <a:cs typeface="Times New Roman" pitchFamily="18" charset="0"/>
                </a:endParaRPr>
              </a:p>
            </p:txBody>
          </p:sp>
          <p:sp>
            <p:nvSpPr>
              <p:cNvPr id="68" name="Freeform: Shape 31">
                <a:extLst>
                  <a:ext uri="{FF2B5EF4-FFF2-40B4-BE49-F238E27FC236}">
                    <a16:creationId xmlns:a16="http://schemas.microsoft.com/office/drawing/2014/main" id="{D1DA5EF5-6153-4FA1-B3B6-C7EA4D7C45C7}"/>
                  </a:ext>
                </a:extLst>
              </p:cNvPr>
              <p:cNvSpPr/>
              <p:nvPr/>
            </p:nvSpPr>
            <p:spPr>
              <a:xfrm>
                <a:off x="6516134" y="2927282"/>
                <a:ext cx="37550" cy="2394576"/>
              </a:xfrm>
              <a:custGeom>
                <a:avLst/>
                <a:gdLst>
                  <a:gd name="connsiteX0" fmla="*/ 0 w 100173"/>
                  <a:gd name="connsiteY0" fmla="*/ 6391811 h 6387957"/>
                  <a:gd name="connsiteX1" fmla="*/ 0 w 100173"/>
                  <a:gd name="connsiteY1" fmla="*/ 0 h 6387957"/>
                  <a:gd name="connsiteX2" fmla="*/ 103255 w 100173"/>
                  <a:gd name="connsiteY2" fmla="*/ 0 h 6387957"/>
                  <a:gd name="connsiteX3" fmla="*/ 103255 w 100173"/>
                  <a:gd name="connsiteY3" fmla="*/ 6391811 h 6387957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</a:cxnLst>
                <a:rect l="l" t="t" r="r" b="b"/>
                <a:pathLst>
                  <a:path w="100173" h="6387957">
                    <a:moveTo>
                      <a:pt x="0" y="6391811"/>
                    </a:moveTo>
                    <a:cubicBezTo>
                      <a:pt x="0" y="4261978"/>
                      <a:pt x="0" y="2132145"/>
                      <a:pt x="0" y="0"/>
                    </a:cubicBezTo>
                    <a:cubicBezTo>
                      <a:pt x="33134" y="0"/>
                      <a:pt x="67039" y="0"/>
                      <a:pt x="103255" y="0"/>
                    </a:cubicBezTo>
                    <a:cubicBezTo>
                      <a:pt x="103255" y="2130603"/>
                      <a:pt x="103255" y="4260436"/>
                      <a:pt x="103255" y="6391811"/>
                    </a:cubicBezTo>
                  </a:path>
                </a:pathLst>
              </a:custGeom>
              <a:solidFill>
                <a:schemeClr val="accent4"/>
              </a:solidFill>
              <a:ln w="7704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US" dirty="0">
                  <a:latin typeface="Times New Roman" panose="02020603050405020304" pitchFamily="18" charset="0"/>
                  <a:cs typeface="Times New Roman" pitchFamily="18" charset="0"/>
                </a:endParaRPr>
              </a:p>
            </p:txBody>
          </p:sp>
          <p:sp>
            <p:nvSpPr>
              <p:cNvPr id="69" name="Freeform: Shape 32">
                <a:extLst>
                  <a:ext uri="{FF2B5EF4-FFF2-40B4-BE49-F238E27FC236}">
                    <a16:creationId xmlns:a16="http://schemas.microsoft.com/office/drawing/2014/main" id="{F80C8E45-AA03-497B-9ABE-2E9B8BC26557}"/>
                  </a:ext>
                </a:extLst>
              </p:cNvPr>
              <p:cNvSpPr/>
              <p:nvPr/>
            </p:nvSpPr>
            <p:spPr>
              <a:xfrm>
                <a:off x="6399205" y="2927282"/>
                <a:ext cx="72212" cy="2394576"/>
              </a:xfrm>
              <a:custGeom>
                <a:avLst/>
                <a:gdLst>
                  <a:gd name="connsiteX0" fmla="*/ 0 w 192640"/>
                  <a:gd name="connsiteY0" fmla="*/ 6392581 h 6387957"/>
                  <a:gd name="connsiteX1" fmla="*/ 0 w 192640"/>
                  <a:gd name="connsiteY1" fmla="*/ 0 h 6387957"/>
                  <a:gd name="connsiteX2" fmla="*/ 198805 w 192640"/>
                  <a:gd name="connsiteY2" fmla="*/ 0 h 6387957"/>
                  <a:gd name="connsiteX3" fmla="*/ 198805 w 192640"/>
                  <a:gd name="connsiteY3" fmla="*/ 6392581 h 6387957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</a:cxnLst>
                <a:rect l="l" t="t" r="r" b="b"/>
                <a:pathLst>
                  <a:path w="192640" h="6387957">
                    <a:moveTo>
                      <a:pt x="0" y="6392581"/>
                    </a:moveTo>
                    <a:cubicBezTo>
                      <a:pt x="0" y="4261207"/>
                      <a:pt x="0" y="2132145"/>
                      <a:pt x="0" y="0"/>
                    </a:cubicBezTo>
                    <a:cubicBezTo>
                      <a:pt x="66268" y="0"/>
                      <a:pt x="131766" y="0"/>
                      <a:pt x="198805" y="0"/>
                    </a:cubicBezTo>
                    <a:cubicBezTo>
                      <a:pt x="198805" y="2131374"/>
                      <a:pt x="198805" y="4261207"/>
                      <a:pt x="198805" y="6392581"/>
                    </a:cubicBezTo>
                  </a:path>
                </a:pathLst>
              </a:custGeom>
              <a:solidFill>
                <a:schemeClr val="accent4"/>
              </a:solidFill>
              <a:ln w="7704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US" dirty="0">
                  <a:latin typeface="Times New Roman" panose="02020603050405020304" pitchFamily="18" charset="0"/>
                  <a:cs typeface="Times New Roman" pitchFamily="18" charset="0"/>
                </a:endParaRPr>
              </a:p>
            </p:txBody>
          </p:sp>
          <p:sp>
            <p:nvSpPr>
              <p:cNvPr id="70" name="Freeform: Shape 33">
                <a:extLst>
                  <a:ext uri="{FF2B5EF4-FFF2-40B4-BE49-F238E27FC236}">
                    <a16:creationId xmlns:a16="http://schemas.microsoft.com/office/drawing/2014/main" id="{B33154AB-DAF1-4E1D-AED0-2C8B79C6FE97}"/>
                  </a:ext>
                </a:extLst>
              </p:cNvPr>
              <p:cNvSpPr/>
              <p:nvPr/>
            </p:nvSpPr>
            <p:spPr>
              <a:xfrm>
                <a:off x="5237391" y="2926127"/>
                <a:ext cx="144425" cy="2394576"/>
              </a:xfrm>
              <a:custGeom>
                <a:avLst/>
                <a:gdLst>
                  <a:gd name="connsiteX0" fmla="*/ 0 w 385280"/>
                  <a:gd name="connsiteY0" fmla="*/ 6393351 h 6387957"/>
                  <a:gd name="connsiteX1" fmla="*/ 0 w 385280"/>
                  <a:gd name="connsiteY1" fmla="*/ 0 h 6387957"/>
                  <a:gd name="connsiteX2" fmla="*/ 387593 w 385280"/>
                  <a:gd name="connsiteY2" fmla="*/ 0 h 6387957"/>
                  <a:gd name="connsiteX3" fmla="*/ 387593 w 385280"/>
                  <a:gd name="connsiteY3" fmla="*/ 6393351 h 6387957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</a:cxnLst>
                <a:rect l="l" t="t" r="r" b="b"/>
                <a:pathLst>
                  <a:path w="385280" h="6387957">
                    <a:moveTo>
                      <a:pt x="0" y="6393351"/>
                    </a:moveTo>
                    <a:cubicBezTo>
                      <a:pt x="0" y="4262748"/>
                      <a:pt x="0" y="2132145"/>
                      <a:pt x="0" y="0"/>
                    </a:cubicBezTo>
                    <a:cubicBezTo>
                      <a:pt x="128684" y="0"/>
                      <a:pt x="256597" y="0"/>
                      <a:pt x="387593" y="0"/>
                    </a:cubicBezTo>
                    <a:cubicBezTo>
                      <a:pt x="387593" y="2130603"/>
                      <a:pt x="387593" y="4261207"/>
                      <a:pt x="387593" y="6393351"/>
                    </a:cubicBezTo>
                  </a:path>
                </a:pathLst>
              </a:custGeom>
              <a:solidFill>
                <a:schemeClr val="accent3"/>
              </a:solidFill>
              <a:ln w="7704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US" dirty="0">
                  <a:latin typeface="Times New Roman" panose="02020603050405020304" pitchFamily="18" charset="0"/>
                  <a:cs typeface="Times New Roman" pitchFamily="18" charset="0"/>
                </a:endParaRPr>
              </a:p>
            </p:txBody>
          </p:sp>
          <p:sp>
            <p:nvSpPr>
              <p:cNvPr id="71" name="Freeform: Shape 34">
                <a:extLst>
                  <a:ext uri="{FF2B5EF4-FFF2-40B4-BE49-F238E27FC236}">
                    <a16:creationId xmlns:a16="http://schemas.microsoft.com/office/drawing/2014/main" id="{6E905E38-B653-4270-89DB-6739B8AED375}"/>
                  </a:ext>
                </a:extLst>
              </p:cNvPr>
              <p:cNvSpPr/>
              <p:nvPr/>
            </p:nvSpPr>
            <p:spPr>
              <a:xfrm>
                <a:off x="5123269" y="2926994"/>
                <a:ext cx="72212" cy="2394576"/>
              </a:xfrm>
              <a:custGeom>
                <a:avLst/>
                <a:gdLst>
                  <a:gd name="connsiteX0" fmla="*/ 0 w 192640"/>
                  <a:gd name="connsiteY0" fmla="*/ 6392581 h 6387957"/>
                  <a:gd name="connsiteX1" fmla="*/ 0 w 192640"/>
                  <a:gd name="connsiteY1" fmla="*/ 0 h 6387957"/>
                  <a:gd name="connsiteX2" fmla="*/ 198805 w 192640"/>
                  <a:gd name="connsiteY2" fmla="*/ 0 h 6387957"/>
                  <a:gd name="connsiteX3" fmla="*/ 198805 w 192640"/>
                  <a:gd name="connsiteY3" fmla="*/ 6392581 h 6387957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</a:cxnLst>
                <a:rect l="l" t="t" r="r" b="b"/>
                <a:pathLst>
                  <a:path w="192640" h="6387957">
                    <a:moveTo>
                      <a:pt x="0" y="6392581"/>
                    </a:moveTo>
                    <a:cubicBezTo>
                      <a:pt x="0" y="4261207"/>
                      <a:pt x="0" y="2132145"/>
                      <a:pt x="0" y="0"/>
                    </a:cubicBezTo>
                    <a:cubicBezTo>
                      <a:pt x="67039" y="0"/>
                      <a:pt x="131766" y="0"/>
                      <a:pt x="198805" y="0"/>
                    </a:cubicBezTo>
                    <a:cubicBezTo>
                      <a:pt x="198805" y="2130603"/>
                      <a:pt x="198805" y="4259666"/>
                      <a:pt x="198805" y="6392581"/>
                    </a:cubicBezTo>
                  </a:path>
                </a:pathLst>
              </a:custGeom>
              <a:solidFill>
                <a:schemeClr val="accent3"/>
              </a:solidFill>
              <a:ln w="7704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US" dirty="0">
                  <a:latin typeface="Times New Roman" panose="02020603050405020304" pitchFamily="18" charset="0"/>
                  <a:cs typeface="Times New Roman" pitchFamily="18" charset="0"/>
                </a:endParaRPr>
              </a:p>
            </p:txBody>
          </p:sp>
          <p:sp>
            <p:nvSpPr>
              <p:cNvPr id="72" name="Freeform: Shape 35">
                <a:extLst>
                  <a:ext uri="{FF2B5EF4-FFF2-40B4-BE49-F238E27FC236}">
                    <a16:creationId xmlns:a16="http://schemas.microsoft.com/office/drawing/2014/main" id="{C46E5A34-F6FC-40B7-8BD9-CA4870D3EACB}"/>
                  </a:ext>
                </a:extLst>
              </p:cNvPr>
              <p:cNvSpPr/>
              <p:nvPr/>
            </p:nvSpPr>
            <p:spPr>
              <a:xfrm>
                <a:off x="5611343" y="2927282"/>
                <a:ext cx="72212" cy="2394576"/>
              </a:xfrm>
              <a:custGeom>
                <a:avLst/>
                <a:gdLst>
                  <a:gd name="connsiteX0" fmla="*/ 0 w 192640"/>
                  <a:gd name="connsiteY0" fmla="*/ 6392581 h 6387957"/>
                  <a:gd name="connsiteX1" fmla="*/ 0 w 192640"/>
                  <a:gd name="connsiteY1" fmla="*/ 0 h 6387957"/>
                  <a:gd name="connsiteX2" fmla="*/ 198805 w 192640"/>
                  <a:gd name="connsiteY2" fmla="*/ 0 h 6387957"/>
                  <a:gd name="connsiteX3" fmla="*/ 198805 w 192640"/>
                  <a:gd name="connsiteY3" fmla="*/ 6392581 h 6387957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</a:cxnLst>
                <a:rect l="l" t="t" r="r" b="b"/>
                <a:pathLst>
                  <a:path w="192640" h="6387957">
                    <a:moveTo>
                      <a:pt x="0" y="6392581"/>
                    </a:moveTo>
                    <a:cubicBezTo>
                      <a:pt x="0" y="4261207"/>
                      <a:pt x="0" y="2132145"/>
                      <a:pt x="0" y="0"/>
                    </a:cubicBezTo>
                    <a:cubicBezTo>
                      <a:pt x="66268" y="0"/>
                      <a:pt x="131766" y="0"/>
                      <a:pt x="198805" y="0"/>
                    </a:cubicBezTo>
                    <a:cubicBezTo>
                      <a:pt x="198805" y="2131374"/>
                      <a:pt x="198805" y="4261207"/>
                      <a:pt x="198805" y="6392581"/>
                    </a:cubicBezTo>
                  </a:path>
                </a:pathLst>
              </a:custGeom>
              <a:solidFill>
                <a:schemeClr val="accent3"/>
              </a:solidFill>
              <a:ln w="7704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US" dirty="0">
                  <a:latin typeface="Times New Roman" panose="02020603050405020304" pitchFamily="18" charset="0"/>
                  <a:cs typeface="Times New Roman" pitchFamily="18" charset="0"/>
                </a:endParaRPr>
              </a:p>
            </p:txBody>
          </p:sp>
          <p:sp>
            <p:nvSpPr>
              <p:cNvPr id="73" name="Freeform: Shape 36">
                <a:extLst>
                  <a:ext uri="{FF2B5EF4-FFF2-40B4-BE49-F238E27FC236}">
                    <a16:creationId xmlns:a16="http://schemas.microsoft.com/office/drawing/2014/main" id="{5FA3DBA7-F8ED-45A6-819E-A85FBC355BCB}"/>
                  </a:ext>
                </a:extLst>
              </p:cNvPr>
              <p:cNvSpPr/>
              <p:nvPr/>
            </p:nvSpPr>
            <p:spPr>
              <a:xfrm>
                <a:off x="5407259" y="2926994"/>
                <a:ext cx="37550" cy="2394576"/>
              </a:xfrm>
              <a:custGeom>
                <a:avLst/>
                <a:gdLst>
                  <a:gd name="connsiteX0" fmla="*/ 0 w 100173"/>
                  <a:gd name="connsiteY0" fmla="*/ 6392581 h 6387957"/>
                  <a:gd name="connsiteX1" fmla="*/ 0 w 100173"/>
                  <a:gd name="connsiteY1" fmla="*/ 0 h 6387957"/>
                  <a:gd name="connsiteX2" fmla="*/ 103255 w 100173"/>
                  <a:gd name="connsiteY2" fmla="*/ 0 h 6387957"/>
                  <a:gd name="connsiteX3" fmla="*/ 103255 w 100173"/>
                  <a:gd name="connsiteY3" fmla="*/ 6392581 h 6387957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</a:cxnLst>
                <a:rect l="l" t="t" r="r" b="b"/>
                <a:pathLst>
                  <a:path w="100173" h="6387957">
                    <a:moveTo>
                      <a:pt x="0" y="6392581"/>
                    </a:moveTo>
                    <a:cubicBezTo>
                      <a:pt x="0" y="4261978"/>
                      <a:pt x="0" y="2132145"/>
                      <a:pt x="0" y="0"/>
                    </a:cubicBezTo>
                    <a:cubicBezTo>
                      <a:pt x="34675" y="0"/>
                      <a:pt x="67810" y="0"/>
                      <a:pt x="103255" y="0"/>
                    </a:cubicBezTo>
                    <a:cubicBezTo>
                      <a:pt x="103255" y="2130603"/>
                      <a:pt x="103255" y="4259666"/>
                      <a:pt x="103255" y="6392581"/>
                    </a:cubicBezTo>
                  </a:path>
                </a:pathLst>
              </a:custGeom>
              <a:solidFill>
                <a:schemeClr val="accent3"/>
              </a:solidFill>
              <a:ln w="7704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US" dirty="0">
                  <a:latin typeface="Times New Roman" panose="02020603050405020304" pitchFamily="18" charset="0"/>
                  <a:cs typeface="Times New Roman" pitchFamily="18" charset="0"/>
                </a:endParaRPr>
              </a:p>
            </p:txBody>
          </p:sp>
          <p:sp>
            <p:nvSpPr>
              <p:cNvPr id="74" name="Freeform: Shape 37">
                <a:extLst>
                  <a:ext uri="{FF2B5EF4-FFF2-40B4-BE49-F238E27FC236}">
                    <a16:creationId xmlns:a16="http://schemas.microsoft.com/office/drawing/2014/main" id="{6D4897DB-997C-4440-9C15-09B6C34994D1}"/>
                  </a:ext>
                </a:extLst>
              </p:cNvPr>
              <p:cNvSpPr/>
              <p:nvPr/>
            </p:nvSpPr>
            <p:spPr>
              <a:xfrm>
                <a:off x="5470252" y="2926994"/>
                <a:ext cx="37550" cy="2394576"/>
              </a:xfrm>
              <a:custGeom>
                <a:avLst/>
                <a:gdLst>
                  <a:gd name="connsiteX0" fmla="*/ 0 w 100173"/>
                  <a:gd name="connsiteY0" fmla="*/ 6392581 h 6387957"/>
                  <a:gd name="connsiteX1" fmla="*/ 0 w 100173"/>
                  <a:gd name="connsiteY1" fmla="*/ 0 h 6387957"/>
                  <a:gd name="connsiteX2" fmla="*/ 103255 w 100173"/>
                  <a:gd name="connsiteY2" fmla="*/ 0 h 6387957"/>
                  <a:gd name="connsiteX3" fmla="*/ 103255 w 100173"/>
                  <a:gd name="connsiteY3" fmla="*/ 6392581 h 6387957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</a:cxnLst>
                <a:rect l="l" t="t" r="r" b="b"/>
                <a:pathLst>
                  <a:path w="100173" h="6387957">
                    <a:moveTo>
                      <a:pt x="0" y="6392581"/>
                    </a:moveTo>
                    <a:cubicBezTo>
                      <a:pt x="0" y="4261978"/>
                      <a:pt x="0" y="2132145"/>
                      <a:pt x="0" y="0"/>
                    </a:cubicBezTo>
                    <a:cubicBezTo>
                      <a:pt x="34675" y="0"/>
                      <a:pt x="67809" y="0"/>
                      <a:pt x="103255" y="0"/>
                    </a:cubicBezTo>
                    <a:cubicBezTo>
                      <a:pt x="103255" y="2130603"/>
                      <a:pt x="103255" y="4259666"/>
                      <a:pt x="103255" y="6392581"/>
                    </a:cubicBezTo>
                  </a:path>
                </a:pathLst>
              </a:custGeom>
              <a:solidFill>
                <a:schemeClr val="accent3"/>
              </a:solidFill>
              <a:ln w="7704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US" dirty="0">
                  <a:latin typeface="Times New Roman" panose="02020603050405020304" pitchFamily="18" charset="0"/>
                  <a:cs typeface="Times New Roman" pitchFamily="18" charset="0"/>
                </a:endParaRPr>
              </a:p>
            </p:txBody>
          </p:sp>
          <p:sp>
            <p:nvSpPr>
              <p:cNvPr id="75" name="Freeform: Shape 38">
                <a:extLst>
                  <a:ext uri="{FF2B5EF4-FFF2-40B4-BE49-F238E27FC236}">
                    <a16:creationId xmlns:a16="http://schemas.microsoft.com/office/drawing/2014/main" id="{60C5513F-881C-4B26-9ADB-6A46166CB483}"/>
                  </a:ext>
                </a:extLst>
              </p:cNvPr>
              <p:cNvSpPr/>
              <p:nvPr/>
            </p:nvSpPr>
            <p:spPr>
              <a:xfrm>
                <a:off x="5533244" y="2926127"/>
                <a:ext cx="37550" cy="2394576"/>
              </a:xfrm>
              <a:custGeom>
                <a:avLst/>
                <a:gdLst>
                  <a:gd name="connsiteX0" fmla="*/ 0 w 100173"/>
                  <a:gd name="connsiteY0" fmla="*/ 6392581 h 6387957"/>
                  <a:gd name="connsiteX1" fmla="*/ 0 w 100173"/>
                  <a:gd name="connsiteY1" fmla="*/ 0 h 6387957"/>
                  <a:gd name="connsiteX2" fmla="*/ 103255 w 100173"/>
                  <a:gd name="connsiteY2" fmla="*/ 0 h 6387957"/>
                  <a:gd name="connsiteX3" fmla="*/ 103255 w 100173"/>
                  <a:gd name="connsiteY3" fmla="*/ 6392581 h 6387957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</a:cxnLst>
                <a:rect l="l" t="t" r="r" b="b"/>
                <a:pathLst>
                  <a:path w="100173" h="6387957">
                    <a:moveTo>
                      <a:pt x="0" y="6392581"/>
                    </a:moveTo>
                    <a:cubicBezTo>
                      <a:pt x="0" y="4261978"/>
                      <a:pt x="0" y="2132145"/>
                      <a:pt x="0" y="0"/>
                    </a:cubicBezTo>
                    <a:cubicBezTo>
                      <a:pt x="34675" y="0"/>
                      <a:pt x="67809" y="0"/>
                      <a:pt x="103255" y="0"/>
                    </a:cubicBezTo>
                    <a:cubicBezTo>
                      <a:pt x="103255" y="2130603"/>
                      <a:pt x="103255" y="4259666"/>
                      <a:pt x="103255" y="6392581"/>
                    </a:cubicBezTo>
                  </a:path>
                </a:pathLst>
              </a:custGeom>
              <a:solidFill>
                <a:schemeClr val="accent3"/>
              </a:solidFill>
              <a:ln w="7704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US" dirty="0">
                  <a:latin typeface="Times New Roman" panose="02020603050405020304" pitchFamily="18" charset="0"/>
                  <a:cs typeface="Times New Roman" pitchFamily="18" charset="0"/>
                </a:endParaRPr>
              </a:p>
            </p:txBody>
          </p:sp>
        </p:grpSp>
        <p:sp>
          <p:nvSpPr>
            <p:cNvPr id="76" name="Rectangle 75">
              <a:extLst>
                <a:ext uri="{FF2B5EF4-FFF2-40B4-BE49-F238E27FC236}">
                  <a16:creationId xmlns:a16="http://schemas.microsoft.com/office/drawing/2014/main" id="{621D202A-5DDC-4586-837E-E89610285CC9}"/>
                </a:ext>
              </a:extLst>
            </p:cNvPr>
            <p:cNvSpPr/>
            <p:nvPr/>
          </p:nvSpPr>
          <p:spPr>
            <a:xfrm>
              <a:off x="0" y="-699"/>
              <a:ext cx="12191999" cy="646331"/>
            </a:xfrm>
            <a:prstGeom prst="rect">
              <a:avLst/>
            </a:prstGeom>
            <a:solidFill>
              <a:schemeClr val="bg1"/>
            </a:solidFill>
            <a:effectLst>
              <a:outerShdw blurRad="50800" dist="38100" dir="2700000" algn="tl" rotWithShape="0">
                <a:prstClr val="black">
                  <a:alpha val="40000"/>
                </a:prstClr>
              </a:outerShdw>
            </a:effectLst>
          </p:spPr>
          <p:txBody>
            <a:bodyPr wrap="square">
              <a:spAutoFit/>
            </a:bodyPr>
            <a:lstStyle/>
            <a:p>
              <a:pPr algn="ctr"/>
              <a:endParaRPr lang="ko-KR" altLang="en-US" sz="3600" dirty="0">
                <a:solidFill>
                  <a:srgbClr val="000099"/>
                </a:solidFill>
                <a:latin typeface="Times New Roman" panose="02020603050405020304" pitchFamily="18" charset="0"/>
                <a:cs typeface="Times New Roman" pitchFamily="18" charset="0"/>
              </a:endParaRPr>
            </a:p>
          </p:txBody>
        </p:sp>
        <p:pic>
          <p:nvPicPr>
            <p:cNvPr id="77" name="Picture 76">
              <a:extLst>
                <a:ext uri="{FF2B5EF4-FFF2-40B4-BE49-F238E27FC236}">
                  <a16:creationId xmlns:a16="http://schemas.microsoft.com/office/drawing/2014/main" id="{C10207E4-A41E-4E56-9165-4F7135FB076B}"/>
                </a:ext>
              </a:extLst>
            </p:cNvPr>
            <p:cNvPicPr>
              <a:picLocks noChangeAspect="1"/>
            </p:cNvPicPr>
            <p:nvPr/>
          </p:nvPicPr>
          <p:blipFill>
            <a:blip r:embed="rId2" cstate="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29587" y="34941"/>
              <a:ext cx="1343005" cy="575049"/>
            </a:xfrm>
            <a:prstGeom prst="rect">
              <a:avLst/>
            </a:prstGeom>
          </p:spPr>
        </p:pic>
        <p:sp>
          <p:nvSpPr>
            <p:cNvPr id="78" name="TextBox 77">
              <a:extLst>
                <a:ext uri="{FF2B5EF4-FFF2-40B4-BE49-F238E27FC236}">
                  <a16:creationId xmlns:a16="http://schemas.microsoft.com/office/drawing/2014/main" id="{8C098857-E541-4069-B9EA-AF75614C0ABE}"/>
                </a:ext>
              </a:extLst>
            </p:cNvPr>
            <p:cNvSpPr txBox="1"/>
            <p:nvPr/>
          </p:nvSpPr>
          <p:spPr>
            <a:xfrm>
              <a:off x="3258798" y="84039"/>
              <a:ext cx="5674404" cy="548099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>
                <a:lnSpc>
                  <a:spcPct val="115000"/>
                </a:lnSpc>
                <a:spcAft>
                  <a:spcPts val="800"/>
                </a:spcAft>
              </a:pPr>
              <a:endParaRPr lang="en-US" sz="2800" b="1" kern="100" dirty="0"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endParaRPr>
            </a:p>
          </p:txBody>
        </p:sp>
      </p:grpSp>
      <p:sp>
        <p:nvSpPr>
          <p:cNvPr id="80" name="TextBox 79">
            <a:extLst>
              <a:ext uri="{FF2B5EF4-FFF2-40B4-BE49-F238E27FC236}">
                <a16:creationId xmlns:a16="http://schemas.microsoft.com/office/drawing/2014/main" id="{B1730EA9-5D31-6A27-C885-DB4534FC3D18}"/>
              </a:ext>
            </a:extLst>
          </p:cNvPr>
          <p:cNvSpPr txBox="1"/>
          <p:nvPr/>
        </p:nvSpPr>
        <p:spPr>
          <a:xfrm>
            <a:off x="3966304" y="29163"/>
            <a:ext cx="3676391" cy="584775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3200" b="1"/>
            </a:pPr>
            <a:r>
              <a:rPr lang="en-US" sz="3200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Predictive Analytics</a:t>
            </a:r>
            <a:endParaRPr sz="3200" dirty="0">
              <a:solidFill>
                <a:srgbClr val="FF0000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84" name="TextBox 83">
            <a:extLst>
              <a:ext uri="{FF2B5EF4-FFF2-40B4-BE49-F238E27FC236}">
                <a16:creationId xmlns:a16="http://schemas.microsoft.com/office/drawing/2014/main" id="{408476DB-E44E-0560-3000-4558B71E817D}"/>
              </a:ext>
            </a:extLst>
          </p:cNvPr>
          <p:cNvSpPr txBox="1"/>
          <p:nvPr/>
        </p:nvSpPr>
        <p:spPr>
          <a:xfrm>
            <a:off x="5630392" y="1469409"/>
            <a:ext cx="6368529" cy="338554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buNone/>
            </a:pPr>
            <a:r>
              <a:rPr lang="en-US" sz="2000" b="1" dirty="0"/>
              <a:t>Deposit Amount Is NOT Driven Only by Accounts or Offices</a:t>
            </a:r>
          </a:p>
          <a:p>
            <a:pPr>
              <a:buNone/>
            </a:pPr>
            <a:r>
              <a:rPr lang="en-US" sz="2000" dirty="0"/>
              <a:t>Our machine learning exploration showed surprising factors:</a:t>
            </a:r>
          </a:p>
          <a:p>
            <a:pPr>
              <a:buNone/>
            </a:pPr>
            <a:r>
              <a:rPr lang="en-US" sz="2000" dirty="0"/>
              <a:t>🏆 </a:t>
            </a:r>
            <a:r>
              <a:rPr lang="en-US" sz="2000" b="1" dirty="0"/>
              <a:t>Top Predictors for Deposit Amount:</a:t>
            </a:r>
            <a:endParaRPr lang="en-US" sz="2000" dirty="0"/>
          </a:p>
          <a:p>
            <a:pPr>
              <a:buFont typeface="+mj-lt"/>
              <a:buAutoNum type="arabicPeriod"/>
            </a:pPr>
            <a:r>
              <a:rPr lang="en-US" sz="2000" b="1" dirty="0"/>
              <a:t>Number of Accounts</a:t>
            </a:r>
            <a:r>
              <a:rPr lang="en-US" sz="2000" dirty="0"/>
              <a:t> (expected)</a:t>
            </a:r>
          </a:p>
          <a:p>
            <a:pPr>
              <a:buFont typeface="+mj-lt"/>
              <a:buAutoNum type="arabicPeriod"/>
            </a:pPr>
            <a:r>
              <a:rPr lang="en-US" sz="2000" b="1" dirty="0"/>
              <a:t>Population Group</a:t>
            </a:r>
            <a:r>
              <a:rPr lang="en-US" sz="2000" dirty="0"/>
              <a:t> (surprisingly strong)</a:t>
            </a:r>
          </a:p>
          <a:p>
            <a:pPr>
              <a:buFont typeface="+mj-lt"/>
              <a:buAutoNum type="arabicPeriod"/>
            </a:pPr>
            <a:r>
              <a:rPr lang="en-US" sz="2000" b="1" dirty="0"/>
              <a:t>Region Type</a:t>
            </a:r>
            <a:endParaRPr lang="en-US" sz="2000" dirty="0"/>
          </a:p>
          <a:p>
            <a:pPr>
              <a:buFont typeface="+mj-lt"/>
              <a:buAutoNum type="arabicPeriod"/>
            </a:pPr>
            <a:r>
              <a:rPr lang="en-US" sz="2000" b="1" dirty="0"/>
              <a:t>State-Level Banking Penetration</a:t>
            </a:r>
            <a:endParaRPr lang="en-US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algn="just"/>
            <a:endParaRPr lang="en-US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algn="just"/>
            <a:r>
              <a:rPr lang="en-US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Insight: 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Population group and region type were more predictive than simply number of offices or raw account count.</a:t>
            </a:r>
          </a:p>
        </p:txBody>
      </p:sp>
      <p:sp>
        <p:nvSpPr>
          <p:cNvPr id="87" name="TextBox 86">
            <a:extLst>
              <a:ext uri="{FF2B5EF4-FFF2-40B4-BE49-F238E27FC236}">
                <a16:creationId xmlns:a16="http://schemas.microsoft.com/office/drawing/2014/main" id="{CFF96D8E-1472-B6B7-9135-B6DB40BAD35E}"/>
              </a:ext>
            </a:extLst>
          </p:cNvPr>
          <p:cNvSpPr txBox="1"/>
          <p:nvPr/>
        </p:nvSpPr>
        <p:spPr>
          <a:xfrm>
            <a:off x="452498" y="5686616"/>
            <a:ext cx="11287005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en-US" dirty="0">
                <a:solidFill>
                  <a:schemeClr val="accent1">
                    <a:lumMod val="75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This proves demographics and geography strongly influence banking behavior.</a:t>
            </a:r>
          </a:p>
        </p:txBody>
      </p:sp>
      <p:pic>
        <p:nvPicPr>
          <p:cNvPr id="81" name="Picture 80">
            <a:extLst>
              <a:ext uri="{FF2B5EF4-FFF2-40B4-BE49-F238E27FC236}">
                <a16:creationId xmlns:a16="http://schemas.microsoft.com/office/drawing/2014/main" id="{5993F377-3505-28E1-7B1A-0DA54F4B5A81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75483" y="894872"/>
            <a:ext cx="5384783" cy="454250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745382565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79" name="Group 78">
            <a:extLst>
              <a:ext uri="{FF2B5EF4-FFF2-40B4-BE49-F238E27FC236}">
                <a16:creationId xmlns:a16="http://schemas.microsoft.com/office/drawing/2014/main" id="{8AB83803-82FF-4FDF-A9E4-FA57E548D4DF}"/>
              </a:ext>
            </a:extLst>
          </p:cNvPr>
          <p:cNvGrpSpPr/>
          <p:nvPr/>
        </p:nvGrpSpPr>
        <p:grpSpPr>
          <a:xfrm>
            <a:off x="0" y="-699"/>
            <a:ext cx="12196232" cy="6859933"/>
            <a:chOff x="0" y="-699"/>
            <a:chExt cx="12196232" cy="6859933"/>
          </a:xfrm>
        </p:grpSpPr>
        <p:grpSp>
          <p:nvGrpSpPr>
            <p:cNvPr id="2" name="Group 1">
              <a:extLst>
                <a:ext uri="{FF2B5EF4-FFF2-40B4-BE49-F238E27FC236}">
                  <a16:creationId xmlns:a16="http://schemas.microsoft.com/office/drawing/2014/main" id="{4F7233E0-8B4C-403F-B4DC-1EAABD525929}"/>
                </a:ext>
              </a:extLst>
            </p:cNvPr>
            <p:cNvGrpSpPr/>
            <p:nvPr/>
          </p:nvGrpSpPr>
          <p:grpSpPr>
            <a:xfrm>
              <a:off x="4232" y="6382984"/>
              <a:ext cx="12192000" cy="476250"/>
              <a:chOff x="0" y="6381750"/>
              <a:chExt cx="12192000" cy="476250"/>
            </a:xfrm>
            <a:solidFill>
              <a:srgbClr val="C00000"/>
            </a:solidFill>
          </p:grpSpPr>
          <p:sp>
            <p:nvSpPr>
              <p:cNvPr id="3" name="Rectangle 2">
                <a:extLst>
                  <a:ext uri="{FF2B5EF4-FFF2-40B4-BE49-F238E27FC236}">
                    <a16:creationId xmlns:a16="http://schemas.microsoft.com/office/drawing/2014/main" id="{C3EDFE22-777C-4E40-82E4-FD5DB11D8B63}"/>
                  </a:ext>
                </a:extLst>
              </p:cNvPr>
              <p:cNvSpPr/>
              <p:nvPr/>
            </p:nvSpPr>
            <p:spPr>
              <a:xfrm>
                <a:off x="0" y="6381750"/>
                <a:ext cx="12192000" cy="476250"/>
              </a:xfrm>
              <a:prstGeom prst="rect">
                <a:avLst/>
              </a:prstGeom>
              <a:grpFill/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 dirty="0">
                  <a:solidFill>
                    <a:srgbClr val="C00000"/>
                  </a:solidFill>
                  <a:latin typeface="Times New Roman" panose="02020603050405020304" pitchFamily="18" charset="0"/>
                  <a:cs typeface="Times New Roman" pitchFamily="18" charset="0"/>
                </a:endParaRPr>
              </a:p>
            </p:txBody>
          </p:sp>
          <p:grpSp>
            <p:nvGrpSpPr>
              <p:cNvPr id="4" name="Group 3">
                <a:extLst>
                  <a:ext uri="{FF2B5EF4-FFF2-40B4-BE49-F238E27FC236}">
                    <a16:creationId xmlns:a16="http://schemas.microsoft.com/office/drawing/2014/main" id="{314080B3-0E2C-457A-A722-47CA48E69C19}"/>
                  </a:ext>
                </a:extLst>
              </p:cNvPr>
              <p:cNvGrpSpPr/>
              <p:nvPr/>
            </p:nvGrpSpPr>
            <p:grpSpPr>
              <a:xfrm>
                <a:off x="160089" y="6467143"/>
                <a:ext cx="4087748" cy="273466"/>
                <a:chOff x="4366684" y="2926127"/>
                <a:chExt cx="3278335" cy="2571063"/>
              </a:xfrm>
              <a:grpFill/>
            </p:grpSpPr>
            <p:sp>
              <p:nvSpPr>
                <p:cNvPr id="5" name="Freeform: Shape 4">
                  <a:extLst>
                    <a:ext uri="{FF2B5EF4-FFF2-40B4-BE49-F238E27FC236}">
                      <a16:creationId xmlns:a16="http://schemas.microsoft.com/office/drawing/2014/main" id="{375F0EE2-DB06-4E1C-9F66-EAACEFA99A97}"/>
                    </a:ext>
                  </a:extLst>
                </p:cNvPr>
                <p:cNvSpPr/>
                <p:nvPr/>
              </p:nvSpPr>
              <p:spPr>
                <a:xfrm>
                  <a:off x="4744501" y="2926994"/>
                  <a:ext cx="72212" cy="2394576"/>
                </a:xfrm>
                <a:custGeom>
                  <a:avLst/>
                  <a:gdLst>
                    <a:gd name="connsiteX0" fmla="*/ 0 w 192640"/>
                    <a:gd name="connsiteY0" fmla="*/ 6393351 h 6387957"/>
                    <a:gd name="connsiteX1" fmla="*/ 0 w 192640"/>
                    <a:gd name="connsiteY1" fmla="*/ 0 h 6387957"/>
                    <a:gd name="connsiteX2" fmla="*/ 198034 w 192640"/>
                    <a:gd name="connsiteY2" fmla="*/ 0 h 6387957"/>
                    <a:gd name="connsiteX3" fmla="*/ 198034 w 192640"/>
                    <a:gd name="connsiteY3" fmla="*/ 6393351 h 6387957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</a:cxnLst>
                  <a:rect l="l" t="t" r="r" b="b"/>
                  <a:pathLst>
                    <a:path w="192640" h="6387957">
                      <a:moveTo>
                        <a:pt x="0" y="6393351"/>
                      </a:moveTo>
                      <a:cubicBezTo>
                        <a:pt x="0" y="4261207"/>
                        <a:pt x="0" y="2132145"/>
                        <a:pt x="0" y="0"/>
                      </a:cubicBezTo>
                      <a:cubicBezTo>
                        <a:pt x="67039" y="0"/>
                        <a:pt x="131766" y="0"/>
                        <a:pt x="198034" y="0"/>
                      </a:cubicBezTo>
                      <a:cubicBezTo>
                        <a:pt x="198034" y="2132145"/>
                        <a:pt x="198034" y="4261207"/>
                        <a:pt x="198034" y="6393351"/>
                      </a:cubicBezTo>
                    </a:path>
                  </a:pathLst>
                </a:custGeom>
                <a:grpFill/>
                <a:ln w="7704" cap="flat">
                  <a:noFill/>
                  <a:prstDash val="solid"/>
                  <a:miter/>
                </a:ln>
              </p:spPr>
              <p:txBody>
                <a:bodyPr rtlCol="0" anchor="ctr"/>
                <a:lstStyle/>
                <a:p>
                  <a:endParaRPr lang="en-US" dirty="0">
                    <a:solidFill>
                      <a:srgbClr val="C00000"/>
                    </a:solidFill>
                    <a:latin typeface="Times New Roman" panose="02020603050405020304" pitchFamily="18" charset="0"/>
                    <a:cs typeface="Times New Roman" pitchFamily="18" charset="0"/>
                  </a:endParaRPr>
                </a:p>
              </p:txBody>
            </p:sp>
            <p:sp>
              <p:nvSpPr>
                <p:cNvPr id="6" name="Freeform: Shape 5">
                  <a:extLst>
                    <a:ext uri="{FF2B5EF4-FFF2-40B4-BE49-F238E27FC236}">
                      <a16:creationId xmlns:a16="http://schemas.microsoft.com/office/drawing/2014/main" id="{175E547C-4DF2-4010-A85D-7C2F6E73C80D}"/>
                    </a:ext>
                  </a:extLst>
                </p:cNvPr>
                <p:cNvSpPr/>
                <p:nvPr/>
              </p:nvSpPr>
              <p:spPr>
                <a:xfrm>
                  <a:off x="4676621" y="2926994"/>
                  <a:ext cx="37550" cy="2394576"/>
                </a:xfrm>
                <a:custGeom>
                  <a:avLst/>
                  <a:gdLst>
                    <a:gd name="connsiteX0" fmla="*/ 0 w 100173"/>
                    <a:gd name="connsiteY0" fmla="*/ 6392581 h 6387957"/>
                    <a:gd name="connsiteX1" fmla="*/ 0 w 100173"/>
                    <a:gd name="connsiteY1" fmla="*/ 0 h 6387957"/>
                    <a:gd name="connsiteX2" fmla="*/ 103255 w 100173"/>
                    <a:gd name="connsiteY2" fmla="*/ 0 h 6387957"/>
                    <a:gd name="connsiteX3" fmla="*/ 103255 w 100173"/>
                    <a:gd name="connsiteY3" fmla="*/ 6392581 h 6387957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</a:cxnLst>
                  <a:rect l="l" t="t" r="r" b="b"/>
                  <a:pathLst>
                    <a:path w="100173" h="6387957">
                      <a:moveTo>
                        <a:pt x="0" y="6392581"/>
                      </a:moveTo>
                      <a:cubicBezTo>
                        <a:pt x="0" y="4261207"/>
                        <a:pt x="0" y="2131374"/>
                        <a:pt x="0" y="0"/>
                      </a:cubicBezTo>
                      <a:cubicBezTo>
                        <a:pt x="34675" y="0"/>
                        <a:pt x="67809" y="0"/>
                        <a:pt x="103255" y="0"/>
                      </a:cubicBezTo>
                      <a:cubicBezTo>
                        <a:pt x="103255" y="2130603"/>
                        <a:pt x="103255" y="4260437"/>
                        <a:pt x="103255" y="6392581"/>
                      </a:cubicBezTo>
                    </a:path>
                  </a:pathLst>
                </a:custGeom>
                <a:grpFill/>
                <a:ln w="7704" cap="flat">
                  <a:noFill/>
                  <a:prstDash val="solid"/>
                  <a:miter/>
                </a:ln>
              </p:spPr>
              <p:txBody>
                <a:bodyPr rtlCol="0" anchor="ctr"/>
                <a:lstStyle/>
                <a:p>
                  <a:endParaRPr lang="en-US" dirty="0">
                    <a:solidFill>
                      <a:srgbClr val="C00000"/>
                    </a:solidFill>
                    <a:latin typeface="Times New Roman" panose="02020603050405020304" pitchFamily="18" charset="0"/>
                    <a:cs typeface="Times New Roman" pitchFamily="18" charset="0"/>
                  </a:endParaRPr>
                </a:p>
              </p:txBody>
            </p:sp>
            <p:sp>
              <p:nvSpPr>
                <p:cNvPr id="7" name="Freeform: Shape 6">
                  <a:extLst>
                    <a:ext uri="{FF2B5EF4-FFF2-40B4-BE49-F238E27FC236}">
                      <a16:creationId xmlns:a16="http://schemas.microsoft.com/office/drawing/2014/main" id="{3F8BF4F1-A2B9-4C23-BC26-20CA699DD57A}"/>
                    </a:ext>
                  </a:extLst>
                </p:cNvPr>
                <p:cNvSpPr/>
                <p:nvPr/>
              </p:nvSpPr>
              <p:spPr>
                <a:xfrm>
                  <a:off x="5706626" y="2927282"/>
                  <a:ext cx="109764" cy="2394576"/>
                </a:xfrm>
                <a:custGeom>
                  <a:avLst/>
                  <a:gdLst>
                    <a:gd name="connsiteX0" fmla="*/ 0 w 292813"/>
                    <a:gd name="connsiteY0" fmla="*/ 6392581 h 6387957"/>
                    <a:gd name="connsiteX1" fmla="*/ 0 w 292813"/>
                    <a:gd name="connsiteY1" fmla="*/ 0 h 6387957"/>
                    <a:gd name="connsiteX2" fmla="*/ 295125 w 292813"/>
                    <a:gd name="connsiteY2" fmla="*/ 0 h 6387957"/>
                    <a:gd name="connsiteX3" fmla="*/ 295125 w 292813"/>
                    <a:gd name="connsiteY3" fmla="*/ 6392581 h 6387957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</a:cxnLst>
                  <a:rect l="l" t="t" r="r" b="b"/>
                  <a:pathLst>
                    <a:path w="292813" h="6387957">
                      <a:moveTo>
                        <a:pt x="0" y="6392581"/>
                      </a:moveTo>
                      <a:cubicBezTo>
                        <a:pt x="0" y="4261978"/>
                        <a:pt x="0" y="2132145"/>
                        <a:pt x="0" y="0"/>
                      </a:cubicBezTo>
                      <a:cubicBezTo>
                        <a:pt x="97091" y="0"/>
                        <a:pt x="194952" y="0"/>
                        <a:pt x="295125" y="0"/>
                      </a:cubicBezTo>
                      <a:cubicBezTo>
                        <a:pt x="295125" y="2130603"/>
                        <a:pt x="295125" y="4259666"/>
                        <a:pt x="295125" y="6392581"/>
                      </a:cubicBezTo>
                    </a:path>
                  </a:pathLst>
                </a:custGeom>
                <a:grpFill/>
                <a:ln w="7704" cap="flat">
                  <a:noFill/>
                  <a:prstDash val="solid"/>
                  <a:miter/>
                </a:ln>
              </p:spPr>
              <p:txBody>
                <a:bodyPr rtlCol="0" anchor="ctr"/>
                <a:lstStyle/>
                <a:p>
                  <a:endParaRPr lang="en-US" dirty="0">
                    <a:solidFill>
                      <a:srgbClr val="C00000"/>
                    </a:solidFill>
                    <a:latin typeface="Times New Roman" panose="02020603050405020304" pitchFamily="18" charset="0"/>
                    <a:cs typeface="Times New Roman" pitchFamily="18" charset="0"/>
                  </a:endParaRPr>
                </a:p>
              </p:txBody>
            </p:sp>
            <p:sp>
              <p:nvSpPr>
                <p:cNvPr id="8" name="Freeform: Shape 7">
                  <a:extLst>
                    <a:ext uri="{FF2B5EF4-FFF2-40B4-BE49-F238E27FC236}">
                      <a16:creationId xmlns:a16="http://schemas.microsoft.com/office/drawing/2014/main" id="{1BB7A337-F067-4346-AD27-97742504B3F6}"/>
                    </a:ext>
                  </a:extLst>
                </p:cNvPr>
                <p:cNvSpPr/>
                <p:nvPr/>
              </p:nvSpPr>
              <p:spPr>
                <a:xfrm>
                  <a:off x="5022376" y="2926994"/>
                  <a:ext cx="75101" cy="2394576"/>
                </a:xfrm>
                <a:custGeom>
                  <a:avLst/>
                  <a:gdLst>
                    <a:gd name="connsiteX0" fmla="*/ 0 w 200346"/>
                    <a:gd name="connsiteY0" fmla="*/ 6392581 h 6387957"/>
                    <a:gd name="connsiteX1" fmla="*/ 0 w 200346"/>
                    <a:gd name="connsiteY1" fmla="*/ 0 h 6387957"/>
                    <a:gd name="connsiteX2" fmla="*/ 201117 w 200346"/>
                    <a:gd name="connsiteY2" fmla="*/ 0 h 6387957"/>
                    <a:gd name="connsiteX3" fmla="*/ 201117 w 200346"/>
                    <a:gd name="connsiteY3" fmla="*/ 6392581 h 6387957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</a:cxnLst>
                  <a:rect l="l" t="t" r="r" b="b"/>
                  <a:pathLst>
                    <a:path w="200346" h="6387957">
                      <a:moveTo>
                        <a:pt x="0" y="6392581"/>
                      </a:moveTo>
                      <a:cubicBezTo>
                        <a:pt x="0" y="4261207"/>
                        <a:pt x="0" y="2132145"/>
                        <a:pt x="0" y="0"/>
                      </a:cubicBezTo>
                      <a:cubicBezTo>
                        <a:pt x="67039" y="0"/>
                        <a:pt x="133307" y="0"/>
                        <a:pt x="201117" y="0"/>
                      </a:cubicBezTo>
                      <a:cubicBezTo>
                        <a:pt x="201117" y="2131374"/>
                        <a:pt x="201117" y="4260437"/>
                        <a:pt x="201117" y="6392581"/>
                      </a:cubicBezTo>
                    </a:path>
                  </a:pathLst>
                </a:custGeom>
                <a:grpFill/>
                <a:ln w="7704" cap="flat">
                  <a:noFill/>
                  <a:prstDash val="solid"/>
                  <a:miter/>
                </a:ln>
              </p:spPr>
              <p:txBody>
                <a:bodyPr rtlCol="0" anchor="ctr"/>
                <a:lstStyle/>
                <a:p>
                  <a:endParaRPr lang="en-US" dirty="0">
                    <a:solidFill>
                      <a:srgbClr val="C00000"/>
                    </a:solidFill>
                    <a:latin typeface="Times New Roman" panose="02020603050405020304" pitchFamily="18" charset="0"/>
                    <a:cs typeface="Times New Roman" pitchFamily="18" charset="0"/>
                  </a:endParaRPr>
                </a:p>
              </p:txBody>
            </p:sp>
            <p:sp>
              <p:nvSpPr>
                <p:cNvPr id="9" name="Freeform: Shape 8">
                  <a:extLst>
                    <a:ext uri="{FF2B5EF4-FFF2-40B4-BE49-F238E27FC236}">
                      <a16:creationId xmlns:a16="http://schemas.microsoft.com/office/drawing/2014/main" id="{8E795506-C19E-4D33-8ECE-0DF520B3AEFE}"/>
                    </a:ext>
                  </a:extLst>
                </p:cNvPr>
                <p:cNvSpPr/>
                <p:nvPr/>
              </p:nvSpPr>
              <p:spPr>
                <a:xfrm>
                  <a:off x="4877829" y="2926994"/>
                  <a:ext cx="72212" cy="2394576"/>
                </a:xfrm>
                <a:custGeom>
                  <a:avLst/>
                  <a:gdLst>
                    <a:gd name="connsiteX0" fmla="*/ 0 w 192640"/>
                    <a:gd name="connsiteY0" fmla="*/ 6392581 h 6387957"/>
                    <a:gd name="connsiteX1" fmla="*/ 0 w 192640"/>
                    <a:gd name="connsiteY1" fmla="*/ 0 h 6387957"/>
                    <a:gd name="connsiteX2" fmla="*/ 198805 w 192640"/>
                    <a:gd name="connsiteY2" fmla="*/ 0 h 6387957"/>
                    <a:gd name="connsiteX3" fmla="*/ 198805 w 192640"/>
                    <a:gd name="connsiteY3" fmla="*/ 6392581 h 6387957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</a:cxnLst>
                  <a:rect l="l" t="t" r="r" b="b"/>
                  <a:pathLst>
                    <a:path w="192640" h="6387957">
                      <a:moveTo>
                        <a:pt x="0" y="6392581"/>
                      </a:moveTo>
                      <a:cubicBezTo>
                        <a:pt x="0" y="4261207"/>
                        <a:pt x="0" y="2131374"/>
                        <a:pt x="0" y="0"/>
                      </a:cubicBezTo>
                      <a:cubicBezTo>
                        <a:pt x="67039" y="0"/>
                        <a:pt x="131766" y="0"/>
                        <a:pt x="198805" y="0"/>
                      </a:cubicBezTo>
                      <a:cubicBezTo>
                        <a:pt x="198805" y="2130603"/>
                        <a:pt x="198805" y="4260437"/>
                        <a:pt x="198805" y="6392581"/>
                      </a:cubicBezTo>
                    </a:path>
                  </a:pathLst>
                </a:custGeom>
                <a:grpFill/>
                <a:ln w="7704" cap="flat">
                  <a:noFill/>
                  <a:prstDash val="solid"/>
                  <a:miter/>
                </a:ln>
              </p:spPr>
              <p:txBody>
                <a:bodyPr rtlCol="0" anchor="ctr"/>
                <a:lstStyle/>
                <a:p>
                  <a:endParaRPr lang="en-US" dirty="0">
                    <a:solidFill>
                      <a:srgbClr val="C00000"/>
                    </a:solidFill>
                    <a:latin typeface="Times New Roman" panose="02020603050405020304" pitchFamily="18" charset="0"/>
                    <a:cs typeface="Times New Roman" pitchFamily="18" charset="0"/>
                  </a:endParaRPr>
                </a:p>
              </p:txBody>
            </p:sp>
            <p:sp>
              <p:nvSpPr>
                <p:cNvPr id="10" name="Freeform: Shape 9">
                  <a:extLst>
                    <a:ext uri="{FF2B5EF4-FFF2-40B4-BE49-F238E27FC236}">
                      <a16:creationId xmlns:a16="http://schemas.microsoft.com/office/drawing/2014/main" id="{3735ADE9-DFBC-40FF-A853-DDEAE403ED0E}"/>
                    </a:ext>
                  </a:extLst>
                </p:cNvPr>
                <p:cNvSpPr/>
                <p:nvPr/>
              </p:nvSpPr>
              <p:spPr>
                <a:xfrm>
                  <a:off x="4559765" y="2926994"/>
                  <a:ext cx="72212" cy="2394576"/>
                </a:xfrm>
                <a:custGeom>
                  <a:avLst/>
                  <a:gdLst>
                    <a:gd name="connsiteX0" fmla="*/ 0 w 192640"/>
                    <a:gd name="connsiteY0" fmla="*/ 6393351 h 6387957"/>
                    <a:gd name="connsiteX1" fmla="*/ 0 w 192640"/>
                    <a:gd name="connsiteY1" fmla="*/ 0 h 6387957"/>
                    <a:gd name="connsiteX2" fmla="*/ 198034 w 192640"/>
                    <a:gd name="connsiteY2" fmla="*/ 0 h 6387957"/>
                    <a:gd name="connsiteX3" fmla="*/ 198034 w 192640"/>
                    <a:gd name="connsiteY3" fmla="*/ 6393351 h 6387957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</a:cxnLst>
                  <a:rect l="l" t="t" r="r" b="b"/>
                  <a:pathLst>
                    <a:path w="192640" h="6387957">
                      <a:moveTo>
                        <a:pt x="0" y="6393351"/>
                      </a:moveTo>
                      <a:cubicBezTo>
                        <a:pt x="0" y="4261207"/>
                        <a:pt x="0" y="2132145"/>
                        <a:pt x="0" y="0"/>
                      </a:cubicBezTo>
                      <a:cubicBezTo>
                        <a:pt x="67039" y="0"/>
                        <a:pt x="131766" y="0"/>
                        <a:pt x="198034" y="0"/>
                      </a:cubicBezTo>
                      <a:cubicBezTo>
                        <a:pt x="198034" y="2132145"/>
                        <a:pt x="198034" y="4261207"/>
                        <a:pt x="198034" y="6393351"/>
                      </a:cubicBezTo>
                    </a:path>
                  </a:pathLst>
                </a:custGeom>
                <a:grpFill/>
                <a:ln w="7704" cap="flat">
                  <a:noFill/>
                  <a:prstDash val="solid"/>
                  <a:miter/>
                </a:ln>
              </p:spPr>
              <p:txBody>
                <a:bodyPr rtlCol="0" anchor="ctr"/>
                <a:lstStyle/>
                <a:p>
                  <a:endParaRPr lang="en-US" dirty="0">
                    <a:solidFill>
                      <a:srgbClr val="C00000"/>
                    </a:solidFill>
                    <a:latin typeface="Times New Roman" panose="02020603050405020304" pitchFamily="18" charset="0"/>
                    <a:cs typeface="Times New Roman" pitchFamily="18" charset="0"/>
                  </a:endParaRPr>
                </a:p>
              </p:txBody>
            </p:sp>
            <p:sp>
              <p:nvSpPr>
                <p:cNvPr id="11" name="Freeform: Shape 10">
                  <a:extLst>
                    <a:ext uri="{FF2B5EF4-FFF2-40B4-BE49-F238E27FC236}">
                      <a16:creationId xmlns:a16="http://schemas.microsoft.com/office/drawing/2014/main" id="{45B816DB-E16D-434D-9DDC-1E4BB22E411A}"/>
                    </a:ext>
                  </a:extLst>
                </p:cNvPr>
                <p:cNvSpPr/>
                <p:nvPr/>
              </p:nvSpPr>
              <p:spPr>
                <a:xfrm>
                  <a:off x="4433987" y="2926705"/>
                  <a:ext cx="37550" cy="2567886"/>
                </a:xfrm>
                <a:custGeom>
                  <a:avLst/>
                  <a:gdLst>
                    <a:gd name="connsiteX0" fmla="*/ 0 w 100173"/>
                    <a:gd name="connsiteY0" fmla="*/ 6854918 h 6850294"/>
                    <a:gd name="connsiteX1" fmla="*/ 0 w 100173"/>
                    <a:gd name="connsiteY1" fmla="*/ 0 h 6850294"/>
                    <a:gd name="connsiteX2" fmla="*/ 103255 w 100173"/>
                    <a:gd name="connsiteY2" fmla="*/ 0 h 6850294"/>
                    <a:gd name="connsiteX3" fmla="*/ 103255 w 100173"/>
                    <a:gd name="connsiteY3" fmla="*/ 6854918 h 6850294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</a:cxnLst>
                  <a:rect l="l" t="t" r="r" b="b"/>
                  <a:pathLst>
                    <a:path w="100173" h="6850294">
                      <a:moveTo>
                        <a:pt x="0" y="6854918"/>
                      </a:moveTo>
                      <a:cubicBezTo>
                        <a:pt x="0" y="4570202"/>
                        <a:pt x="0" y="2286257"/>
                        <a:pt x="0" y="0"/>
                      </a:cubicBezTo>
                      <a:cubicBezTo>
                        <a:pt x="34675" y="0"/>
                        <a:pt x="67809" y="0"/>
                        <a:pt x="103255" y="0"/>
                      </a:cubicBezTo>
                      <a:cubicBezTo>
                        <a:pt x="103255" y="2284716"/>
                        <a:pt x="103255" y="4567891"/>
                        <a:pt x="103255" y="6854918"/>
                      </a:cubicBezTo>
                    </a:path>
                  </a:pathLst>
                </a:custGeom>
                <a:grpFill/>
                <a:ln w="7704" cap="flat">
                  <a:noFill/>
                  <a:prstDash val="solid"/>
                  <a:miter/>
                </a:ln>
              </p:spPr>
              <p:txBody>
                <a:bodyPr rtlCol="0" anchor="ctr"/>
                <a:lstStyle/>
                <a:p>
                  <a:endParaRPr lang="en-US" dirty="0">
                    <a:solidFill>
                      <a:srgbClr val="C00000"/>
                    </a:solidFill>
                    <a:latin typeface="Times New Roman" panose="02020603050405020304" pitchFamily="18" charset="0"/>
                    <a:cs typeface="Times New Roman" pitchFamily="18" charset="0"/>
                  </a:endParaRPr>
                </a:p>
              </p:txBody>
            </p:sp>
            <p:sp>
              <p:nvSpPr>
                <p:cNvPr id="12" name="Freeform: Shape 11">
                  <a:extLst>
                    <a:ext uri="{FF2B5EF4-FFF2-40B4-BE49-F238E27FC236}">
                      <a16:creationId xmlns:a16="http://schemas.microsoft.com/office/drawing/2014/main" id="{D5D6C9B3-F26D-4538-B939-0107B961839D}"/>
                    </a:ext>
                  </a:extLst>
                </p:cNvPr>
                <p:cNvSpPr/>
                <p:nvPr/>
              </p:nvSpPr>
              <p:spPr>
                <a:xfrm>
                  <a:off x="4366684" y="2927282"/>
                  <a:ext cx="37550" cy="2567886"/>
                </a:xfrm>
                <a:custGeom>
                  <a:avLst/>
                  <a:gdLst>
                    <a:gd name="connsiteX0" fmla="*/ 0 w 100173"/>
                    <a:gd name="connsiteY0" fmla="*/ 6854148 h 6850294"/>
                    <a:gd name="connsiteX1" fmla="*/ 0 w 100173"/>
                    <a:gd name="connsiteY1" fmla="*/ 0 h 6850294"/>
                    <a:gd name="connsiteX2" fmla="*/ 103255 w 100173"/>
                    <a:gd name="connsiteY2" fmla="*/ 0 h 6850294"/>
                    <a:gd name="connsiteX3" fmla="*/ 103255 w 100173"/>
                    <a:gd name="connsiteY3" fmla="*/ 6854918 h 6850294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</a:cxnLst>
                  <a:rect l="l" t="t" r="r" b="b"/>
                  <a:pathLst>
                    <a:path w="100173" h="6850294">
                      <a:moveTo>
                        <a:pt x="0" y="6854148"/>
                      </a:moveTo>
                      <a:cubicBezTo>
                        <a:pt x="0" y="4569432"/>
                        <a:pt x="0" y="2286257"/>
                        <a:pt x="0" y="0"/>
                      </a:cubicBezTo>
                      <a:cubicBezTo>
                        <a:pt x="33905" y="0"/>
                        <a:pt x="67809" y="0"/>
                        <a:pt x="103255" y="0"/>
                      </a:cubicBezTo>
                      <a:cubicBezTo>
                        <a:pt x="103255" y="2285486"/>
                        <a:pt x="103255" y="4568661"/>
                        <a:pt x="103255" y="6854918"/>
                      </a:cubicBezTo>
                    </a:path>
                  </a:pathLst>
                </a:custGeom>
                <a:grpFill/>
                <a:ln w="7704" cap="flat">
                  <a:noFill/>
                  <a:prstDash val="solid"/>
                  <a:miter/>
                </a:ln>
              </p:spPr>
              <p:txBody>
                <a:bodyPr rtlCol="0" anchor="ctr"/>
                <a:lstStyle/>
                <a:p>
                  <a:endParaRPr lang="en-US" dirty="0">
                    <a:solidFill>
                      <a:srgbClr val="C00000"/>
                    </a:solidFill>
                    <a:latin typeface="Times New Roman" panose="02020603050405020304" pitchFamily="18" charset="0"/>
                    <a:cs typeface="Times New Roman" pitchFamily="18" charset="0"/>
                  </a:endParaRPr>
                </a:p>
              </p:txBody>
            </p:sp>
            <p:sp>
              <p:nvSpPr>
                <p:cNvPr id="13" name="Freeform: Shape 12">
                  <a:extLst>
                    <a:ext uri="{FF2B5EF4-FFF2-40B4-BE49-F238E27FC236}">
                      <a16:creationId xmlns:a16="http://schemas.microsoft.com/office/drawing/2014/main" id="{EC07D1C9-009A-483F-95D8-AE22DC2CD8D8}"/>
                    </a:ext>
                  </a:extLst>
                </p:cNvPr>
                <p:cNvSpPr/>
                <p:nvPr/>
              </p:nvSpPr>
              <p:spPr>
                <a:xfrm>
                  <a:off x="5957386" y="2926705"/>
                  <a:ext cx="37550" cy="2567886"/>
                </a:xfrm>
                <a:custGeom>
                  <a:avLst/>
                  <a:gdLst>
                    <a:gd name="connsiteX0" fmla="*/ 0 w 100173"/>
                    <a:gd name="connsiteY0" fmla="*/ 6854918 h 6850294"/>
                    <a:gd name="connsiteX1" fmla="*/ 0 w 100173"/>
                    <a:gd name="connsiteY1" fmla="*/ 0 h 6850294"/>
                    <a:gd name="connsiteX2" fmla="*/ 103255 w 100173"/>
                    <a:gd name="connsiteY2" fmla="*/ 0 h 6850294"/>
                    <a:gd name="connsiteX3" fmla="*/ 103255 w 100173"/>
                    <a:gd name="connsiteY3" fmla="*/ 6854918 h 6850294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</a:cxnLst>
                  <a:rect l="l" t="t" r="r" b="b"/>
                  <a:pathLst>
                    <a:path w="100173" h="6850294">
                      <a:moveTo>
                        <a:pt x="0" y="6854918"/>
                      </a:moveTo>
                      <a:cubicBezTo>
                        <a:pt x="0" y="4570202"/>
                        <a:pt x="0" y="2286257"/>
                        <a:pt x="0" y="0"/>
                      </a:cubicBezTo>
                      <a:cubicBezTo>
                        <a:pt x="34675" y="0"/>
                        <a:pt x="67809" y="0"/>
                        <a:pt x="103255" y="0"/>
                      </a:cubicBezTo>
                      <a:cubicBezTo>
                        <a:pt x="103255" y="2283945"/>
                        <a:pt x="103255" y="4567891"/>
                        <a:pt x="103255" y="6854918"/>
                      </a:cubicBezTo>
                    </a:path>
                  </a:pathLst>
                </a:custGeom>
                <a:grpFill/>
                <a:ln w="7704" cap="flat">
                  <a:noFill/>
                  <a:prstDash val="solid"/>
                  <a:miter/>
                </a:ln>
              </p:spPr>
              <p:txBody>
                <a:bodyPr rtlCol="0" anchor="ctr"/>
                <a:lstStyle/>
                <a:p>
                  <a:endParaRPr lang="en-US" dirty="0">
                    <a:solidFill>
                      <a:srgbClr val="C00000"/>
                    </a:solidFill>
                    <a:latin typeface="Times New Roman" panose="02020603050405020304" pitchFamily="18" charset="0"/>
                    <a:cs typeface="Times New Roman" pitchFamily="18" charset="0"/>
                  </a:endParaRPr>
                </a:p>
              </p:txBody>
            </p:sp>
            <p:sp>
              <p:nvSpPr>
                <p:cNvPr id="14" name="Freeform: Shape 13">
                  <a:extLst>
                    <a:ext uri="{FF2B5EF4-FFF2-40B4-BE49-F238E27FC236}">
                      <a16:creationId xmlns:a16="http://schemas.microsoft.com/office/drawing/2014/main" id="{F54B353B-E09D-4957-842E-D8AD4D49A921}"/>
                    </a:ext>
                  </a:extLst>
                </p:cNvPr>
                <p:cNvSpPr/>
                <p:nvPr/>
              </p:nvSpPr>
              <p:spPr>
                <a:xfrm>
                  <a:off x="6024689" y="2926127"/>
                  <a:ext cx="37550" cy="2567886"/>
                </a:xfrm>
                <a:custGeom>
                  <a:avLst/>
                  <a:gdLst>
                    <a:gd name="connsiteX0" fmla="*/ 0 w 100173"/>
                    <a:gd name="connsiteY0" fmla="*/ 6857230 h 6850294"/>
                    <a:gd name="connsiteX1" fmla="*/ 0 w 100173"/>
                    <a:gd name="connsiteY1" fmla="*/ 0 h 6850294"/>
                    <a:gd name="connsiteX2" fmla="*/ 52398 w 100173"/>
                    <a:gd name="connsiteY2" fmla="*/ 0 h 6850294"/>
                    <a:gd name="connsiteX3" fmla="*/ 103255 w 100173"/>
                    <a:gd name="connsiteY3" fmla="*/ 0 h 6850294"/>
                    <a:gd name="connsiteX4" fmla="*/ 103255 w 100173"/>
                    <a:gd name="connsiteY4" fmla="*/ 6857230 h 6850294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  <a:cxn ang="0">
                      <a:pos x="connsiteX4" y="connsiteY4"/>
                    </a:cxn>
                  </a:cxnLst>
                  <a:rect l="l" t="t" r="r" b="b"/>
                  <a:pathLst>
                    <a:path w="100173" h="6850294">
                      <a:moveTo>
                        <a:pt x="0" y="6857230"/>
                      </a:moveTo>
                      <a:cubicBezTo>
                        <a:pt x="0" y="4572514"/>
                        <a:pt x="0" y="2288569"/>
                        <a:pt x="0" y="0"/>
                      </a:cubicBezTo>
                      <a:cubicBezTo>
                        <a:pt x="17723" y="0"/>
                        <a:pt x="34675" y="0"/>
                        <a:pt x="52398" y="0"/>
                      </a:cubicBezTo>
                      <a:cubicBezTo>
                        <a:pt x="68580" y="0"/>
                        <a:pt x="84762" y="0"/>
                        <a:pt x="103255" y="0"/>
                      </a:cubicBezTo>
                      <a:cubicBezTo>
                        <a:pt x="103255" y="2287798"/>
                        <a:pt x="103255" y="4571743"/>
                        <a:pt x="103255" y="6857230"/>
                      </a:cubicBezTo>
                    </a:path>
                  </a:pathLst>
                </a:custGeom>
                <a:grpFill/>
                <a:ln w="7704" cap="flat">
                  <a:noFill/>
                  <a:prstDash val="solid"/>
                  <a:miter/>
                </a:ln>
              </p:spPr>
              <p:txBody>
                <a:bodyPr rtlCol="0" anchor="ctr"/>
                <a:lstStyle/>
                <a:p>
                  <a:endParaRPr lang="en-US" dirty="0">
                    <a:solidFill>
                      <a:srgbClr val="C00000"/>
                    </a:solidFill>
                    <a:latin typeface="Times New Roman" panose="02020603050405020304" pitchFamily="18" charset="0"/>
                    <a:cs typeface="Times New Roman" pitchFamily="18" charset="0"/>
                  </a:endParaRPr>
                </a:p>
              </p:txBody>
            </p:sp>
            <p:sp>
              <p:nvSpPr>
                <p:cNvPr id="15" name="Freeform: Shape 14">
                  <a:extLst>
                    <a:ext uri="{FF2B5EF4-FFF2-40B4-BE49-F238E27FC236}">
                      <a16:creationId xmlns:a16="http://schemas.microsoft.com/office/drawing/2014/main" id="{C60F81BD-F891-48DF-8E0D-BDC05CBC7452}"/>
                    </a:ext>
                  </a:extLst>
                </p:cNvPr>
                <p:cNvSpPr/>
                <p:nvPr/>
              </p:nvSpPr>
              <p:spPr>
                <a:xfrm>
                  <a:off x="5890084" y="2926994"/>
                  <a:ext cx="37550" cy="2394576"/>
                </a:xfrm>
                <a:custGeom>
                  <a:avLst/>
                  <a:gdLst>
                    <a:gd name="connsiteX0" fmla="*/ 0 w 100173"/>
                    <a:gd name="connsiteY0" fmla="*/ 6392581 h 6387957"/>
                    <a:gd name="connsiteX1" fmla="*/ 0 w 100173"/>
                    <a:gd name="connsiteY1" fmla="*/ 0 h 6387957"/>
                    <a:gd name="connsiteX2" fmla="*/ 101714 w 100173"/>
                    <a:gd name="connsiteY2" fmla="*/ 0 h 6387957"/>
                    <a:gd name="connsiteX3" fmla="*/ 101714 w 100173"/>
                    <a:gd name="connsiteY3" fmla="*/ 6392581 h 6387957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</a:cxnLst>
                  <a:rect l="l" t="t" r="r" b="b"/>
                  <a:pathLst>
                    <a:path w="100173" h="6387957">
                      <a:moveTo>
                        <a:pt x="0" y="6392581"/>
                      </a:moveTo>
                      <a:cubicBezTo>
                        <a:pt x="0" y="4262748"/>
                        <a:pt x="0" y="2132145"/>
                        <a:pt x="0" y="0"/>
                      </a:cubicBezTo>
                      <a:cubicBezTo>
                        <a:pt x="33904" y="0"/>
                        <a:pt x="67039" y="0"/>
                        <a:pt x="101714" y="0"/>
                      </a:cubicBezTo>
                      <a:cubicBezTo>
                        <a:pt x="101714" y="2130603"/>
                        <a:pt x="101714" y="4260437"/>
                        <a:pt x="101714" y="6392581"/>
                      </a:cubicBezTo>
                    </a:path>
                  </a:pathLst>
                </a:custGeom>
                <a:grpFill/>
                <a:ln w="7704" cap="flat">
                  <a:noFill/>
                  <a:prstDash val="solid"/>
                  <a:miter/>
                </a:ln>
              </p:spPr>
              <p:txBody>
                <a:bodyPr rtlCol="0" anchor="ctr"/>
                <a:lstStyle/>
                <a:p>
                  <a:endParaRPr lang="en-US" dirty="0">
                    <a:solidFill>
                      <a:srgbClr val="C00000"/>
                    </a:solidFill>
                    <a:latin typeface="Times New Roman" panose="02020603050405020304" pitchFamily="18" charset="0"/>
                    <a:cs typeface="Times New Roman" pitchFamily="18" charset="0"/>
                  </a:endParaRPr>
                </a:p>
              </p:txBody>
            </p:sp>
            <p:sp>
              <p:nvSpPr>
                <p:cNvPr id="16" name="Freeform: Shape 15">
                  <a:extLst>
                    <a:ext uri="{FF2B5EF4-FFF2-40B4-BE49-F238E27FC236}">
                      <a16:creationId xmlns:a16="http://schemas.microsoft.com/office/drawing/2014/main" id="{09F9B5B4-A975-4BC1-A4E4-F4869117A798}"/>
                    </a:ext>
                  </a:extLst>
                </p:cNvPr>
                <p:cNvSpPr/>
                <p:nvPr/>
              </p:nvSpPr>
              <p:spPr>
                <a:xfrm>
                  <a:off x="6091991" y="2926994"/>
                  <a:ext cx="37550" cy="2394576"/>
                </a:xfrm>
                <a:custGeom>
                  <a:avLst/>
                  <a:gdLst>
                    <a:gd name="connsiteX0" fmla="*/ 0 w 100173"/>
                    <a:gd name="connsiteY0" fmla="*/ 6393351 h 6387957"/>
                    <a:gd name="connsiteX1" fmla="*/ 0 w 100173"/>
                    <a:gd name="connsiteY1" fmla="*/ 0 h 6387957"/>
                    <a:gd name="connsiteX2" fmla="*/ 103255 w 100173"/>
                    <a:gd name="connsiteY2" fmla="*/ 0 h 6387957"/>
                    <a:gd name="connsiteX3" fmla="*/ 103255 w 100173"/>
                    <a:gd name="connsiteY3" fmla="*/ 6393351 h 6387957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</a:cxnLst>
                  <a:rect l="l" t="t" r="r" b="b"/>
                  <a:pathLst>
                    <a:path w="100173" h="6387957">
                      <a:moveTo>
                        <a:pt x="0" y="6393351"/>
                      </a:moveTo>
                      <a:cubicBezTo>
                        <a:pt x="0" y="4261978"/>
                        <a:pt x="0" y="2132915"/>
                        <a:pt x="0" y="0"/>
                      </a:cubicBezTo>
                      <a:cubicBezTo>
                        <a:pt x="34675" y="0"/>
                        <a:pt x="67809" y="0"/>
                        <a:pt x="103255" y="0"/>
                      </a:cubicBezTo>
                      <a:cubicBezTo>
                        <a:pt x="103255" y="2131374"/>
                        <a:pt x="103255" y="4261207"/>
                        <a:pt x="103255" y="6393351"/>
                      </a:cubicBezTo>
                    </a:path>
                  </a:pathLst>
                </a:custGeom>
                <a:grpFill/>
                <a:ln w="7704" cap="flat">
                  <a:noFill/>
                  <a:prstDash val="solid"/>
                  <a:miter/>
                </a:ln>
              </p:spPr>
              <p:txBody>
                <a:bodyPr rtlCol="0" anchor="ctr"/>
                <a:lstStyle/>
                <a:p>
                  <a:endParaRPr lang="en-US" dirty="0">
                    <a:solidFill>
                      <a:srgbClr val="C00000"/>
                    </a:solidFill>
                    <a:latin typeface="Times New Roman" panose="02020603050405020304" pitchFamily="18" charset="0"/>
                    <a:cs typeface="Times New Roman" pitchFamily="18" charset="0"/>
                  </a:endParaRPr>
                </a:p>
              </p:txBody>
            </p:sp>
            <p:sp>
              <p:nvSpPr>
                <p:cNvPr id="17" name="Freeform: Shape 16">
                  <a:extLst>
                    <a:ext uri="{FF2B5EF4-FFF2-40B4-BE49-F238E27FC236}">
                      <a16:creationId xmlns:a16="http://schemas.microsoft.com/office/drawing/2014/main" id="{F0F04A50-70C0-4152-B892-712F604BB364}"/>
                    </a:ext>
                  </a:extLst>
                </p:cNvPr>
                <p:cNvSpPr/>
                <p:nvPr/>
              </p:nvSpPr>
              <p:spPr>
                <a:xfrm>
                  <a:off x="7139759" y="2926994"/>
                  <a:ext cx="109764" cy="2394576"/>
                </a:xfrm>
                <a:custGeom>
                  <a:avLst/>
                  <a:gdLst>
                    <a:gd name="connsiteX0" fmla="*/ 0 w 292813"/>
                    <a:gd name="connsiteY0" fmla="*/ 6393351 h 6387957"/>
                    <a:gd name="connsiteX1" fmla="*/ 0 w 292813"/>
                    <a:gd name="connsiteY1" fmla="*/ 0 h 6387957"/>
                    <a:gd name="connsiteX2" fmla="*/ 295125 w 292813"/>
                    <a:gd name="connsiteY2" fmla="*/ 0 h 6387957"/>
                    <a:gd name="connsiteX3" fmla="*/ 295125 w 292813"/>
                    <a:gd name="connsiteY3" fmla="*/ 6393351 h 6387957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</a:cxnLst>
                  <a:rect l="l" t="t" r="r" b="b"/>
                  <a:pathLst>
                    <a:path w="292813" h="6387957">
                      <a:moveTo>
                        <a:pt x="0" y="6393351"/>
                      </a:moveTo>
                      <a:cubicBezTo>
                        <a:pt x="0" y="4261207"/>
                        <a:pt x="0" y="2131374"/>
                        <a:pt x="0" y="0"/>
                      </a:cubicBezTo>
                      <a:cubicBezTo>
                        <a:pt x="99403" y="0"/>
                        <a:pt x="196493" y="0"/>
                        <a:pt x="295125" y="0"/>
                      </a:cubicBezTo>
                      <a:cubicBezTo>
                        <a:pt x="295125" y="2132145"/>
                        <a:pt x="295125" y="4261207"/>
                        <a:pt x="295125" y="6393351"/>
                      </a:cubicBezTo>
                    </a:path>
                  </a:pathLst>
                </a:custGeom>
                <a:grpFill/>
                <a:ln w="7704" cap="flat">
                  <a:noFill/>
                  <a:prstDash val="solid"/>
                  <a:miter/>
                </a:ln>
              </p:spPr>
              <p:txBody>
                <a:bodyPr rtlCol="0" anchor="ctr"/>
                <a:lstStyle/>
                <a:p>
                  <a:endParaRPr lang="en-US" dirty="0">
                    <a:solidFill>
                      <a:srgbClr val="C00000"/>
                    </a:solidFill>
                    <a:latin typeface="Times New Roman" panose="02020603050405020304" pitchFamily="18" charset="0"/>
                    <a:cs typeface="Times New Roman" pitchFamily="18" charset="0"/>
                  </a:endParaRPr>
                </a:p>
              </p:txBody>
            </p:sp>
            <p:sp>
              <p:nvSpPr>
                <p:cNvPr id="18" name="Freeform: Shape 17">
                  <a:extLst>
                    <a:ext uri="{FF2B5EF4-FFF2-40B4-BE49-F238E27FC236}">
                      <a16:creationId xmlns:a16="http://schemas.microsoft.com/office/drawing/2014/main" id="{71D9C88D-AEA2-48F6-AF2B-D383D97E3535}"/>
                    </a:ext>
                  </a:extLst>
                </p:cNvPr>
                <p:cNvSpPr/>
                <p:nvPr/>
              </p:nvSpPr>
              <p:spPr>
                <a:xfrm>
                  <a:off x="7280788" y="2926994"/>
                  <a:ext cx="37550" cy="2394576"/>
                </a:xfrm>
                <a:custGeom>
                  <a:avLst/>
                  <a:gdLst>
                    <a:gd name="connsiteX0" fmla="*/ 0 w 100173"/>
                    <a:gd name="connsiteY0" fmla="*/ 6392581 h 6387957"/>
                    <a:gd name="connsiteX1" fmla="*/ 0 w 100173"/>
                    <a:gd name="connsiteY1" fmla="*/ 0 h 6387957"/>
                    <a:gd name="connsiteX2" fmla="*/ 103255 w 100173"/>
                    <a:gd name="connsiteY2" fmla="*/ 0 h 6387957"/>
                    <a:gd name="connsiteX3" fmla="*/ 103255 w 100173"/>
                    <a:gd name="connsiteY3" fmla="*/ 6392581 h 6387957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</a:cxnLst>
                  <a:rect l="l" t="t" r="r" b="b"/>
                  <a:pathLst>
                    <a:path w="100173" h="6387957">
                      <a:moveTo>
                        <a:pt x="0" y="6392581"/>
                      </a:moveTo>
                      <a:cubicBezTo>
                        <a:pt x="0" y="4261207"/>
                        <a:pt x="0" y="2131374"/>
                        <a:pt x="0" y="0"/>
                      </a:cubicBezTo>
                      <a:cubicBezTo>
                        <a:pt x="34675" y="0"/>
                        <a:pt x="67809" y="0"/>
                        <a:pt x="103255" y="0"/>
                      </a:cubicBezTo>
                      <a:cubicBezTo>
                        <a:pt x="103255" y="2130603"/>
                        <a:pt x="103255" y="4260437"/>
                        <a:pt x="103255" y="6392581"/>
                      </a:cubicBezTo>
                    </a:path>
                  </a:pathLst>
                </a:custGeom>
                <a:grpFill/>
                <a:ln w="7704" cap="flat">
                  <a:noFill/>
                  <a:prstDash val="solid"/>
                  <a:miter/>
                </a:ln>
              </p:spPr>
              <p:txBody>
                <a:bodyPr rtlCol="0" anchor="ctr"/>
                <a:lstStyle/>
                <a:p>
                  <a:endParaRPr lang="en-US" dirty="0">
                    <a:solidFill>
                      <a:srgbClr val="C00000"/>
                    </a:solidFill>
                    <a:latin typeface="Times New Roman" panose="02020603050405020304" pitchFamily="18" charset="0"/>
                    <a:cs typeface="Times New Roman" pitchFamily="18" charset="0"/>
                  </a:endParaRPr>
                </a:p>
              </p:txBody>
            </p:sp>
            <p:sp>
              <p:nvSpPr>
                <p:cNvPr id="19" name="Freeform: Shape 18">
                  <a:extLst>
                    <a:ext uri="{FF2B5EF4-FFF2-40B4-BE49-F238E27FC236}">
                      <a16:creationId xmlns:a16="http://schemas.microsoft.com/office/drawing/2014/main" id="{AB8EEA47-0851-4500-8CE0-169E98978C2E}"/>
                    </a:ext>
                  </a:extLst>
                </p:cNvPr>
                <p:cNvSpPr/>
                <p:nvPr/>
              </p:nvSpPr>
              <p:spPr>
                <a:xfrm>
                  <a:off x="7349773" y="2926994"/>
                  <a:ext cx="109764" cy="2394576"/>
                </a:xfrm>
                <a:custGeom>
                  <a:avLst/>
                  <a:gdLst>
                    <a:gd name="connsiteX0" fmla="*/ 0 w 292813"/>
                    <a:gd name="connsiteY0" fmla="*/ 6393351 h 6387957"/>
                    <a:gd name="connsiteX1" fmla="*/ 0 w 292813"/>
                    <a:gd name="connsiteY1" fmla="*/ 0 h 6387957"/>
                    <a:gd name="connsiteX2" fmla="*/ 295125 w 292813"/>
                    <a:gd name="connsiteY2" fmla="*/ 0 h 6387957"/>
                    <a:gd name="connsiteX3" fmla="*/ 295125 w 292813"/>
                    <a:gd name="connsiteY3" fmla="*/ 6393351 h 6387957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</a:cxnLst>
                  <a:rect l="l" t="t" r="r" b="b"/>
                  <a:pathLst>
                    <a:path w="292813" h="6387957">
                      <a:moveTo>
                        <a:pt x="0" y="6393351"/>
                      </a:moveTo>
                      <a:cubicBezTo>
                        <a:pt x="0" y="4261207"/>
                        <a:pt x="0" y="2132145"/>
                        <a:pt x="0" y="0"/>
                      </a:cubicBezTo>
                      <a:cubicBezTo>
                        <a:pt x="99402" y="0"/>
                        <a:pt x="195722" y="0"/>
                        <a:pt x="295125" y="0"/>
                      </a:cubicBezTo>
                      <a:cubicBezTo>
                        <a:pt x="295125" y="2132145"/>
                        <a:pt x="295125" y="4261207"/>
                        <a:pt x="295125" y="6393351"/>
                      </a:cubicBezTo>
                    </a:path>
                  </a:pathLst>
                </a:custGeom>
                <a:grpFill/>
                <a:ln w="7704" cap="flat">
                  <a:noFill/>
                  <a:prstDash val="solid"/>
                  <a:miter/>
                </a:ln>
              </p:spPr>
              <p:txBody>
                <a:bodyPr rtlCol="0" anchor="ctr"/>
                <a:lstStyle/>
                <a:p>
                  <a:endParaRPr lang="en-US" dirty="0">
                    <a:solidFill>
                      <a:srgbClr val="C00000"/>
                    </a:solidFill>
                    <a:latin typeface="Times New Roman" panose="02020603050405020304" pitchFamily="18" charset="0"/>
                    <a:cs typeface="Times New Roman" pitchFamily="18" charset="0"/>
                  </a:endParaRPr>
                </a:p>
              </p:txBody>
            </p:sp>
            <p:sp>
              <p:nvSpPr>
                <p:cNvPr id="20" name="Freeform: Shape 19">
                  <a:extLst>
                    <a:ext uri="{FF2B5EF4-FFF2-40B4-BE49-F238E27FC236}">
                      <a16:creationId xmlns:a16="http://schemas.microsoft.com/office/drawing/2014/main" id="{99CB024E-C751-4D3B-A1FC-DB08068B1DB8}"/>
                    </a:ext>
                  </a:extLst>
                </p:cNvPr>
                <p:cNvSpPr/>
                <p:nvPr/>
              </p:nvSpPr>
              <p:spPr>
                <a:xfrm>
                  <a:off x="7548511" y="2927282"/>
                  <a:ext cx="41911" cy="2569908"/>
                </a:xfrm>
                <a:custGeom>
                  <a:avLst/>
                  <a:gdLst>
                    <a:gd name="connsiteX0" fmla="*/ 0 w 115584"/>
                    <a:gd name="connsiteY0" fmla="*/ 6753975 h 6850294"/>
                    <a:gd name="connsiteX1" fmla="*/ 13099 w 115584"/>
                    <a:gd name="connsiteY1" fmla="*/ 0 h 6850294"/>
                    <a:gd name="connsiteX2" fmla="*/ 118666 w 115584"/>
                    <a:gd name="connsiteY2" fmla="*/ 0 h 6850294"/>
                    <a:gd name="connsiteX3" fmla="*/ 118666 w 115584"/>
                    <a:gd name="connsiteY3" fmla="*/ 6855688 h 6850294"/>
                    <a:gd name="connsiteX0" fmla="*/ 0 w 111805"/>
                    <a:gd name="connsiteY0" fmla="*/ 6836322 h 6855688"/>
                    <a:gd name="connsiteX1" fmla="*/ 6237 w 111805"/>
                    <a:gd name="connsiteY1" fmla="*/ 0 h 6855688"/>
                    <a:gd name="connsiteX2" fmla="*/ 111804 w 111805"/>
                    <a:gd name="connsiteY2" fmla="*/ 0 h 6855688"/>
                    <a:gd name="connsiteX3" fmla="*/ 111804 w 111805"/>
                    <a:gd name="connsiteY3" fmla="*/ 6855688 h 6855688"/>
                    <a:gd name="connsiteX0" fmla="*/ 0 w 111804"/>
                    <a:gd name="connsiteY0" fmla="*/ 6853478 h 6855688"/>
                    <a:gd name="connsiteX1" fmla="*/ 6237 w 111804"/>
                    <a:gd name="connsiteY1" fmla="*/ 0 h 6855688"/>
                    <a:gd name="connsiteX2" fmla="*/ 111804 w 111804"/>
                    <a:gd name="connsiteY2" fmla="*/ 0 h 6855688"/>
                    <a:gd name="connsiteX3" fmla="*/ 111804 w 111804"/>
                    <a:gd name="connsiteY3" fmla="*/ 6855688 h 6855688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</a:cxnLst>
                  <a:rect l="l" t="t" r="r" b="b"/>
                  <a:pathLst>
                    <a:path w="111804" h="6855688">
                      <a:moveTo>
                        <a:pt x="0" y="6853478"/>
                      </a:moveTo>
                      <a:cubicBezTo>
                        <a:pt x="14640" y="4603437"/>
                        <a:pt x="3155" y="2253123"/>
                        <a:pt x="6237" y="0"/>
                      </a:cubicBezTo>
                      <a:lnTo>
                        <a:pt x="111804" y="0"/>
                      </a:lnTo>
                      <a:lnTo>
                        <a:pt x="111804" y="6855688"/>
                      </a:lnTo>
                    </a:path>
                  </a:pathLst>
                </a:custGeom>
                <a:grpFill/>
                <a:ln w="7704" cap="flat">
                  <a:noFill/>
                  <a:prstDash val="solid"/>
                  <a:miter/>
                </a:ln>
              </p:spPr>
              <p:txBody>
                <a:bodyPr rtlCol="0" anchor="ctr"/>
                <a:lstStyle/>
                <a:p>
                  <a:endParaRPr lang="en-US" dirty="0">
                    <a:solidFill>
                      <a:srgbClr val="C00000"/>
                    </a:solidFill>
                    <a:latin typeface="Times New Roman" panose="02020603050405020304" pitchFamily="18" charset="0"/>
                    <a:cs typeface="Times New Roman" pitchFamily="18" charset="0"/>
                  </a:endParaRPr>
                </a:p>
              </p:txBody>
            </p:sp>
            <p:sp>
              <p:nvSpPr>
                <p:cNvPr id="21" name="Freeform: Shape 20">
                  <a:extLst>
                    <a:ext uri="{FF2B5EF4-FFF2-40B4-BE49-F238E27FC236}">
                      <a16:creationId xmlns:a16="http://schemas.microsoft.com/office/drawing/2014/main" id="{1BDA8D11-4AAC-43CC-B408-A388F56971AF}"/>
                    </a:ext>
                  </a:extLst>
                </p:cNvPr>
                <p:cNvSpPr/>
                <p:nvPr/>
              </p:nvSpPr>
              <p:spPr>
                <a:xfrm>
                  <a:off x="7485249" y="2926994"/>
                  <a:ext cx="37550" cy="2394576"/>
                </a:xfrm>
                <a:custGeom>
                  <a:avLst/>
                  <a:gdLst>
                    <a:gd name="connsiteX0" fmla="*/ 0 w 100173"/>
                    <a:gd name="connsiteY0" fmla="*/ 6392581 h 6387957"/>
                    <a:gd name="connsiteX1" fmla="*/ 0 w 100173"/>
                    <a:gd name="connsiteY1" fmla="*/ 0 h 6387957"/>
                    <a:gd name="connsiteX2" fmla="*/ 103255 w 100173"/>
                    <a:gd name="connsiteY2" fmla="*/ 0 h 6387957"/>
                    <a:gd name="connsiteX3" fmla="*/ 103255 w 100173"/>
                    <a:gd name="connsiteY3" fmla="*/ 6392581 h 6387957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</a:cxnLst>
                  <a:rect l="l" t="t" r="r" b="b"/>
                  <a:pathLst>
                    <a:path w="100173" h="6387957">
                      <a:moveTo>
                        <a:pt x="0" y="6392581"/>
                      </a:moveTo>
                      <a:cubicBezTo>
                        <a:pt x="0" y="4261207"/>
                        <a:pt x="0" y="2131374"/>
                        <a:pt x="0" y="0"/>
                      </a:cubicBezTo>
                      <a:cubicBezTo>
                        <a:pt x="34675" y="0"/>
                        <a:pt x="67809" y="0"/>
                        <a:pt x="103255" y="0"/>
                      </a:cubicBezTo>
                      <a:cubicBezTo>
                        <a:pt x="103255" y="2130603"/>
                        <a:pt x="103255" y="4260437"/>
                        <a:pt x="103255" y="6392581"/>
                      </a:cubicBezTo>
                    </a:path>
                  </a:pathLst>
                </a:custGeom>
                <a:grpFill/>
                <a:ln w="7704" cap="flat">
                  <a:noFill/>
                  <a:prstDash val="solid"/>
                  <a:miter/>
                </a:ln>
              </p:spPr>
              <p:txBody>
                <a:bodyPr rtlCol="0" anchor="ctr"/>
                <a:lstStyle/>
                <a:p>
                  <a:endParaRPr lang="en-US" dirty="0">
                    <a:solidFill>
                      <a:srgbClr val="C00000"/>
                    </a:solidFill>
                    <a:latin typeface="Times New Roman" panose="02020603050405020304" pitchFamily="18" charset="0"/>
                    <a:cs typeface="Times New Roman" pitchFamily="18" charset="0"/>
                  </a:endParaRPr>
                </a:p>
              </p:txBody>
            </p:sp>
            <p:sp>
              <p:nvSpPr>
                <p:cNvPr id="22" name="Freeform: Shape 21">
                  <a:extLst>
                    <a:ext uri="{FF2B5EF4-FFF2-40B4-BE49-F238E27FC236}">
                      <a16:creationId xmlns:a16="http://schemas.microsoft.com/office/drawing/2014/main" id="{3EE00667-7B8F-4892-BF72-8EA3745153E0}"/>
                    </a:ext>
                  </a:extLst>
                </p:cNvPr>
                <p:cNvSpPr/>
                <p:nvPr/>
              </p:nvSpPr>
              <p:spPr>
                <a:xfrm>
                  <a:off x="7616134" y="2926994"/>
                  <a:ext cx="28885" cy="2567886"/>
                </a:xfrm>
                <a:custGeom>
                  <a:avLst/>
                  <a:gdLst>
                    <a:gd name="connsiteX0" fmla="*/ 0 w 77056"/>
                    <a:gd name="connsiteY0" fmla="*/ 6854918 h 6850294"/>
                    <a:gd name="connsiteX1" fmla="*/ 0 w 77056"/>
                    <a:gd name="connsiteY1" fmla="*/ 0 h 6850294"/>
                    <a:gd name="connsiteX2" fmla="*/ 78597 w 77056"/>
                    <a:gd name="connsiteY2" fmla="*/ 0 h 6850294"/>
                    <a:gd name="connsiteX3" fmla="*/ 78597 w 77056"/>
                    <a:gd name="connsiteY3" fmla="*/ 6854918 h 6850294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</a:cxnLst>
                  <a:rect l="l" t="t" r="r" b="b"/>
                  <a:pathLst>
                    <a:path w="77056" h="6850294">
                      <a:moveTo>
                        <a:pt x="0" y="6854918"/>
                      </a:moveTo>
                      <a:cubicBezTo>
                        <a:pt x="0" y="4570202"/>
                        <a:pt x="0" y="2286257"/>
                        <a:pt x="0" y="0"/>
                      </a:cubicBezTo>
                      <a:cubicBezTo>
                        <a:pt x="25428" y="0"/>
                        <a:pt x="50087" y="0"/>
                        <a:pt x="78597" y="0"/>
                      </a:cubicBezTo>
                      <a:cubicBezTo>
                        <a:pt x="78597" y="2283175"/>
                        <a:pt x="78597" y="4566350"/>
                        <a:pt x="78597" y="6854918"/>
                      </a:cubicBezTo>
                    </a:path>
                  </a:pathLst>
                </a:custGeom>
                <a:grpFill/>
                <a:ln w="7704" cap="flat">
                  <a:noFill/>
                  <a:prstDash val="solid"/>
                  <a:miter/>
                </a:ln>
              </p:spPr>
              <p:txBody>
                <a:bodyPr rtlCol="0" anchor="ctr"/>
                <a:lstStyle/>
                <a:p>
                  <a:endParaRPr lang="en-US" dirty="0">
                    <a:solidFill>
                      <a:srgbClr val="C00000"/>
                    </a:solidFill>
                    <a:latin typeface="Times New Roman" panose="02020603050405020304" pitchFamily="18" charset="0"/>
                    <a:cs typeface="Times New Roman" pitchFamily="18" charset="0"/>
                  </a:endParaRPr>
                </a:p>
              </p:txBody>
            </p:sp>
            <p:sp>
              <p:nvSpPr>
                <p:cNvPr id="23" name="Freeform: Shape 22">
                  <a:extLst>
                    <a:ext uri="{FF2B5EF4-FFF2-40B4-BE49-F238E27FC236}">
                      <a16:creationId xmlns:a16="http://schemas.microsoft.com/office/drawing/2014/main" id="{902A81A6-28D8-4522-B490-B37A255B8416}"/>
                    </a:ext>
                  </a:extLst>
                </p:cNvPr>
                <p:cNvSpPr/>
                <p:nvPr/>
              </p:nvSpPr>
              <p:spPr>
                <a:xfrm>
                  <a:off x="6838507" y="2926994"/>
                  <a:ext cx="109764" cy="2394576"/>
                </a:xfrm>
                <a:custGeom>
                  <a:avLst/>
                  <a:gdLst>
                    <a:gd name="connsiteX0" fmla="*/ 0 w 292813"/>
                    <a:gd name="connsiteY0" fmla="*/ 6393351 h 6387957"/>
                    <a:gd name="connsiteX1" fmla="*/ 0 w 292813"/>
                    <a:gd name="connsiteY1" fmla="*/ 0 h 6387957"/>
                    <a:gd name="connsiteX2" fmla="*/ 295125 w 292813"/>
                    <a:gd name="connsiteY2" fmla="*/ 0 h 6387957"/>
                    <a:gd name="connsiteX3" fmla="*/ 295125 w 292813"/>
                    <a:gd name="connsiteY3" fmla="*/ 6393351 h 6387957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</a:cxnLst>
                  <a:rect l="l" t="t" r="r" b="b"/>
                  <a:pathLst>
                    <a:path w="292813" h="6387957">
                      <a:moveTo>
                        <a:pt x="0" y="6393351"/>
                      </a:moveTo>
                      <a:cubicBezTo>
                        <a:pt x="0" y="4261207"/>
                        <a:pt x="0" y="2131374"/>
                        <a:pt x="0" y="0"/>
                      </a:cubicBezTo>
                      <a:cubicBezTo>
                        <a:pt x="99403" y="0"/>
                        <a:pt x="196493" y="0"/>
                        <a:pt x="295125" y="0"/>
                      </a:cubicBezTo>
                      <a:cubicBezTo>
                        <a:pt x="295125" y="2132145"/>
                        <a:pt x="295125" y="4261207"/>
                        <a:pt x="295125" y="6393351"/>
                      </a:cubicBezTo>
                    </a:path>
                  </a:pathLst>
                </a:custGeom>
                <a:grpFill/>
                <a:ln w="7704" cap="flat">
                  <a:noFill/>
                  <a:prstDash val="solid"/>
                  <a:miter/>
                </a:ln>
              </p:spPr>
              <p:txBody>
                <a:bodyPr rtlCol="0" anchor="ctr"/>
                <a:lstStyle/>
                <a:p>
                  <a:endParaRPr lang="en-US" dirty="0">
                    <a:solidFill>
                      <a:srgbClr val="C00000"/>
                    </a:solidFill>
                    <a:latin typeface="Times New Roman" panose="02020603050405020304" pitchFamily="18" charset="0"/>
                    <a:cs typeface="Times New Roman" pitchFamily="18" charset="0"/>
                  </a:endParaRPr>
                </a:p>
              </p:txBody>
            </p:sp>
            <p:sp>
              <p:nvSpPr>
                <p:cNvPr id="24" name="Freeform: Shape 23">
                  <a:extLst>
                    <a:ext uri="{FF2B5EF4-FFF2-40B4-BE49-F238E27FC236}">
                      <a16:creationId xmlns:a16="http://schemas.microsoft.com/office/drawing/2014/main" id="{2A569EB6-2490-40DF-9A4A-639E65D35F5C}"/>
                    </a:ext>
                  </a:extLst>
                </p:cNvPr>
                <p:cNvSpPr/>
                <p:nvPr/>
              </p:nvSpPr>
              <p:spPr>
                <a:xfrm>
                  <a:off x="6980994" y="2927282"/>
                  <a:ext cx="37550" cy="2394576"/>
                </a:xfrm>
                <a:custGeom>
                  <a:avLst/>
                  <a:gdLst>
                    <a:gd name="connsiteX0" fmla="*/ 0 w 100173"/>
                    <a:gd name="connsiteY0" fmla="*/ 6392581 h 6387957"/>
                    <a:gd name="connsiteX1" fmla="*/ 0 w 100173"/>
                    <a:gd name="connsiteY1" fmla="*/ 0 h 6387957"/>
                    <a:gd name="connsiteX2" fmla="*/ 103255 w 100173"/>
                    <a:gd name="connsiteY2" fmla="*/ 0 h 6387957"/>
                    <a:gd name="connsiteX3" fmla="*/ 103255 w 100173"/>
                    <a:gd name="connsiteY3" fmla="*/ 6392581 h 6387957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</a:cxnLst>
                  <a:rect l="l" t="t" r="r" b="b"/>
                  <a:pathLst>
                    <a:path w="100173" h="6387957">
                      <a:moveTo>
                        <a:pt x="0" y="6392581"/>
                      </a:moveTo>
                      <a:cubicBezTo>
                        <a:pt x="0" y="4261978"/>
                        <a:pt x="0" y="2132145"/>
                        <a:pt x="0" y="0"/>
                      </a:cubicBezTo>
                      <a:cubicBezTo>
                        <a:pt x="33904" y="0"/>
                        <a:pt x="67809" y="0"/>
                        <a:pt x="103255" y="0"/>
                      </a:cubicBezTo>
                      <a:cubicBezTo>
                        <a:pt x="103255" y="2130603"/>
                        <a:pt x="103255" y="4258895"/>
                        <a:pt x="103255" y="6392581"/>
                      </a:cubicBezTo>
                    </a:path>
                  </a:pathLst>
                </a:custGeom>
                <a:grpFill/>
                <a:ln w="7704" cap="flat">
                  <a:noFill/>
                  <a:prstDash val="solid"/>
                  <a:miter/>
                </a:ln>
              </p:spPr>
              <p:txBody>
                <a:bodyPr rtlCol="0" anchor="ctr"/>
                <a:lstStyle/>
                <a:p>
                  <a:endParaRPr lang="en-US" dirty="0">
                    <a:solidFill>
                      <a:srgbClr val="C00000"/>
                    </a:solidFill>
                    <a:latin typeface="Times New Roman" panose="02020603050405020304" pitchFamily="18" charset="0"/>
                    <a:cs typeface="Times New Roman" pitchFamily="18" charset="0"/>
                  </a:endParaRPr>
                </a:p>
              </p:txBody>
            </p:sp>
            <p:sp>
              <p:nvSpPr>
                <p:cNvPr id="25" name="Freeform: Shape 24">
                  <a:extLst>
                    <a:ext uri="{FF2B5EF4-FFF2-40B4-BE49-F238E27FC236}">
                      <a16:creationId xmlns:a16="http://schemas.microsoft.com/office/drawing/2014/main" id="{7DC04B7B-FFF7-4CAC-BF2B-7AF98E950FE2}"/>
                    </a:ext>
                  </a:extLst>
                </p:cNvPr>
                <p:cNvSpPr/>
                <p:nvPr/>
              </p:nvSpPr>
              <p:spPr>
                <a:xfrm>
                  <a:off x="7065051" y="2926994"/>
                  <a:ext cx="37550" cy="2394576"/>
                </a:xfrm>
                <a:custGeom>
                  <a:avLst/>
                  <a:gdLst>
                    <a:gd name="connsiteX0" fmla="*/ 0 w 100173"/>
                    <a:gd name="connsiteY0" fmla="*/ 6392581 h 6387957"/>
                    <a:gd name="connsiteX1" fmla="*/ 0 w 100173"/>
                    <a:gd name="connsiteY1" fmla="*/ 0 h 6387957"/>
                    <a:gd name="connsiteX2" fmla="*/ 103255 w 100173"/>
                    <a:gd name="connsiteY2" fmla="*/ 0 h 6387957"/>
                    <a:gd name="connsiteX3" fmla="*/ 103255 w 100173"/>
                    <a:gd name="connsiteY3" fmla="*/ 6392581 h 6387957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</a:cxnLst>
                  <a:rect l="l" t="t" r="r" b="b"/>
                  <a:pathLst>
                    <a:path w="100173" h="6387957">
                      <a:moveTo>
                        <a:pt x="0" y="6392581"/>
                      </a:moveTo>
                      <a:cubicBezTo>
                        <a:pt x="0" y="4261978"/>
                        <a:pt x="0" y="2132145"/>
                        <a:pt x="0" y="0"/>
                      </a:cubicBezTo>
                      <a:cubicBezTo>
                        <a:pt x="33904" y="0"/>
                        <a:pt x="67809" y="0"/>
                        <a:pt x="103255" y="0"/>
                      </a:cubicBezTo>
                      <a:cubicBezTo>
                        <a:pt x="103255" y="2130603"/>
                        <a:pt x="103255" y="4258895"/>
                        <a:pt x="103255" y="6392581"/>
                      </a:cubicBezTo>
                    </a:path>
                  </a:pathLst>
                </a:custGeom>
                <a:grpFill/>
                <a:ln w="7704" cap="flat">
                  <a:noFill/>
                  <a:prstDash val="solid"/>
                  <a:miter/>
                </a:ln>
              </p:spPr>
              <p:txBody>
                <a:bodyPr rtlCol="0" anchor="ctr"/>
                <a:lstStyle/>
                <a:p>
                  <a:endParaRPr lang="en-US" dirty="0">
                    <a:solidFill>
                      <a:srgbClr val="C00000"/>
                    </a:solidFill>
                    <a:latin typeface="Times New Roman" panose="02020603050405020304" pitchFamily="18" charset="0"/>
                    <a:cs typeface="Times New Roman" pitchFamily="18" charset="0"/>
                  </a:endParaRPr>
                </a:p>
              </p:txBody>
            </p:sp>
            <p:sp>
              <p:nvSpPr>
                <p:cNvPr id="26" name="Freeform: Shape 25">
                  <a:extLst>
                    <a:ext uri="{FF2B5EF4-FFF2-40B4-BE49-F238E27FC236}">
                      <a16:creationId xmlns:a16="http://schemas.microsoft.com/office/drawing/2014/main" id="{99FD279C-9B71-46A5-9519-57C2FDE43882}"/>
                    </a:ext>
                  </a:extLst>
                </p:cNvPr>
                <p:cNvSpPr/>
                <p:nvPr/>
              </p:nvSpPr>
              <p:spPr>
                <a:xfrm>
                  <a:off x="6754449" y="2926127"/>
                  <a:ext cx="37550" cy="2394576"/>
                </a:xfrm>
                <a:custGeom>
                  <a:avLst/>
                  <a:gdLst>
                    <a:gd name="connsiteX0" fmla="*/ 0 w 100173"/>
                    <a:gd name="connsiteY0" fmla="*/ 6392581 h 6387957"/>
                    <a:gd name="connsiteX1" fmla="*/ 0 w 100173"/>
                    <a:gd name="connsiteY1" fmla="*/ 0 h 6387957"/>
                    <a:gd name="connsiteX2" fmla="*/ 103255 w 100173"/>
                    <a:gd name="connsiteY2" fmla="*/ 0 h 6387957"/>
                    <a:gd name="connsiteX3" fmla="*/ 103255 w 100173"/>
                    <a:gd name="connsiteY3" fmla="*/ 6392581 h 6387957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</a:cxnLst>
                  <a:rect l="l" t="t" r="r" b="b"/>
                  <a:pathLst>
                    <a:path w="100173" h="6387957">
                      <a:moveTo>
                        <a:pt x="0" y="6392581"/>
                      </a:moveTo>
                      <a:cubicBezTo>
                        <a:pt x="0" y="4261978"/>
                        <a:pt x="0" y="2132145"/>
                        <a:pt x="0" y="0"/>
                      </a:cubicBezTo>
                      <a:cubicBezTo>
                        <a:pt x="33905" y="0"/>
                        <a:pt x="67810" y="0"/>
                        <a:pt x="103255" y="0"/>
                      </a:cubicBezTo>
                      <a:cubicBezTo>
                        <a:pt x="103255" y="2131374"/>
                        <a:pt x="103255" y="4260436"/>
                        <a:pt x="103255" y="6392581"/>
                      </a:cubicBezTo>
                    </a:path>
                  </a:pathLst>
                </a:custGeom>
                <a:grpFill/>
                <a:ln w="7704" cap="flat">
                  <a:noFill/>
                  <a:prstDash val="solid"/>
                  <a:miter/>
                </a:ln>
              </p:spPr>
              <p:txBody>
                <a:bodyPr rtlCol="0" anchor="ctr"/>
                <a:lstStyle/>
                <a:p>
                  <a:endParaRPr lang="en-US" dirty="0">
                    <a:solidFill>
                      <a:srgbClr val="C00000"/>
                    </a:solidFill>
                    <a:latin typeface="Times New Roman" panose="02020603050405020304" pitchFamily="18" charset="0"/>
                    <a:cs typeface="Times New Roman" pitchFamily="18" charset="0"/>
                  </a:endParaRPr>
                </a:p>
              </p:txBody>
            </p:sp>
            <p:sp>
              <p:nvSpPr>
                <p:cNvPr id="27" name="Freeform: Shape 26">
                  <a:extLst>
                    <a:ext uri="{FF2B5EF4-FFF2-40B4-BE49-F238E27FC236}">
                      <a16:creationId xmlns:a16="http://schemas.microsoft.com/office/drawing/2014/main" id="{E77F362F-1E3A-429A-8A7A-092562BB2825}"/>
                    </a:ext>
                  </a:extLst>
                </p:cNvPr>
                <p:cNvSpPr/>
                <p:nvPr/>
              </p:nvSpPr>
              <p:spPr>
                <a:xfrm>
                  <a:off x="6334914" y="2927282"/>
                  <a:ext cx="37550" cy="2394576"/>
                </a:xfrm>
                <a:custGeom>
                  <a:avLst/>
                  <a:gdLst>
                    <a:gd name="connsiteX0" fmla="*/ 0 w 100173"/>
                    <a:gd name="connsiteY0" fmla="*/ 6393351 h 6387957"/>
                    <a:gd name="connsiteX1" fmla="*/ 0 w 100173"/>
                    <a:gd name="connsiteY1" fmla="*/ 0 h 6387957"/>
                    <a:gd name="connsiteX2" fmla="*/ 103255 w 100173"/>
                    <a:gd name="connsiteY2" fmla="*/ 0 h 6387957"/>
                    <a:gd name="connsiteX3" fmla="*/ 103255 w 100173"/>
                    <a:gd name="connsiteY3" fmla="*/ 6393351 h 6387957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</a:cxnLst>
                  <a:rect l="l" t="t" r="r" b="b"/>
                  <a:pathLst>
                    <a:path w="100173" h="6387957">
                      <a:moveTo>
                        <a:pt x="0" y="6393351"/>
                      </a:moveTo>
                      <a:cubicBezTo>
                        <a:pt x="0" y="4262748"/>
                        <a:pt x="0" y="2132915"/>
                        <a:pt x="0" y="0"/>
                      </a:cubicBezTo>
                      <a:cubicBezTo>
                        <a:pt x="33904" y="0"/>
                        <a:pt x="67809" y="0"/>
                        <a:pt x="103255" y="0"/>
                      </a:cubicBezTo>
                      <a:cubicBezTo>
                        <a:pt x="103255" y="2131374"/>
                        <a:pt x="103255" y="4260436"/>
                        <a:pt x="103255" y="6393351"/>
                      </a:cubicBezTo>
                    </a:path>
                  </a:pathLst>
                </a:custGeom>
                <a:grpFill/>
                <a:ln w="7704" cap="flat">
                  <a:noFill/>
                  <a:prstDash val="solid"/>
                  <a:miter/>
                </a:ln>
              </p:spPr>
              <p:txBody>
                <a:bodyPr rtlCol="0" anchor="ctr"/>
                <a:lstStyle/>
                <a:p>
                  <a:endParaRPr lang="en-US" dirty="0">
                    <a:solidFill>
                      <a:srgbClr val="C00000"/>
                    </a:solidFill>
                    <a:latin typeface="Times New Roman" panose="02020603050405020304" pitchFamily="18" charset="0"/>
                    <a:cs typeface="Times New Roman" pitchFamily="18" charset="0"/>
                  </a:endParaRPr>
                </a:p>
              </p:txBody>
            </p:sp>
            <p:sp>
              <p:nvSpPr>
                <p:cNvPr id="28" name="Freeform: Shape 27">
                  <a:extLst>
                    <a:ext uri="{FF2B5EF4-FFF2-40B4-BE49-F238E27FC236}">
                      <a16:creationId xmlns:a16="http://schemas.microsoft.com/office/drawing/2014/main" id="{BA25F615-E11E-4379-BA54-9819ACDC6FD8}"/>
                    </a:ext>
                  </a:extLst>
                </p:cNvPr>
                <p:cNvSpPr/>
                <p:nvPr/>
              </p:nvSpPr>
              <p:spPr>
                <a:xfrm>
                  <a:off x="6159871" y="2926127"/>
                  <a:ext cx="37550" cy="2397464"/>
                </a:xfrm>
                <a:custGeom>
                  <a:avLst/>
                  <a:gdLst>
                    <a:gd name="connsiteX0" fmla="*/ 0 w 100173"/>
                    <a:gd name="connsiteY0" fmla="*/ 6395663 h 6395662"/>
                    <a:gd name="connsiteX1" fmla="*/ 0 w 100173"/>
                    <a:gd name="connsiteY1" fmla="*/ 0 h 6395662"/>
                    <a:gd name="connsiteX2" fmla="*/ 52398 w 100173"/>
                    <a:gd name="connsiteY2" fmla="*/ 0 h 6395662"/>
                    <a:gd name="connsiteX3" fmla="*/ 103255 w 100173"/>
                    <a:gd name="connsiteY3" fmla="*/ 0 h 6395662"/>
                    <a:gd name="connsiteX4" fmla="*/ 103255 w 100173"/>
                    <a:gd name="connsiteY4" fmla="*/ 6395663 h 6395662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  <a:cxn ang="0">
                      <a:pos x="connsiteX4" y="connsiteY4"/>
                    </a:cxn>
                  </a:cxnLst>
                  <a:rect l="l" t="t" r="r" b="b"/>
                  <a:pathLst>
                    <a:path w="100173" h="6395662">
                      <a:moveTo>
                        <a:pt x="0" y="6395663"/>
                      </a:moveTo>
                      <a:cubicBezTo>
                        <a:pt x="0" y="4265060"/>
                        <a:pt x="0" y="2135227"/>
                        <a:pt x="0" y="0"/>
                      </a:cubicBezTo>
                      <a:cubicBezTo>
                        <a:pt x="17723" y="0"/>
                        <a:pt x="34675" y="0"/>
                        <a:pt x="52398" y="0"/>
                      </a:cubicBezTo>
                      <a:cubicBezTo>
                        <a:pt x="68580" y="0"/>
                        <a:pt x="84762" y="0"/>
                        <a:pt x="103255" y="0"/>
                      </a:cubicBezTo>
                      <a:cubicBezTo>
                        <a:pt x="103255" y="2132915"/>
                        <a:pt x="103255" y="4261977"/>
                        <a:pt x="103255" y="6395663"/>
                      </a:cubicBezTo>
                    </a:path>
                  </a:pathLst>
                </a:custGeom>
                <a:grpFill/>
                <a:ln w="7704" cap="flat">
                  <a:noFill/>
                  <a:prstDash val="solid"/>
                  <a:miter/>
                </a:ln>
              </p:spPr>
              <p:txBody>
                <a:bodyPr rtlCol="0" anchor="ctr"/>
                <a:lstStyle/>
                <a:p>
                  <a:endParaRPr lang="en-US" dirty="0">
                    <a:solidFill>
                      <a:srgbClr val="C00000"/>
                    </a:solidFill>
                    <a:latin typeface="Times New Roman" panose="02020603050405020304" pitchFamily="18" charset="0"/>
                    <a:cs typeface="Times New Roman" pitchFamily="18" charset="0"/>
                  </a:endParaRPr>
                </a:p>
              </p:txBody>
            </p:sp>
            <p:sp>
              <p:nvSpPr>
                <p:cNvPr id="29" name="Freeform: Shape 28">
                  <a:extLst>
                    <a:ext uri="{FF2B5EF4-FFF2-40B4-BE49-F238E27FC236}">
                      <a16:creationId xmlns:a16="http://schemas.microsoft.com/office/drawing/2014/main" id="{43767ECE-21FE-4B4C-89B1-0E19BEADDA56}"/>
                    </a:ext>
                  </a:extLst>
                </p:cNvPr>
                <p:cNvSpPr/>
                <p:nvPr/>
              </p:nvSpPr>
              <p:spPr>
                <a:xfrm>
                  <a:off x="6231712" y="2926127"/>
                  <a:ext cx="72212" cy="2394576"/>
                </a:xfrm>
                <a:custGeom>
                  <a:avLst/>
                  <a:gdLst>
                    <a:gd name="connsiteX0" fmla="*/ 0 w 192640"/>
                    <a:gd name="connsiteY0" fmla="*/ 6392581 h 6387957"/>
                    <a:gd name="connsiteX1" fmla="*/ 0 w 192640"/>
                    <a:gd name="connsiteY1" fmla="*/ 0 h 6387957"/>
                    <a:gd name="connsiteX2" fmla="*/ 198805 w 192640"/>
                    <a:gd name="connsiteY2" fmla="*/ 0 h 6387957"/>
                    <a:gd name="connsiteX3" fmla="*/ 198805 w 192640"/>
                    <a:gd name="connsiteY3" fmla="*/ 6392581 h 6387957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</a:cxnLst>
                  <a:rect l="l" t="t" r="r" b="b"/>
                  <a:pathLst>
                    <a:path w="192640" h="6387957">
                      <a:moveTo>
                        <a:pt x="0" y="6392581"/>
                      </a:moveTo>
                      <a:cubicBezTo>
                        <a:pt x="0" y="4261207"/>
                        <a:pt x="0" y="2132145"/>
                        <a:pt x="0" y="0"/>
                      </a:cubicBezTo>
                      <a:cubicBezTo>
                        <a:pt x="66268" y="0"/>
                        <a:pt x="131766" y="0"/>
                        <a:pt x="198805" y="0"/>
                      </a:cubicBezTo>
                      <a:cubicBezTo>
                        <a:pt x="198805" y="2131374"/>
                        <a:pt x="198805" y="4261207"/>
                        <a:pt x="198805" y="6392581"/>
                      </a:cubicBezTo>
                    </a:path>
                  </a:pathLst>
                </a:custGeom>
                <a:grpFill/>
                <a:ln w="7704" cap="flat">
                  <a:noFill/>
                  <a:prstDash val="solid"/>
                  <a:miter/>
                </a:ln>
              </p:spPr>
              <p:txBody>
                <a:bodyPr rtlCol="0" anchor="ctr"/>
                <a:lstStyle/>
                <a:p>
                  <a:endParaRPr lang="en-US" dirty="0">
                    <a:solidFill>
                      <a:srgbClr val="C00000"/>
                    </a:solidFill>
                    <a:latin typeface="Times New Roman" panose="02020603050405020304" pitchFamily="18" charset="0"/>
                    <a:cs typeface="Times New Roman" pitchFamily="18" charset="0"/>
                  </a:endParaRPr>
                </a:p>
              </p:txBody>
            </p:sp>
            <p:sp>
              <p:nvSpPr>
                <p:cNvPr id="30" name="Freeform: Shape 29">
                  <a:extLst>
                    <a:ext uri="{FF2B5EF4-FFF2-40B4-BE49-F238E27FC236}">
                      <a16:creationId xmlns:a16="http://schemas.microsoft.com/office/drawing/2014/main" id="{E117A468-C0B3-46FD-8EC1-6AE134264BA0}"/>
                    </a:ext>
                  </a:extLst>
                </p:cNvPr>
                <p:cNvSpPr/>
                <p:nvPr/>
              </p:nvSpPr>
              <p:spPr>
                <a:xfrm>
                  <a:off x="6598401" y="2927282"/>
                  <a:ext cx="37550" cy="2394576"/>
                </a:xfrm>
                <a:custGeom>
                  <a:avLst/>
                  <a:gdLst>
                    <a:gd name="connsiteX0" fmla="*/ 0 w 100173"/>
                    <a:gd name="connsiteY0" fmla="*/ 6392581 h 6387957"/>
                    <a:gd name="connsiteX1" fmla="*/ 0 w 100173"/>
                    <a:gd name="connsiteY1" fmla="*/ 0 h 6387957"/>
                    <a:gd name="connsiteX2" fmla="*/ 103255 w 100173"/>
                    <a:gd name="connsiteY2" fmla="*/ 0 h 6387957"/>
                    <a:gd name="connsiteX3" fmla="*/ 103255 w 100173"/>
                    <a:gd name="connsiteY3" fmla="*/ 6392581 h 6387957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</a:cxnLst>
                  <a:rect l="l" t="t" r="r" b="b"/>
                  <a:pathLst>
                    <a:path w="100173" h="6387957">
                      <a:moveTo>
                        <a:pt x="0" y="6392581"/>
                      </a:moveTo>
                      <a:cubicBezTo>
                        <a:pt x="0" y="4261207"/>
                        <a:pt x="0" y="2131374"/>
                        <a:pt x="0" y="0"/>
                      </a:cubicBezTo>
                      <a:cubicBezTo>
                        <a:pt x="34675" y="0"/>
                        <a:pt x="67809" y="0"/>
                        <a:pt x="103255" y="0"/>
                      </a:cubicBezTo>
                      <a:cubicBezTo>
                        <a:pt x="103255" y="2130603"/>
                        <a:pt x="103255" y="4260437"/>
                        <a:pt x="103255" y="6392581"/>
                      </a:cubicBezTo>
                    </a:path>
                  </a:pathLst>
                </a:custGeom>
                <a:grpFill/>
                <a:ln w="7704" cap="flat">
                  <a:noFill/>
                  <a:prstDash val="solid"/>
                  <a:miter/>
                </a:ln>
              </p:spPr>
              <p:txBody>
                <a:bodyPr rtlCol="0" anchor="ctr"/>
                <a:lstStyle/>
                <a:p>
                  <a:endParaRPr lang="en-US" dirty="0">
                    <a:solidFill>
                      <a:srgbClr val="C00000"/>
                    </a:solidFill>
                    <a:latin typeface="Times New Roman" panose="02020603050405020304" pitchFamily="18" charset="0"/>
                    <a:cs typeface="Times New Roman" pitchFamily="18" charset="0"/>
                  </a:endParaRPr>
                </a:p>
              </p:txBody>
            </p:sp>
            <p:sp>
              <p:nvSpPr>
                <p:cNvPr id="31" name="Freeform: Shape 30">
                  <a:extLst>
                    <a:ext uri="{FF2B5EF4-FFF2-40B4-BE49-F238E27FC236}">
                      <a16:creationId xmlns:a16="http://schemas.microsoft.com/office/drawing/2014/main" id="{939B7FCC-CDDF-4A11-A2F1-C8F70FF2EEB4}"/>
                    </a:ext>
                  </a:extLst>
                </p:cNvPr>
                <p:cNvSpPr/>
                <p:nvPr/>
              </p:nvSpPr>
              <p:spPr>
                <a:xfrm>
                  <a:off x="6680669" y="2927282"/>
                  <a:ext cx="37550" cy="2394576"/>
                </a:xfrm>
                <a:custGeom>
                  <a:avLst/>
                  <a:gdLst>
                    <a:gd name="connsiteX0" fmla="*/ 0 w 100173"/>
                    <a:gd name="connsiteY0" fmla="*/ 6392581 h 6387957"/>
                    <a:gd name="connsiteX1" fmla="*/ 0 w 100173"/>
                    <a:gd name="connsiteY1" fmla="*/ 0 h 6387957"/>
                    <a:gd name="connsiteX2" fmla="*/ 103255 w 100173"/>
                    <a:gd name="connsiteY2" fmla="*/ 0 h 6387957"/>
                    <a:gd name="connsiteX3" fmla="*/ 103255 w 100173"/>
                    <a:gd name="connsiteY3" fmla="*/ 6392581 h 6387957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</a:cxnLst>
                  <a:rect l="l" t="t" r="r" b="b"/>
                  <a:pathLst>
                    <a:path w="100173" h="6387957">
                      <a:moveTo>
                        <a:pt x="0" y="6392581"/>
                      </a:moveTo>
                      <a:cubicBezTo>
                        <a:pt x="0" y="4261978"/>
                        <a:pt x="0" y="2132145"/>
                        <a:pt x="0" y="0"/>
                      </a:cubicBezTo>
                      <a:cubicBezTo>
                        <a:pt x="33905" y="0"/>
                        <a:pt x="67810" y="0"/>
                        <a:pt x="103255" y="0"/>
                      </a:cubicBezTo>
                      <a:cubicBezTo>
                        <a:pt x="103255" y="2131374"/>
                        <a:pt x="103255" y="4260436"/>
                        <a:pt x="103255" y="6392581"/>
                      </a:cubicBezTo>
                    </a:path>
                  </a:pathLst>
                </a:custGeom>
                <a:grpFill/>
                <a:ln w="7704" cap="flat">
                  <a:noFill/>
                  <a:prstDash val="solid"/>
                  <a:miter/>
                </a:ln>
              </p:spPr>
              <p:txBody>
                <a:bodyPr rtlCol="0" anchor="ctr"/>
                <a:lstStyle/>
                <a:p>
                  <a:endParaRPr lang="en-US" dirty="0">
                    <a:solidFill>
                      <a:srgbClr val="C00000"/>
                    </a:solidFill>
                    <a:latin typeface="Times New Roman" panose="02020603050405020304" pitchFamily="18" charset="0"/>
                    <a:cs typeface="Times New Roman" pitchFamily="18" charset="0"/>
                  </a:endParaRPr>
                </a:p>
              </p:txBody>
            </p:sp>
            <p:sp>
              <p:nvSpPr>
                <p:cNvPr id="32" name="Freeform: Shape 31">
                  <a:extLst>
                    <a:ext uri="{FF2B5EF4-FFF2-40B4-BE49-F238E27FC236}">
                      <a16:creationId xmlns:a16="http://schemas.microsoft.com/office/drawing/2014/main" id="{79A45683-A3FC-4243-9523-B723BBD003A1}"/>
                    </a:ext>
                  </a:extLst>
                </p:cNvPr>
                <p:cNvSpPr/>
                <p:nvPr/>
              </p:nvSpPr>
              <p:spPr>
                <a:xfrm>
                  <a:off x="6516134" y="2927282"/>
                  <a:ext cx="37550" cy="2394576"/>
                </a:xfrm>
                <a:custGeom>
                  <a:avLst/>
                  <a:gdLst>
                    <a:gd name="connsiteX0" fmla="*/ 0 w 100173"/>
                    <a:gd name="connsiteY0" fmla="*/ 6391811 h 6387957"/>
                    <a:gd name="connsiteX1" fmla="*/ 0 w 100173"/>
                    <a:gd name="connsiteY1" fmla="*/ 0 h 6387957"/>
                    <a:gd name="connsiteX2" fmla="*/ 103255 w 100173"/>
                    <a:gd name="connsiteY2" fmla="*/ 0 h 6387957"/>
                    <a:gd name="connsiteX3" fmla="*/ 103255 w 100173"/>
                    <a:gd name="connsiteY3" fmla="*/ 6391811 h 6387957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</a:cxnLst>
                  <a:rect l="l" t="t" r="r" b="b"/>
                  <a:pathLst>
                    <a:path w="100173" h="6387957">
                      <a:moveTo>
                        <a:pt x="0" y="6391811"/>
                      </a:moveTo>
                      <a:cubicBezTo>
                        <a:pt x="0" y="4261978"/>
                        <a:pt x="0" y="2132145"/>
                        <a:pt x="0" y="0"/>
                      </a:cubicBezTo>
                      <a:cubicBezTo>
                        <a:pt x="33134" y="0"/>
                        <a:pt x="67039" y="0"/>
                        <a:pt x="103255" y="0"/>
                      </a:cubicBezTo>
                      <a:cubicBezTo>
                        <a:pt x="103255" y="2130603"/>
                        <a:pt x="103255" y="4260436"/>
                        <a:pt x="103255" y="6391811"/>
                      </a:cubicBezTo>
                    </a:path>
                  </a:pathLst>
                </a:custGeom>
                <a:grpFill/>
                <a:ln w="7704" cap="flat">
                  <a:noFill/>
                  <a:prstDash val="solid"/>
                  <a:miter/>
                </a:ln>
              </p:spPr>
              <p:txBody>
                <a:bodyPr rtlCol="0" anchor="ctr"/>
                <a:lstStyle/>
                <a:p>
                  <a:endParaRPr lang="en-US" dirty="0">
                    <a:solidFill>
                      <a:srgbClr val="C00000"/>
                    </a:solidFill>
                    <a:latin typeface="Times New Roman" panose="02020603050405020304" pitchFamily="18" charset="0"/>
                    <a:cs typeface="Times New Roman" pitchFamily="18" charset="0"/>
                  </a:endParaRPr>
                </a:p>
              </p:txBody>
            </p:sp>
            <p:sp>
              <p:nvSpPr>
                <p:cNvPr id="33" name="Freeform: Shape 32">
                  <a:extLst>
                    <a:ext uri="{FF2B5EF4-FFF2-40B4-BE49-F238E27FC236}">
                      <a16:creationId xmlns:a16="http://schemas.microsoft.com/office/drawing/2014/main" id="{B40B3F0D-8DF8-4702-99BD-23B1475CD452}"/>
                    </a:ext>
                  </a:extLst>
                </p:cNvPr>
                <p:cNvSpPr/>
                <p:nvPr/>
              </p:nvSpPr>
              <p:spPr>
                <a:xfrm>
                  <a:off x="6399205" y="2927282"/>
                  <a:ext cx="72212" cy="2394576"/>
                </a:xfrm>
                <a:custGeom>
                  <a:avLst/>
                  <a:gdLst>
                    <a:gd name="connsiteX0" fmla="*/ 0 w 192640"/>
                    <a:gd name="connsiteY0" fmla="*/ 6392581 h 6387957"/>
                    <a:gd name="connsiteX1" fmla="*/ 0 w 192640"/>
                    <a:gd name="connsiteY1" fmla="*/ 0 h 6387957"/>
                    <a:gd name="connsiteX2" fmla="*/ 198805 w 192640"/>
                    <a:gd name="connsiteY2" fmla="*/ 0 h 6387957"/>
                    <a:gd name="connsiteX3" fmla="*/ 198805 w 192640"/>
                    <a:gd name="connsiteY3" fmla="*/ 6392581 h 6387957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</a:cxnLst>
                  <a:rect l="l" t="t" r="r" b="b"/>
                  <a:pathLst>
                    <a:path w="192640" h="6387957">
                      <a:moveTo>
                        <a:pt x="0" y="6392581"/>
                      </a:moveTo>
                      <a:cubicBezTo>
                        <a:pt x="0" y="4261207"/>
                        <a:pt x="0" y="2132145"/>
                        <a:pt x="0" y="0"/>
                      </a:cubicBezTo>
                      <a:cubicBezTo>
                        <a:pt x="66268" y="0"/>
                        <a:pt x="131766" y="0"/>
                        <a:pt x="198805" y="0"/>
                      </a:cubicBezTo>
                      <a:cubicBezTo>
                        <a:pt x="198805" y="2131374"/>
                        <a:pt x="198805" y="4261207"/>
                        <a:pt x="198805" y="6392581"/>
                      </a:cubicBezTo>
                    </a:path>
                  </a:pathLst>
                </a:custGeom>
                <a:grpFill/>
                <a:ln w="7704" cap="flat">
                  <a:noFill/>
                  <a:prstDash val="solid"/>
                  <a:miter/>
                </a:ln>
              </p:spPr>
              <p:txBody>
                <a:bodyPr rtlCol="0" anchor="ctr"/>
                <a:lstStyle/>
                <a:p>
                  <a:endParaRPr lang="en-US" dirty="0">
                    <a:solidFill>
                      <a:srgbClr val="C00000"/>
                    </a:solidFill>
                    <a:latin typeface="Times New Roman" panose="02020603050405020304" pitchFamily="18" charset="0"/>
                    <a:cs typeface="Times New Roman" pitchFamily="18" charset="0"/>
                  </a:endParaRPr>
                </a:p>
              </p:txBody>
            </p:sp>
            <p:sp>
              <p:nvSpPr>
                <p:cNvPr id="34" name="Freeform: Shape 33">
                  <a:extLst>
                    <a:ext uri="{FF2B5EF4-FFF2-40B4-BE49-F238E27FC236}">
                      <a16:creationId xmlns:a16="http://schemas.microsoft.com/office/drawing/2014/main" id="{0B972A39-D5F1-4DBE-B2F6-AA9010526F16}"/>
                    </a:ext>
                  </a:extLst>
                </p:cNvPr>
                <p:cNvSpPr/>
                <p:nvPr/>
              </p:nvSpPr>
              <p:spPr>
                <a:xfrm>
                  <a:off x="5237391" y="2926127"/>
                  <a:ext cx="144425" cy="2394576"/>
                </a:xfrm>
                <a:custGeom>
                  <a:avLst/>
                  <a:gdLst>
                    <a:gd name="connsiteX0" fmla="*/ 0 w 385280"/>
                    <a:gd name="connsiteY0" fmla="*/ 6393351 h 6387957"/>
                    <a:gd name="connsiteX1" fmla="*/ 0 w 385280"/>
                    <a:gd name="connsiteY1" fmla="*/ 0 h 6387957"/>
                    <a:gd name="connsiteX2" fmla="*/ 387593 w 385280"/>
                    <a:gd name="connsiteY2" fmla="*/ 0 h 6387957"/>
                    <a:gd name="connsiteX3" fmla="*/ 387593 w 385280"/>
                    <a:gd name="connsiteY3" fmla="*/ 6393351 h 6387957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</a:cxnLst>
                  <a:rect l="l" t="t" r="r" b="b"/>
                  <a:pathLst>
                    <a:path w="385280" h="6387957">
                      <a:moveTo>
                        <a:pt x="0" y="6393351"/>
                      </a:moveTo>
                      <a:cubicBezTo>
                        <a:pt x="0" y="4262748"/>
                        <a:pt x="0" y="2132145"/>
                        <a:pt x="0" y="0"/>
                      </a:cubicBezTo>
                      <a:cubicBezTo>
                        <a:pt x="128684" y="0"/>
                        <a:pt x="256597" y="0"/>
                        <a:pt x="387593" y="0"/>
                      </a:cubicBezTo>
                      <a:cubicBezTo>
                        <a:pt x="387593" y="2130603"/>
                        <a:pt x="387593" y="4261207"/>
                        <a:pt x="387593" y="6393351"/>
                      </a:cubicBezTo>
                    </a:path>
                  </a:pathLst>
                </a:custGeom>
                <a:grpFill/>
                <a:ln w="7704" cap="flat">
                  <a:noFill/>
                  <a:prstDash val="solid"/>
                  <a:miter/>
                </a:ln>
              </p:spPr>
              <p:txBody>
                <a:bodyPr rtlCol="0" anchor="ctr"/>
                <a:lstStyle/>
                <a:p>
                  <a:endParaRPr lang="en-US" dirty="0">
                    <a:solidFill>
                      <a:srgbClr val="C00000"/>
                    </a:solidFill>
                    <a:latin typeface="Times New Roman" panose="02020603050405020304" pitchFamily="18" charset="0"/>
                    <a:cs typeface="Times New Roman" pitchFamily="18" charset="0"/>
                  </a:endParaRPr>
                </a:p>
              </p:txBody>
            </p:sp>
            <p:sp>
              <p:nvSpPr>
                <p:cNvPr id="35" name="Freeform: Shape 34">
                  <a:extLst>
                    <a:ext uri="{FF2B5EF4-FFF2-40B4-BE49-F238E27FC236}">
                      <a16:creationId xmlns:a16="http://schemas.microsoft.com/office/drawing/2014/main" id="{C6F21A28-C5C3-423E-816C-EFF154B420AF}"/>
                    </a:ext>
                  </a:extLst>
                </p:cNvPr>
                <p:cNvSpPr/>
                <p:nvPr/>
              </p:nvSpPr>
              <p:spPr>
                <a:xfrm>
                  <a:off x="5123269" y="2926994"/>
                  <a:ext cx="72212" cy="2394576"/>
                </a:xfrm>
                <a:custGeom>
                  <a:avLst/>
                  <a:gdLst>
                    <a:gd name="connsiteX0" fmla="*/ 0 w 192640"/>
                    <a:gd name="connsiteY0" fmla="*/ 6392581 h 6387957"/>
                    <a:gd name="connsiteX1" fmla="*/ 0 w 192640"/>
                    <a:gd name="connsiteY1" fmla="*/ 0 h 6387957"/>
                    <a:gd name="connsiteX2" fmla="*/ 198805 w 192640"/>
                    <a:gd name="connsiteY2" fmla="*/ 0 h 6387957"/>
                    <a:gd name="connsiteX3" fmla="*/ 198805 w 192640"/>
                    <a:gd name="connsiteY3" fmla="*/ 6392581 h 6387957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</a:cxnLst>
                  <a:rect l="l" t="t" r="r" b="b"/>
                  <a:pathLst>
                    <a:path w="192640" h="6387957">
                      <a:moveTo>
                        <a:pt x="0" y="6392581"/>
                      </a:moveTo>
                      <a:cubicBezTo>
                        <a:pt x="0" y="4261207"/>
                        <a:pt x="0" y="2132145"/>
                        <a:pt x="0" y="0"/>
                      </a:cubicBezTo>
                      <a:cubicBezTo>
                        <a:pt x="67039" y="0"/>
                        <a:pt x="131766" y="0"/>
                        <a:pt x="198805" y="0"/>
                      </a:cubicBezTo>
                      <a:cubicBezTo>
                        <a:pt x="198805" y="2130603"/>
                        <a:pt x="198805" y="4259666"/>
                        <a:pt x="198805" y="6392581"/>
                      </a:cubicBezTo>
                    </a:path>
                  </a:pathLst>
                </a:custGeom>
                <a:grpFill/>
                <a:ln w="7704" cap="flat">
                  <a:noFill/>
                  <a:prstDash val="solid"/>
                  <a:miter/>
                </a:ln>
              </p:spPr>
              <p:txBody>
                <a:bodyPr rtlCol="0" anchor="ctr"/>
                <a:lstStyle/>
                <a:p>
                  <a:endParaRPr lang="en-US" dirty="0">
                    <a:solidFill>
                      <a:srgbClr val="C00000"/>
                    </a:solidFill>
                    <a:latin typeface="Times New Roman" panose="02020603050405020304" pitchFamily="18" charset="0"/>
                    <a:cs typeface="Times New Roman" pitchFamily="18" charset="0"/>
                  </a:endParaRPr>
                </a:p>
              </p:txBody>
            </p:sp>
            <p:sp>
              <p:nvSpPr>
                <p:cNvPr id="36" name="Freeform: Shape 35">
                  <a:extLst>
                    <a:ext uri="{FF2B5EF4-FFF2-40B4-BE49-F238E27FC236}">
                      <a16:creationId xmlns:a16="http://schemas.microsoft.com/office/drawing/2014/main" id="{CD2D5180-3504-4AF5-A04B-07F487071B22}"/>
                    </a:ext>
                  </a:extLst>
                </p:cNvPr>
                <p:cNvSpPr/>
                <p:nvPr/>
              </p:nvSpPr>
              <p:spPr>
                <a:xfrm>
                  <a:off x="5611343" y="2927282"/>
                  <a:ext cx="72212" cy="2394576"/>
                </a:xfrm>
                <a:custGeom>
                  <a:avLst/>
                  <a:gdLst>
                    <a:gd name="connsiteX0" fmla="*/ 0 w 192640"/>
                    <a:gd name="connsiteY0" fmla="*/ 6392581 h 6387957"/>
                    <a:gd name="connsiteX1" fmla="*/ 0 w 192640"/>
                    <a:gd name="connsiteY1" fmla="*/ 0 h 6387957"/>
                    <a:gd name="connsiteX2" fmla="*/ 198805 w 192640"/>
                    <a:gd name="connsiteY2" fmla="*/ 0 h 6387957"/>
                    <a:gd name="connsiteX3" fmla="*/ 198805 w 192640"/>
                    <a:gd name="connsiteY3" fmla="*/ 6392581 h 6387957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</a:cxnLst>
                  <a:rect l="l" t="t" r="r" b="b"/>
                  <a:pathLst>
                    <a:path w="192640" h="6387957">
                      <a:moveTo>
                        <a:pt x="0" y="6392581"/>
                      </a:moveTo>
                      <a:cubicBezTo>
                        <a:pt x="0" y="4261207"/>
                        <a:pt x="0" y="2132145"/>
                        <a:pt x="0" y="0"/>
                      </a:cubicBezTo>
                      <a:cubicBezTo>
                        <a:pt x="66268" y="0"/>
                        <a:pt x="131766" y="0"/>
                        <a:pt x="198805" y="0"/>
                      </a:cubicBezTo>
                      <a:cubicBezTo>
                        <a:pt x="198805" y="2131374"/>
                        <a:pt x="198805" y="4261207"/>
                        <a:pt x="198805" y="6392581"/>
                      </a:cubicBezTo>
                    </a:path>
                  </a:pathLst>
                </a:custGeom>
                <a:grpFill/>
                <a:ln w="7704" cap="flat">
                  <a:noFill/>
                  <a:prstDash val="solid"/>
                  <a:miter/>
                </a:ln>
              </p:spPr>
              <p:txBody>
                <a:bodyPr rtlCol="0" anchor="ctr"/>
                <a:lstStyle/>
                <a:p>
                  <a:endParaRPr lang="en-US" dirty="0">
                    <a:solidFill>
                      <a:srgbClr val="C00000"/>
                    </a:solidFill>
                    <a:latin typeface="Times New Roman" panose="02020603050405020304" pitchFamily="18" charset="0"/>
                    <a:cs typeface="Times New Roman" pitchFamily="18" charset="0"/>
                  </a:endParaRPr>
                </a:p>
              </p:txBody>
            </p:sp>
            <p:sp>
              <p:nvSpPr>
                <p:cNvPr id="37" name="Freeform: Shape 36">
                  <a:extLst>
                    <a:ext uri="{FF2B5EF4-FFF2-40B4-BE49-F238E27FC236}">
                      <a16:creationId xmlns:a16="http://schemas.microsoft.com/office/drawing/2014/main" id="{6078D920-7771-4459-9280-C4992F522CBA}"/>
                    </a:ext>
                  </a:extLst>
                </p:cNvPr>
                <p:cNvSpPr/>
                <p:nvPr/>
              </p:nvSpPr>
              <p:spPr>
                <a:xfrm>
                  <a:off x="5407259" y="2926994"/>
                  <a:ext cx="37550" cy="2394576"/>
                </a:xfrm>
                <a:custGeom>
                  <a:avLst/>
                  <a:gdLst>
                    <a:gd name="connsiteX0" fmla="*/ 0 w 100173"/>
                    <a:gd name="connsiteY0" fmla="*/ 6392581 h 6387957"/>
                    <a:gd name="connsiteX1" fmla="*/ 0 w 100173"/>
                    <a:gd name="connsiteY1" fmla="*/ 0 h 6387957"/>
                    <a:gd name="connsiteX2" fmla="*/ 103255 w 100173"/>
                    <a:gd name="connsiteY2" fmla="*/ 0 h 6387957"/>
                    <a:gd name="connsiteX3" fmla="*/ 103255 w 100173"/>
                    <a:gd name="connsiteY3" fmla="*/ 6392581 h 6387957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</a:cxnLst>
                  <a:rect l="l" t="t" r="r" b="b"/>
                  <a:pathLst>
                    <a:path w="100173" h="6387957">
                      <a:moveTo>
                        <a:pt x="0" y="6392581"/>
                      </a:moveTo>
                      <a:cubicBezTo>
                        <a:pt x="0" y="4261978"/>
                        <a:pt x="0" y="2132145"/>
                        <a:pt x="0" y="0"/>
                      </a:cubicBezTo>
                      <a:cubicBezTo>
                        <a:pt x="34675" y="0"/>
                        <a:pt x="67810" y="0"/>
                        <a:pt x="103255" y="0"/>
                      </a:cubicBezTo>
                      <a:cubicBezTo>
                        <a:pt x="103255" y="2130603"/>
                        <a:pt x="103255" y="4259666"/>
                        <a:pt x="103255" y="6392581"/>
                      </a:cubicBezTo>
                    </a:path>
                  </a:pathLst>
                </a:custGeom>
                <a:grpFill/>
                <a:ln w="7704" cap="flat">
                  <a:noFill/>
                  <a:prstDash val="solid"/>
                  <a:miter/>
                </a:ln>
              </p:spPr>
              <p:txBody>
                <a:bodyPr rtlCol="0" anchor="ctr"/>
                <a:lstStyle/>
                <a:p>
                  <a:endParaRPr lang="en-US" dirty="0">
                    <a:solidFill>
                      <a:srgbClr val="C00000"/>
                    </a:solidFill>
                    <a:latin typeface="Times New Roman" panose="02020603050405020304" pitchFamily="18" charset="0"/>
                    <a:cs typeface="Times New Roman" pitchFamily="18" charset="0"/>
                  </a:endParaRPr>
                </a:p>
              </p:txBody>
            </p:sp>
            <p:sp>
              <p:nvSpPr>
                <p:cNvPr id="38" name="Freeform: Shape 37">
                  <a:extLst>
                    <a:ext uri="{FF2B5EF4-FFF2-40B4-BE49-F238E27FC236}">
                      <a16:creationId xmlns:a16="http://schemas.microsoft.com/office/drawing/2014/main" id="{C3F5AF82-D5F9-4252-B824-36671DB16639}"/>
                    </a:ext>
                  </a:extLst>
                </p:cNvPr>
                <p:cNvSpPr/>
                <p:nvPr/>
              </p:nvSpPr>
              <p:spPr>
                <a:xfrm>
                  <a:off x="5470252" y="2926994"/>
                  <a:ext cx="37550" cy="2394576"/>
                </a:xfrm>
                <a:custGeom>
                  <a:avLst/>
                  <a:gdLst>
                    <a:gd name="connsiteX0" fmla="*/ 0 w 100173"/>
                    <a:gd name="connsiteY0" fmla="*/ 6392581 h 6387957"/>
                    <a:gd name="connsiteX1" fmla="*/ 0 w 100173"/>
                    <a:gd name="connsiteY1" fmla="*/ 0 h 6387957"/>
                    <a:gd name="connsiteX2" fmla="*/ 103255 w 100173"/>
                    <a:gd name="connsiteY2" fmla="*/ 0 h 6387957"/>
                    <a:gd name="connsiteX3" fmla="*/ 103255 w 100173"/>
                    <a:gd name="connsiteY3" fmla="*/ 6392581 h 6387957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</a:cxnLst>
                  <a:rect l="l" t="t" r="r" b="b"/>
                  <a:pathLst>
                    <a:path w="100173" h="6387957">
                      <a:moveTo>
                        <a:pt x="0" y="6392581"/>
                      </a:moveTo>
                      <a:cubicBezTo>
                        <a:pt x="0" y="4261978"/>
                        <a:pt x="0" y="2132145"/>
                        <a:pt x="0" y="0"/>
                      </a:cubicBezTo>
                      <a:cubicBezTo>
                        <a:pt x="34675" y="0"/>
                        <a:pt x="67809" y="0"/>
                        <a:pt x="103255" y="0"/>
                      </a:cubicBezTo>
                      <a:cubicBezTo>
                        <a:pt x="103255" y="2130603"/>
                        <a:pt x="103255" y="4259666"/>
                        <a:pt x="103255" y="6392581"/>
                      </a:cubicBezTo>
                    </a:path>
                  </a:pathLst>
                </a:custGeom>
                <a:grpFill/>
                <a:ln w="7704" cap="flat">
                  <a:noFill/>
                  <a:prstDash val="solid"/>
                  <a:miter/>
                </a:ln>
              </p:spPr>
              <p:txBody>
                <a:bodyPr rtlCol="0" anchor="ctr"/>
                <a:lstStyle/>
                <a:p>
                  <a:endParaRPr lang="en-US" dirty="0">
                    <a:solidFill>
                      <a:srgbClr val="C00000"/>
                    </a:solidFill>
                    <a:latin typeface="Times New Roman" panose="02020603050405020304" pitchFamily="18" charset="0"/>
                    <a:cs typeface="Times New Roman" pitchFamily="18" charset="0"/>
                  </a:endParaRPr>
                </a:p>
              </p:txBody>
            </p:sp>
            <p:sp>
              <p:nvSpPr>
                <p:cNvPr id="39" name="Freeform: Shape 38">
                  <a:extLst>
                    <a:ext uri="{FF2B5EF4-FFF2-40B4-BE49-F238E27FC236}">
                      <a16:creationId xmlns:a16="http://schemas.microsoft.com/office/drawing/2014/main" id="{608790BC-CF74-4127-A790-27CC4E8D7766}"/>
                    </a:ext>
                  </a:extLst>
                </p:cNvPr>
                <p:cNvSpPr/>
                <p:nvPr/>
              </p:nvSpPr>
              <p:spPr>
                <a:xfrm>
                  <a:off x="5533244" y="2926127"/>
                  <a:ext cx="37550" cy="2394576"/>
                </a:xfrm>
                <a:custGeom>
                  <a:avLst/>
                  <a:gdLst>
                    <a:gd name="connsiteX0" fmla="*/ 0 w 100173"/>
                    <a:gd name="connsiteY0" fmla="*/ 6392581 h 6387957"/>
                    <a:gd name="connsiteX1" fmla="*/ 0 w 100173"/>
                    <a:gd name="connsiteY1" fmla="*/ 0 h 6387957"/>
                    <a:gd name="connsiteX2" fmla="*/ 103255 w 100173"/>
                    <a:gd name="connsiteY2" fmla="*/ 0 h 6387957"/>
                    <a:gd name="connsiteX3" fmla="*/ 103255 w 100173"/>
                    <a:gd name="connsiteY3" fmla="*/ 6392581 h 6387957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</a:cxnLst>
                  <a:rect l="l" t="t" r="r" b="b"/>
                  <a:pathLst>
                    <a:path w="100173" h="6387957">
                      <a:moveTo>
                        <a:pt x="0" y="6392581"/>
                      </a:moveTo>
                      <a:cubicBezTo>
                        <a:pt x="0" y="4261978"/>
                        <a:pt x="0" y="2132145"/>
                        <a:pt x="0" y="0"/>
                      </a:cubicBezTo>
                      <a:cubicBezTo>
                        <a:pt x="34675" y="0"/>
                        <a:pt x="67809" y="0"/>
                        <a:pt x="103255" y="0"/>
                      </a:cubicBezTo>
                      <a:cubicBezTo>
                        <a:pt x="103255" y="2130603"/>
                        <a:pt x="103255" y="4259666"/>
                        <a:pt x="103255" y="6392581"/>
                      </a:cubicBezTo>
                    </a:path>
                  </a:pathLst>
                </a:custGeom>
                <a:grpFill/>
                <a:ln w="7704" cap="flat">
                  <a:noFill/>
                  <a:prstDash val="solid"/>
                  <a:miter/>
                </a:ln>
              </p:spPr>
              <p:txBody>
                <a:bodyPr rtlCol="0" anchor="ctr"/>
                <a:lstStyle/>
                <a:p>
                  <a:endParaRPr lang="en-US" dirty="0">
                    <a:solidFill>
                      <a:srgbClr val="C00000"/>
                    </a:solidFill>
                    <a:latin typeface="Times New Roman" panose="02020603050405020304" pitchFamily="18" charset="0"/>
                    <a:cs typeface="Times New Roman" pitchFamily="18" charset="0"/>
                  </a:endParaRPr>
                </a:p>
              </p:txBody>
            </p:sp>
          </p:grpSp>
        </p:grpSp>
        <p:grpSp>
          <p:nvGrpSpPr>
            <p:cNvPr id="40" name="Group 39">
              <a:extLst>
                <a:ext uri="{FF2B5EF4-FFF2-40B4-BE49-F238E27FC236}">
                  <a16:creationId xmlns:a16="http://schemas.microsoft.com/office/drawing/2014/main" id="{79445F8C-1794-4081-97F9-DDCDE8889481}"/>
                </a:ext>
              </a:extLst>
            </p:cNvPr>
            <p:cNvGrpSpPr/>
            <p:nvPr/>
          </p:nvGrpSpPr>
          <p:grpSpPr>
            <a:xfrm>
              <a:off x="166248" y="6490548"/>
              <a:ext cx="4247655" cy="273466"/>
              <a:chOff x="4366684" y="2926127"/>
              <a:chExt cx="3278335" cy="2571063"/>
            </a:xfrm>
          </p:grpSpPr>
          <p:sp>
            <p:nvSpPr>
              <p:cNvPr id="41" name="Freeform: Shape 4">
                <a:extLst>
                  <a:ext uri="{FF2B5EF4-FFF2-40B4-BE49-F238E27FC236}">
                    <a16:creationId xmlns:a16="http://schemas.microsoft.com/office/drawing/2014/main" id="{74D575C7-16A7-4D8B-BCCC-3A2CC2EAF554}"/>
                  </a:ext>
                </a:extLst>
              </p:cNvPr>
              <p:cNvSpPr/>
              <p:nvPr/>
            </p:nvSpPr>
            <p:spPr>
              <a:xfrm>
                <a:off x="4744501" y="2926994"/>
                <a:ext cx="72212" cy="2394576"/>
              </a:xfrm>
              <a:custGeom>
                <a:avLst/>
                <a:gdLst>
                  <a:gd name="connsiteX0" fmla="*/ 0 w 192640"/>
                  <a:gd name="connsiteY0" fmla="*/ 6393351 h 6387957"/>
                  <a:gd name="connsiteX1" fmla="*/ 0 w 192640"/>
                  <a:gd name="connsiteY1" fmla="*/ 0 h 6387957"/>
                  <a:gd name="connsiteX2" fmla="*/ 198034 w 192640"/>
                  <a:gd name="connsiteY2" fmla="*/ 0 h 6387957"/>
                  <a:gd name="connsiteX3" fmla="*/ 198034 w 192640"/>
                  <a:gd name="connsiteY3" fmla="*/ 6393351 h 6387957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</a:cxnLst>
                <a:rect l="l" t="t" r="r" b="b"/>
                <a:pathLst>
                  <a:path w="192640" h="6387957">
                    <a:moveTo>
                      <a:pt x="0" y="6393351"/>
                    </a:moveTo>
                    <a:cubicBezTo>
                      <a:pt x="0" y="4261207"/>
                      <a:pt x="0" y="2132145"/>
                      <a:pt x="0" y="0"/>
                    </a:cubicBezTo>
                    <a:cubicBezTo>
                      <a:pt x="67039" y="0"/>
                      <a:pt x="131766" y="0"/>
                      <a:pt x="198034" y="0"/>
                    </a:cubicBezTo>
                    <a:cubicBezTo>
                      <a:pt x="198034" y="2132145"/>
                      <a:pt x="198034" y="4261207"/>
                      <a:pt x="198034" y="6393351"/>
                    </a:cubicBezTo>
                  </a:path>
                </a:pathLst>
              </a:custGeom>
              <a:solidFill>
                <a:schemeClr val="accent5"/>
              </a:solidFill>
              <a:ln w="7704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US" dirty="0">
                  <a:latin typeface="Times New Roman" panose="02020603050405020304" pitchFamily="18" charset="0"/>
                  <a:cs typeface="Times New Roman" pitchFamily="18" charset="0"/>
                </a:endParaRPr>
              </a:p>
            </p:txBody>
          </p:sp>
          <p:sp>
            <p:nvSpPr>
              <p:cNvPr id="42" name="Freeform: Shape 5">
                <a:extLst>
                  <a:ext uri="{FF2B5EF4-FFF2-40B4-BE49-F238E27FC236}">
                    <a16:creationId xmlns:a16="http://schemas.microsoft.com/office/drawing/2014/main" id="{F6284352-7A7E-48DA-8B26-7B51CCB5A721}"/>
                  </a:ext>
                </a:extLst>
              </p:cNvPr>
              <p:cNvSpPr/>
              <p:nvPr/>
            </p:nvSpPr>
            <p:spPr>
              <a:xfrm>
                <a:off x="4676621" y="2926994"/>
                <a:ext cx="37550" cy="2394576"/>
              </a:xfrm>
              <a:custGeom>
                <a:avLst/>
                <a:gdLst>
                  <a:gd name="connsiteX0" fmla="*/ 0 w 100173"/>
                  <a:gd name="connsiteY0" fmla="*/ 6392581 h 6387957"/>
                  <a:gd name="connsiteX1" fmla="*/ 0 w 100173"/>
                  <a:gd name="connsiteY1" fmla="*/ 0 h 6387957"/>
                  <a:gd name="connsiteX2" fmla="*/ 103255 w 100173"/>
                  <a:gd name="connsiteY2" fmla="*/ 0 h 6387957"/>
                  <a:gd name="connsiteX3" fmla="*/ 103255 w 100173"/>
                  <a:gd name="connsiteY3" fmla="*/ 6392581 h 6387957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</a:cxnLst>
                <a:rect l="l" t="t" r="r" b="b"/>
                <a:pathLst>
                  <a:path w="100173" h="6387957">
                    <a:moveTo>
                      <a:pt x="0" y="6392581"/>
                    </a:moveTo>
                    <a:cubicBezTo>
                      <a:pt x="0" y="4261207"/>
                      <a:pt x="0" y="2131374"/>
                      <a:pt x="0" y="0"/>
                    </a:cubicBezTo>
                    <a:cubicBezTo>
                      <a:pt x="34675" y="0"/>
                      <a:pt x="67809" y="0"/>
                      <a:pt x="103255" y="0"/>
                    </a:cubicBezTo>
                    <a:cubicBezTo>
                      <a:pt x="103255" y="2130603"/>
                      <a:pt x="103255" y="4260437"/>
                      <a:pt x="103255" y="6392581"/>
                    </a:cubicBezTo>
                  </a:path>
                </a:pathLst>
              </a:custGeom>
              <a:solidFill>
                <a:schemeClr val="accent5"/>
              </a:solidFill>
              <a:ln w="7704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US" dirty="0">
                  <a:latin typeface="Times New Roman" panose="02020603050405020304" pitchFamily="18" charset="0"/>
                  <a:cs typeface="Times New Roman" pitchFamily="18" charset="0"/>
                </a:endParaRPr>
              </a:p>
            </p:txBody>
          </p:sp>
          <p:sp>
            <p:nvSpPr>
              <p:cNvPr id="43" name="Freeform: Shape 6">
                <a:extLst>
                  <a:ext uri="{FF2B5EF4-FFF2-40B4-BE49-F238E27FC236}">
                    <a16:creationId xmlns:a16="http://schemas.microsoft.com/office/drawing/2014/main" id="{8AB1A5A0-486E-4510-BCA8-845A3DA94D58}"/>
                  </a:ext>
                </a:extLst>
              </p:cNvPr>
              <p:cNvSpPr/>
              <p:nvPr/>
            </p:nvSpPr>
            <p:spPr>
              <a:xfrm>
                <a:off x="5706626" y="2927282"/>
                <a:ext cx="109764" cy="2394576"/>
              </a:xfrm>
              <a:custGeom>
                <a:avLst/>
                <a:gdLst>
                  <a:gd name="connsiteX0" fmla="*/ 0 w 292813"/>
                  <a:gd name="connsiteY0" fmla="*/ 6392581 h 6387957"/>
                  <a:gd name="connsiteX1" fmla="*/ 0 w 292813"/>
                  <a:gd name="connsiteY1" fmla="*/ 0 h 6387957"/>
                  <a:gd name="connsiteX2" fmla="*/ 295125 w 292813"/>
                  <a:gd name="connsiteY2" fmla="*/ 0 h 6387957"/>
                  <a:gd name="connsiteX3" fmla="*/ 295125 w 292813"/>
                  <a:gd name="connsiteY3" fmla="*/ 6392581 h 6387957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</a:cxnLst>
                <a:rect l="l" t="t" r="r" b="b"/>
                <a:pathLst>
                  <a:path w="292813" h="6387957">
                    <a:moveTo>
                      <a:pt x="0" y="6392581"/>
                    </a:moveTo>
                    <a:cubicBezTo>
                      <a:pt x="0" y="4261978"/>
                      <a:pt x="0" y="2132145"/>
                      <a:pt x="0" y="0"/>
                    </a:cubicBezTo>
                    <a:cubicBezTo>
                      <a:pt x="97091" y="0"/>
                      <a:pt x="194952" y="0"/>
                      <a:pt x="295125" y="0"/>
                    </a:cubicBezTo>
                    <a:cubicBezTo>
                      <a:pt x="295125" y="2130603"/>
                      <a:pt x="295125" y="4259666"/>
                      <a:pt x="295125" y="6392581"/>
                    </a:cubicBezTo>
                  </a:path>
                </a:pathLst>
              </a:custGeom>
              <a:solidFill>
                <a:schemeClr val="accent2"/>
              </a:solidFill>
              <a:ln w="7704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US" dirty="0">
                  <a:latin typeface="Times New Roman" panose="02020603050405020304" pitchFamily="18" charset="0"/>
                  <a:cs typeface="Times New Roman" pitchFamily="18" charset="0"/>
                </a:endParaRPr>
              </a:p>
            </p:txBody>
          </p:sp>
          <p:sp>
            <p:nvSpPr>
              <p:cNvPr id="44" name="Freeform: Shape 7">
                <a:extLst>
                  <a:ext uri="{FF2B5EF4-FFF2-40B4-BE49-F238E27FC236}">
                    <a16:creationId xmlns:a16="http://schemas.microsoft.com/office/drawing/2014/main" id="{D81590AB-AD28-44BD-8461-22FE3E26E6E0}"/>
                  </a:ext>
                </a:extLst>
              </p:cNvPr>
              <p:cNvSpPr/>
              <p:nvPr/>
            </p:nvSpPr>
            <p:spPr>
              <a:xfrm>
                <a:off x="5022376" y="2926994"/>
                <a:ext cx="75101" cy="2394576"/>
              </a:xfrm>
              <a:custGeom>
                <a:avLst/>
                <a:gdLst>
                  <a:gd name="connsiteX0" fmla="*/ 0 w 200346"/>
                  <a:gd name="connsiteY0" fmla="*/ 6392581 h 6387957"/>
                  <a:gd name="connsiteX1" fmla="*/ 0 w 200346"/>
                  <a:gd name="connsiteY1" fmla="*/ 0 h 6387957"/>
                  <a:gd name="connsiteX2" fmla="*/ 201117 w 200346"/>
                  <a:gd name="connsiteY2" fmla="*/ 0 h 6387957"/>
                  <a:gd name="connsiteX3" fmla="*/ 201117 w 200346"/>
                  <a:gd name="connsiteY3" fmla="*/ 6392581 h 6387957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</a:cxnLst>
                <a:rect l="l" t="t" r="r" b="b"/>
                <a:pathLst>
                  <a:path w="200346" h="6387957">
                    <a:moveTo>
                      <a:pt x="0" y="6392581"/>
                    </a:moveTo>
                    <a:cubicBezTo>
                      <a:pt x="0" y="4261207"/>
                      <a:pt x="0" y="2132145"/>
                      <a:pt x="0" y="0"/>
                    </a:cubicBezTo>
                    <a:cubicBezTo>
                      <a:pt x="67039" y="0"/>
                      <a:pt x="133307" y="0"/>
                      <a:pt x="201117" y="0"/>
                    </a:cubicBezTo>
                    <a:cubicBezTo>
                      <a:pt x="201117" y="2131374"/>
                      <a:pt x="201117" y="4260437"/>
                      <a:pt x="201117" y="6392581"/>
                    </a:cubicBezTo>
                  </a:path>
                </a:pathLst>
              </a:custGeom>
              <a:solidFill>
                <a:schemeClr val="accent4"/>
              </a:solidFill>
              <a:ln w="7704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US" dirty="0">
                  <a:latin typeface="Times New Roman" panose="02020603050405020304" pitchFamily="18" charset="0"/>
                  <a:cs typeface="Times New Roman" pitchFamily="18" charset="0"/>
                </a:endParaRPr>
              </a:p>
            </p:txBody>
          </p:sp>
          <p:sp>
            <p:nvSpPr>
              <p:cNvPr id="45" name="Freeform: Shape 8">
                <a:extLst>
                  <a:ext uri="{FF2B5EF4-FFF2-40B4-BE49-F238E27FC236}">
                    <a16:creationId xmlns:a16="http://schemas.microsoft.com/office/drawing/2014/main" id="{C3640730-A67E-4C43-A7C2-B4C32BF965C4}"/>
                  </a:ext>
                </a:extLst>
              </p:cNvPr>
              <p:cNvSpPr/>
              <p:nvPr/>
            </p:nvSpPr>
            <p:spPr>
              <a:xfrm>
                <a:off x="4877829" y="2926994"/>
                <a:ext cx="72212" cy="2394576"/>
              </a:xfrm>
              <a:custGeom>
                <a:avLst/>
                <a:gdLst>
                  <a:gd name="connsiteX0" fmla="*/ 0 w 192640"/>
                  <a:gd name="connsiteY0" fmla="*/ 6392581 h 6387957"/>
                  <a:gd name="connsiteX1" fmla="*/ 0 w 192640"/>
                  <a:gd name="connsiteY1" fmla="*/ 0 h 6387957"/>
                  <a:gd name="connsiteX2" fmla="*/ 198805 w 192640"/>
                  <a:gd name="connsiteY2" fmla="*/ 0 h 6387957"/>
                  <a:gd name="connsiteX3" fmla="*/ 198805 w 192640"/>
                  <a:gd name="connsiteY3" fmla="*/ 6392581 h 6387957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</a:cxnLst>
                <a:rect l="l" t="t" r="r" b="b"/>
                <a:pathLst>
                  <a:path w="192640" h="6387957">
                    <a:moveTo>
                      <a:pt x="0" y="6392581"/>
                    </a:moveTo>
                    <a:cubicBezTo>
                      <a:pt x="0" y="4261207"/>
                      <a:pt x="0" y="2131374"/>
                      <a:pt x="0" y="0"/>
                    </a:cubicBezTo>
                    <a:cubicBezTo>
                      <a:pt x="67039" y="0"/>
                      <a:pt x="131766" y="0"/>
                      <a:pt x="198805" y="0"/>
                    </a:cubicBezTo>
                    <a:cubicBezTo>
                      <a:pt x="198805" y="2130603"/>
                      <a:pt x="198805" y="4260437"/>
                      <a:pt x="198805" y="6392581"/>
                    </a:cubicBezTo>
                  </a:path>
                </a:pathLst>
              </a:custGeom>
              <a:solidFill>
                <a:schemeClr val="accent4"/>
              </a:solidFill>
              <a:ln w="7704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US" dirty="0">
                  <a:latin typeface="Times New Roman" panose="02020603050405020304" pitchFamily="18" charset="0"/>
                  <a:cs typeface="Times New Roman" pitchFamily="18" charset="0"/>
                </a:endParaRPr>
              </a:p>
            </p:txBody>
          </p:sp>
          <p:sp>
            <p:nvSpPr>
              <p:cNvPr id="46" name="Freeform: Shape 9">
                <a:extLst>
                  <a:ext uri="{FF2B5EF4-FFF2-40B4-BE49-F238E27FC236}">
                    <a16:creationId xmlns:a16="http://schemas.microsoft.com/office/drawing/2014/main" id="{8F91D3B5-0631-4E10-8E8F-A90BDB6CEF8C}"/>
                  </a:ext>
                </a:extLst>
              </p:cNvPr>
              <p:cNvSpPr/>
              <p:nvPr/>
            </p:nvSpPr>
            <p:spPr>
              <a:xfrm>
                <a:off x="4559765" y="2926994"/>
                <a:ext cx="72212" cy="2394576"/>
              </a:xfrm>
              <a:custGeom>
                <a:avLst/>
                <a:gdLst>
                  <a:gd name="connsiteX0" fmla="*/ 0 w 192640"/>
                  <a:gd name="connsiteY0" fmla="*/ 6393351 h 6387957"/>
                  <a:gd name="connsiteX1" fmla="*/ 0 w 192640"/>
                  <a:gd name="connsiteY1" fmla="*/ 0 h 6387957"/>
                  <a:gd name="connsiteX2" fmla="*/ 198034 w 192640"/>
                  <a:gd name="connsiteY2" fmla="*/ 0 h 6387957"/>
                  <a:gd name="connsiteX3" fmla="*/ 198034 w 192640"/>
                  <a:gd name="connsiteY3" fmla="*/ 6393351 h 6387957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</a:cxnLst>
                <a:rect l="l" t="t" r="r" b="b"/>
                <a:pathLst>
                  <a:path w="192640" h="6387957">
                    <a:moveTo>
                      <a:pt x="0" y="6393351"/>
                    </a:moveTo>
                    <a:cubicBezTo>
                      <a:pt x="0" y="4261207"/>
                      <a:pt x="0" y="2132145"/>
                      <a:pt x="0" y="0"/>
                    </a:cubicBezTo>
                    <a:cubicBezTo>
                      <a:pt x="67039" y="0"/>
                      <a:pt x="131766" y="0"/>
                      <a:pt x="198034" y="0"/>
                    </a:cubicBezTo>
                    <a:cubicBezTo>
                      <a:pt x="198034" y="2132145"/>
                      <a:pt x="198034" y="4261207"/>
                      <a:pt x="198034" y="6393351"/>
                    </a:cubicBezTo>
                  </a:path>
                </a:pathLst>
              </a:custGeom>
              <a:solidFill>
                <a:schemeClr val="accent6"/>
              </a:solidFill>
              <a:ln w="7704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US" dirty="0">
                  <a:latin typeface="Times New Roman" panose="02020603050405020304" pitchFamily="18" charset="0"/>
                  <a:cs typeface="Times New Roman" pitchFamily="18" charset="0"/>
                </a:endParaRPr>
              </a:p>
            </p:txBody>
          </p:sp>
          <p:sp>
            <p:nvSpPr>
              <p:cNvPr id="47" name="Freeform: Shape 10">
                <a:extLst>
                  <a:ext uri="{FF2B5EF4-FFF2-40B4-BE49-F238E27FC236}">
                    <a16:creationId xmlns:a16="http://schemas.microsoft.com/office/drawing/2014/main" id="{9833ED5E-247A-4AFE-956E-D90EE783EDB3}"/>
                  </a:ext>
                </a:extLst>
              </p:cNvPr>
              <p:cNvSpPr/>
              <p:nvPr/>
            </p:nvSpPr>
            <p:spPr>
              <a:xfrm>
                <a:off x="4433987" y="2926705"/>
                <a:ext cx="37550" cy="2567886"/>
              </a:xfrm>
              <a:custGeom>
                <a:avLst/>
                <a:gdLst>
                  <a:gd name="connsiteX0" fmla="*/ 0 w 100173"/>
                  <a:gd name="connsiteY0" fmla="*/ 6854918 h 6850294"/>
                  <a:gd name="connsiteX1" fmla="*/ 0 w 100173"/>
                  <a:gd name="connsiteY1" fmla="*/ 0 h 6850294"/>
                  <a:gd name="connsiteX2" fmla="*/ 103255 w 100173"/>
                  <a:gd name="connsiteY2" fmla="*/ 0 h 6850294"/>
                  <a:gd name="connsiteX3" fmla="*/ 103255 w 100173"/>
                  <a:gd name="connsiteY3" fmla="*/ 6854918 h 6850294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</a:cxnLst>
                <a:rect l="l" t="t" r="r" b="b"/>
                <a:pathLst>
                  <a:path w="100173" h="6850294">
                    <a:moveTo>
                      <a:pt x="0" y="6854918"/>
                    </a:moveTo>
                    <a:cubicBezTo>
                      <a:pt x="0" y="4570202"/>
                      <a:pt x="0" y="2286257"/>
                      <a:pt x="0" y="0"/>
                    </a:cubicBezTo>
                    <a:cubicBezTo>
                      <a:pt x="34675" y="0"/>
                      <a:pt x="67809" y="0"/>
                      <a:pt x="103255" y="0"/>
                    </a:cubicBezTo>
                    <a:cubicBezTo>
                      <a:pt x="103255" y="2284716"/>
                      <a:pt x="103255" y="4567891"/>
                      <a:pt x="103255" y="6854918"/>
                    </a:cubicBezTo>
                  </a:path>
                </a:pathLst>
              </a:custGeom>
              <a:solidFill>
                <a:schemeClr val="accent6"/>
              </a:solidFill>
              <a:ln w="7704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US" dirty="0">
                  <a:latin typeface="Times New Roman" panose="02020603050405020304" pitchFamily="18" charset="0"/>
                  <a:cs typeface="Times New Roman" pitchFamily="18" charset="0"/>
                </a:endParaRPr>
              </a:p>
            </p:txBody>
          </p:sp>
          <p:sp>
            <p:nvSpPr>
              <p:cNvPr id="48" name="Freeform: Shape 11">
                <a:extLst>
                  <a:ext uri="{FF2B5EF4-FFF2-40B4-BE49-F238E27FC236}">
                    <a16:creationId xmlns:a16="http://schemas.microsoft.com/office/drawing/2014/main" id="{E5EC525C-3908-4545-B9F0-C982F2420877}"/>
                  </a:ext>
                </a:extLst>
              </p:cNvPr>
              <p:cNvSpPr/>
              <p:nvPr/>
            </p:nvSpPr>
            <p:spPr>
              <a:xfrm>
                <a:off x="4366684" y="2927282"/>
                <a:ext cx="37550" cy="2567886"/>
              </a:xfrm>
              <a:custGeom>
                <a:avLst/>
                <a:gdLst>
                  <a:gd name="connsiteX0" fmla="*/ 0 w 100173"/>
                  <a:gd name="connsiteY0" fmla="*/ 6854148 h 6850294"/>
                  <a:gd name="connsiteX1" fmla="*/ 0 w 100173"/>
                  <a:gd name="connsiteY1" fmla="*/ 0 h 6850294"/>
                  <a:gd name="connsiteX2" fmla="*/ 103255 w 100173"/>
                  <a:gd name="connsiteY2" fmla="*/ 0 h 6850294"/>
                  <a:gd name="connsiteX3" fmla="*/ 103255 w 100173"/>
                  <a:gd name="connsiteY3" fmla="*/ 6854918 h 6850294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</a:cxnLst>
                <a:rect l="l" t="t" r="r" b="b"/>
                <a:pathLst>
                  <a:path w="100173" h="6850294">
                    <a:moveTo>
                      <a:pt x="0" y="6854148"/>
                    </a:moveTo>
                    <a:cubicBezTo>
                      <a:pt x="0" y="4569432"/>
                      <a:pt x="0" y="2286257"/>
                      <a:pt x="0" y="0"/>
                    </a:cubicBezTo>
                    <a:cubicBezTo>
                      <a:pt x="33905" y="0"/>
                      <a:pt x="67809" y="0"/>
                      <a:pt x="103255" y="0"/>
                    </a:cubicBezTo>
                    <a:cubicBezTo>
                      <a:pt x="103255" y="2285486"/>
                      <a:pt x="103255" y="4568661"/>
                      <a:pt x="103255" y="6854918"/>
                    </a:cubicBezTo>
                  </a:path>
                </a:pathLst>
              </a:custGeom>
              <a:solidFill>
                <a:schemeClr val="accent6"/>
              </a:solidFill>
              <a:ln w="7704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US" dirty="0">
                  <a:latin typeface="Times New Roman" panose="02020603050405020304" pitchFamily="18" charset="0"/>
                  <a:cs typeface="Times New Roman" pitchFamily="18" charset="0"/>
                </a:endParaRPr>
              </a:p>
            </p:txBody>
          </p:sp>
          <p:sp>
            <p:nvSpPr>
              <p:cNvPr id="49" name="Freeform: Shape 12">
                <a:extLst>
                  <a:ext uri="{FF2B5EF4-FFF2-40B4-BE49-F238E27FC236}">
                    <a16:creationId xmlns:a16="http://schemas.microsoft.com/office/drawing/2014/main" id="{09C432BF-83BF-44C7-8A68-9B35111165C4}"/>
                  </a:ext>
                </a:extLst>
              </p:cNvPr>
              <p:cNvSpPr/>
              <p:nvPr/>
            </p:nvSpPr>
            <p:spPr>
              <a:xfrm>
                <a:off x="5957386" y="2926705"/>
                <a:ext cx="37550" cy="2567886"/>
              </a:xfrm>
              <a:custGeom>
                <a:avLst/>
                <a:gdLst>
                  <a:gd name="connsiteX0" fmla="*/ 0 w 100173"/>
                  <a:gd name="connsiteY0" fmla="*/ 6854918 h 6850294"/>
                  <a:gd name="connsiteX1" fmla="*/ 0 w 100173"/>
                  <a:gd name="connsiteY1" fmla="*/ 0 h 6850294"/>
                  <a:gd name="connsiteX2" fmla="*/ 103255 w 100173"/>
                  <a:gd name="connsiteY2" fmla="*/ 0 h 6850294"/>
                  <a:gd name="connsiteX3" fmla="*/ 103255 w 100173"/>
                  <a:gd name="connsiteY3" fmla="*/ 6854918 h 6850294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</a:cxnLst>
                <a:rect l="l" t="t" r="r" b="b"/>
                <a:pathLst>
                  <a:path w="100173" h="6850294">
                    <a:moveTo>
                      <a:pt x="0" y="6854918"/>
                    </a:moveTo>
                    <a:cubicBezTo>
                      <a:pt x="0" y="4570202"/>
                      <a:pt x="0" y="2286257"/>
                      <a:pt x="0" y="0"/>
                    </a:cubicBezTo>
                    <a:cubicBezTo>
                      <a:pt x="34675" y="0"/>
                      <a:pt x="67809" y="0"/>
                      <a:pt x="103255" y="0"/>
                    </a:cubicBezTo>
                    <a:cubicBezTo>
                      <a:pt x="103255" y="2283945"/>
                      <a:pt x="103255" y="4567891"/>
                      <a:pt x="103255" y="6854918"/>
                    </a:cubicBezTo>
                  </a:path>
                </a:pathLst>
              </a:custGeom>
              <a:solidFill>
                <a:schemeClr val="accent6"/>
              </a:solidFill>
              <a:ln w="7704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US" dirty="0">
                  <a:latin typeface="Times New Roman" panose="02020603050405020304" pitchFamily="18" charset="0"/>
                  <a:cs typeface="Times New Roman" pitchFamily="18" charset="0"/>
                </a:endParaRPr>
              </a:p>
            </p:txBody>
          </p:sp>
          <p:sp>
            <p:nvSpPr>
              <p:cNvPr id="50" name="Freeform: Shape 13">
                <a:extLst>
                  <a:ext uri="{FF2B5EF4-FFF2-40B4-BE49-F238E27FC236}">
                    <a16:creationId xmlns:a16="http://schemas.microsoft.com/office/drawing/2014/main" id="{4D5F14F6-BD9C-4471-B822-35693E0ECCEE}"/>
                  </a:ext>
                </a:extLst>
              </p:cNvPr>
              <p:cNvSpPr/>
              <p:nvPr/>
            </p:nvSpPr>
            <p:spPr>
              <a:xfrm>
                <a:off x="6024689" y="2926127"/>
                <a:ext cx="37550" cy="2567886"/>
              </a:xfrm>
              <a:custGeom>
                <a:avLst/>
                <a:gdLst>
                  <a:gd name="connsiteX0" fmla="*/ 0 w 100173"/>
                  <a:gd name="connsiteY0" fmla="*/ 6857230 h 6850294"/>
                  <a:gd name="connsiteX1" fmla="*/ 0 w 100173"/>
                  <a:gd name="connsiteY1" fmla="*/ 0 h 6850294"/>
                  <a:gd name="connsiteX2" fmla="*/ 52398 w 100173"/>
                  <a:gd name="connsiteY2" fmla="*/ 0 h 6850294"/>
                  <a:gd name="connsiteX3" fmla="*/ 103255 w 100173"/>
                  <a:gd name="connsiteY3" fmla="*/ 0 h 6850294"/>
                  <a:gd name="connsiteX4" fmla="*/ 103255 w 100173"/>
                  <a:gd name="connsiteY4" fmla="*/ 6857230 h 6850294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</a:cxnLst>
                <a:rect l="l" t="t" r="r" b="b"/>
                <a:pathLst>
                  <a:path w="100173" h="6850294">
                    <a:moveTo>
                      <a:pt x="0" y="6857230"/>
                    </a:moveTo>
                    <a:cubicBezTo>
                      <a:pt x="0" y="4572514"/>
                      <a:pt x="0" y="2288569"/>
                      <a:pt x="0" y="0"/>
                    </a:cubicBezTo>
                    <a:cubicBezTo>
                      <a:pt x="17723" y="0"/>
                      <a:pt x="34675" y="0"/>
                      <a:pt x="52398" y="0"/>
                    </a:cubicBezTo>
                    <a:cubicBezTo>
                      <a:pt x="68580" y="0"/>
                      <a:pt x="84762" y="0"/>
                      <a:pt x="103255" y="0"/>
                    </a:cubicBezTo>
                    <a:cubicBezTo>
                      <a:pt x="103255" y="2287798"/>
                      <a:pt x="103255" y="4571743"/>
                      <a:pt x="103255" y="6857230"/>
                    </a:cubicBezTo>
                  </a:path>
                </a:pathLst>
              </a:custGeom>
              <a:solidFill>
                <a:schemeClr val="accent6"/>
              </a:solidFill>
              <a:ln w="7704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US" dirty="0">
                  <a:latin typeface="Times New Roman" panose="02020603050405020304" pitchFamily="18" charset="0"/>
                  <a:cs typeface="Times New Roman" pitchFamily="18" charset="0"/>
                </a:endParaRPr>
              </a:p>
            </p:txBody>
          </p:sp>
          <p:sp>
            <p:nvSpPr>
              <p:cNvPr id="51" name="Freeform: Shape 14">
                <a:extLst>
                  <a:ext uri="{FF2B5EF4-FFF2-40B4-BE49-F238E27FC236}">
                    <a16:creationId xmlns:a16="http://schemas.microsoft.com/office/drawing/2014/main" id="{35B6ED53-E8E4-4DE2-BE76-D07542427D91}"/>
                  </a:ext>
                </a:extLst>
              </p:cNvPr>
              <p:cNvSpPr/>
              <p:nvPr/>
            </p:nvSpPr>
            <p:spPr>
              <a:xfrm>
                <a:off x="5890084" y="2926994"/>
                <a:ext cx="37550" cy="2394576"/>
              </a:xfrm>
              <a:custGeom>
                <a:avLst/>
                <a:gdLst>
                  <a:gd name="connsiteX0" fmla="*/ 0 w 100173"/>
                  <a:gd name="connsiteY0" fmla="*/ 6392581 h 6387957"/>
                  <a:gd name="connsiteX1" fmla="*/ 0 w 100173"/>
                  <a:gd name="connsiteY1" fmla="*/ 0 h 6387957"/>
                  <a:gd name="connsiteX2" fmla="*/ 101714 w 100173"/>
                  <a:gd name="connsiteY2" fmla="*/ 0 h 6387957"/>
                  <a:gd name="connsiteX3" fmla="*/ 101714 w 100173"/>
                  <a:gd name="connsiteY3" fmla="*/ 6392581 h 6387957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</a:cxnLst>
                <a:rect l="l" t="t" r="r" b="b"/>
                <a:pathLst>
                  <a:path w="100173" h="6387957">
                    <a:moveTo>
                      <a:pt x="0" y="6392581"/>
                    </a:moveTo>
                    <a:cubicBezTo>
                      <a:pt x="0" y="4262748"/>
                      <a:pt x="0" y="2132145"/>
                      <a:pt x="0" y="0"/>
                    </a:cubicBezTo>
                    <a:cubicBezTo>
                      <a:pt x="33904" y="0"/>
                      <a:pt x="67039" y="0"/>
                      <a:pt x="101714" y="0"/>
                    </a:cubicBezTo>
                    <a:cubicBezTo>
                      <a:pt x="101714" y="2130603"/>
                      <a:pt x="101714" y="4260437"/>
                      <a:pt x="101714" y="6392581"/>
                    </a:cubicBezTo>
                  </a:path>
                </a:pathLst>
              </a:custGeom>
              <a:solidFill>
                <a:schemeClr val="accent6"/>
              </a:solidFill>
              <a:ln w="7704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US" dirty="0">
                  <a:latin typeface="Times New Roman" panose="02020603050405020304" pitchFamily="18" charset="0"/>
                  <a:cs typeface="Times New Roman" pitchFamily="18" charset="0"/>
                </a:endParaRPr>
              </a:p>
            </p:txBody>
          </p:sp>
          <p:sp>
            <p:nvSpPr>
              <p:cNvPr id="52" name="Freeform: Shape 15">
                <a:extLst>
                  <a:ext uri="{FF2B5EF4-FFF2-40B4-BE49-F238E27FC236}">
                    <a16:creationId xmlns:a16="http://schemas.microsoft.com/office/drawing/2014/main" id="{A8A97A24-DC2C-49EC-B707-A0A7A527B0A9}"/>
                  </a:ext>
                </a:extLst>
              </p:cNvPr>
              <p:cNvSpPr/>
              <p:nvPr/>
            </p:nvSpPr>
            <p:spPr>
              <a:xfrm>
                <a:off x="6091991" y="2926994"/>
                <a:ext cx="37550" cy="2394576"/>
              </a:xfrm>
              <a:custGeom>
                <a:avLst/>
                <a:gdLst>
                  <a:gd name="connsiteX0" fmla="*/ 0 w 100173"/>
                  <a:gd name="connsiteY0" fmla="*/ 6393351 h 6387957"/>
                  <a:gd name="connsiteX1" fmla="*/ 0 w 100173"/>
                  <a:gd name="connsiteY1" fmla="*/ 0 h 6387957"/>
                  <a:gd name="connsiteX2" fmla="*/ 103255 w 100173"/>
                  <a:gd name="connsiteY2" fmla="*/ 0 h 6387957"/>
                  <a:gd name="connsiteX3" fmla="*/ 103255 w 100173"/>
                  <a:gd name="connsiteY3" fmla="*/ 6393351 h 6387957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</a:cxnLst>
                <a:rect l="l" t="t" r="r" b="b"/>
                <a:pathLst>
                  <a:path w="100173" h="6387957">
                    <a:moveTo>
                      <a:pt x="0" y="6393351"/>
                    </a:moveTo>
                    <a:cubicBezTo>
                      <a:pt x="0" y="4261978"/>
                      <a:pt x="0" y="2132915"/>
                      <a:pt x="0" y="0"/>
                    </a:cubicBezTo>
                    <a:cubicBezTo>
                      <a:pt x="34675" y="0"/>
                      <a:pt x="67809" y="0"/>
                      <a:pt x="103255" y="0"/>
                    </a:cubicBezTo>
                    <a:cubicBezTo>
                      <a:pt x="103255" y="2131374"/>
                      <a:pt x="103255" y="4261207"/>
                      <a:pt x="103255" y="6393351"/>
                    </a:cubicBezTo>
                  </a:path>
                </a:pathLst>
              </a:custGeom>
              <a:solidFill>
                <a:schemeClr val="accent6"/>
              </a:solidFill>
              <a:ln w="7704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US" dirty="0">
                  <a:latin typeface="Times New Roman" panose="02020603050405020304" pitchFamily="18" charset="0"/>
                  <a:cs typeface="Times New Roman" pitchFamily="18" charset="0"/>
                </a:endParaRPr>
              </a:p>
            </p:txBody>
          </p:sp>
          <p:sp>
            <p:nvSpPr>
              <p:cNvPr id="53" name="Freeform: Shape 16">
                <a:extLst>
                  <a:ext uri="{FF2B5EF4-FFF2-40B4-BE49-F238E27FC236}">
                    <a16:creationId xmlns:a16="http://schemas.microsoft.com/office/drawing/2014/main" id="{4ED0FC69-47AA-4FC9-8D08-3147EA5A1734}"/>
                  </a:ext>
                </a:extLst>
              </p:cNvPr>
              <p:cNvSpPr/>
              <p:nvPr/>
            </p:nvSpPr>
            <p:spPr>
              <a:xfrm>
                <a:off x="7139759" y="2926994"/>
                <a:ext cx="109764" cy="2394576"/>
              </a:xfrm>
              <a:custGeom>
                <a:avLst/>
                <a:gdLst>
                  <a:gd name="connsiteX0" fmla="*/ 0 w 292813"/>
                  <a:gd name="connsiteY0" fmla="*/ 6393351 h 6387957"/>
                  <a:gd name="connsiteX1" fmla="*/ 0 w 292813"/>
                  <a:gd name="connsiteY1" fmla="*/ 0 h 6387957"/>
                  <a:gd name="connsiteX2" fmla="*/ 295125 w 292813"/>
                  <a:gd name="connsiteY2" fmla="*/ 0 h 6387957"/>
                  <a:gd name="connsiteX3" fmla="*/ 295125 w 292813"/>
                  <a:gd name="connsiteY3" fmla="*/ 6393351 h 6387957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</a:cxnLst>
                <a:rect l="l" t="t" r="r" b="b"/>
                <a:pathLst>
                  <a:path w="292813" h="6387957">
                    <a:moveTo>
                      <a:pt x="0" y="6393351"/>
                    </a:moveTo>
                    <a:cubicBezTo>
                      <a:pt x="0" y="4261207"/>
                      <a:pt x="0" y="2131374"/>
                      <a:pt x="0" y="0"/>
                    </a:cubicBezTo>
                    <a:cubicBezTo>
                      <a:pt x="99403" y="0"/>
                      <a:pt x="196493" y="0"/>
                      <a:pt x="295125" y="0"/>
                    </a:cubicBezTo>
                    <a:cubicBezTo>
                      <a:pt x="295125" y="2132145"/>
                      <a:pt x="295125" y="4261207"/>
                      <a:pt x="295125" y="6393351"/>
                    </a:cubicBezTo>
                  </a:path>
                </a:pathLst>
              </a:custGeom>
              <a:solidFill>
                <a:schemeClr val="accent2"/>
              </a:solidFill>
              <a:ln w="7704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US" dirty="0">
                  <a:latin typeface="Times New Roman" panose="02020603050405020304" pitchFamily="18" charset="0"/>
                  <a:cs typeface="Times New Roman" pitchFamily="18" charset="0"/>
                </a:endParaRPr>
              </a:p>
            </p:txBody>
          </p:sp>
          <p:sp>
            <p:nvSpPr>
              <p:cNvPr id="54" name="Freeform: Shape 17">
                <a:extLst>
                  <a:ext uri="{FF2B5EF4-FFF2-40B4-BE49-F238E27FC236}">
                    <a16:creationId xmlns:a16="http://schemas.microsoft.com/office/drawing/2014/main" id="{2757EAE5-8C6A-452C-9A4B-7A71BBF68BB8}"/>
                  </a:ext>
                </a:extLst>
              </p:cNvPr>
              <p:cNvSpPr/>
              <p:nvPr/>
            </p:nvSpPr>
            <p:spPr>
              <a:xfrm>
                <a:off x="7280788" y="2926994"/>
                <a:ext cx="37550" cy="2394576"/>
              </a:xfrm>
              <a:custGeom>
                <a:avLst/>
                <a:gdLst>
                  <a:gd name="connsiteX0" fmla="*/ 0 w 100173"/>
                  <a:gd name="connsiteY0" fmla="*/ 6392581 h 6387957"/>
                  <a:gd name="connsiteX1" fmla="*/ 0 w 100173"/>
                  <a:gd name="connsiteY1" fmla="*/ 0 h 6387957"/>
                  <a:gd name="connsiteX2" fmla="*/ 103255 w 100173"/>
                  <a:gd name="connsiteY2" fmla="*/ 0 h 6387957"/>
                  <a:gd name="connsiteX3" fmla="*/ 103255 w 100173"/>
                  <a:gd name="connsiteY3" fmla="*/ 6392581 h 6387957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</a:cxnLst>
                <a:rect l="l" t="t" r="r" b="b"/>
                <a:pathLst>
                  <a:path w="100173" h="6387957">
                    <a:moveTo>
                      <a:pt x="0" y="6392581"/>
                    </a:moveTo>
                    <a:cubicBezTo>
                      <a:pt x="0" y="4261207"/>
                      <a:pt x="0" y="2131374"/>
                      <a:pt x="0" y="0"/>
                    </a:cubicBezTo>
                    <a:cubicBezTo>
                      <a:pt x="34675" y="0"/>
                      <a:pt x="67809" y="0"/>
                      <a:pt x="103255" y="0"/>
                    </a:cubicBezTo>
                    <a:cubicBezTo>
                      <a:pt x="103255" y="2130603"/>
                      <a:pt x="103255" y="4260437"/>
                      <a:pt x="103255" y="6392581"/>
                    </a:cubicBezTo>
                  </a:path>
                </a:pathLst>
              </a:custGeom>
              <a:solidFill>
                <a:schemeClr val="accent2"/>
              </a:solidFill>
              <a:ln w="7704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US" dirty="0">
                  <a:latin typeface="Times New Roman" panose="02020603050405020304" pitchFamily="18" charset="0"/>
                  <a:cs typeface="Times New Roman" pitchFamily="18" charset="0"/>
                </a:endParaRPr>
              </a:p>
            </p:txBody>
          </p:sp>
          <p:sp>
            <p:nvSpPr>
              <p:cNvPr id="55" name="Freeform: Shape 18">
                <a:extLst>
                  <a:ext uri="{FF2B5EF4-FFF2-40B4-BE49-F238E27FC236}">
                    <a16:creationId xmlns:a16="http://schemas.microsoft.com/office/drawing/2014/main" id="{9A398514-6CBA-493F-8416-AE84CB3E34D9}"/>
                  </a:ext>
                </a:extLst>
              </p:cNvPr>
              <p:cNvSpPr/>
              <p:nvPr/>
            </p:nvSpPr>
            <p:spPr>
              <a:xfrm>
                <a:off x="7349773" y="2926994"/>
                <a:ext cx="109764" cy="2394576"/>
              </a:xfrm>
              <a:custGeom>
                <a:avLst/>
                <a:gdLst>
                  <a:gd name="connsiteX0" fmla="*/ 0 w 292813"/>
                  <a:gd name="connsiteY0" fmla="*/ 6393351 h 6387957"/>
                  <a:gd name="connsiteX1" fmla="*/ 0 w 292813"/>
                  <a:gd name="connsiteY1" fmla="*/ 0 h 6387957"/>
                  <a:gd name="connsiteX2" fmla="*/ 295125 w 292813"/>
                  <a:gd name="connsiteY2" fmla="*/ 0 h 6387957"/>
                  <a:gd name="connsiteX3" fmla="*/ 295125 w 292813"/>
                  <a:gd name="connsiteY3" fmla="*/ 6393351 h 6387957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</a:cxnLst>
                <a:rect l="l" t="t" r="r" b="b"/>
                <a:pathLst>
                  <a:path w="292813" h="6387957">
                    <a:moveTo>
                      <a:pt x="0" y="6393351"/>
                    </a:moveTo>
                    <a:cubicBezTo>
                      <a:pt x="0" y="4261207"/>
                      <a:pt x="0" y="2132145"/>
                      <a:pt x="0" y="0"/>
                    </a:cubicBezTo>
                    <a:cubicBezTo>
                      <a:pt x="99402" y="0"/>
                      <a:pt x="195722" y="0"/>
                      <a:pt x="295125" y="0"/>
                    </a:cubicBezTo>
                    <a:cubicBezTo>
                      <a:pt x="295125" y="2132145"/>
                      <a:pt x="295125" y="4261207"/>
                      <a:pt x="295125" y="6393351"/>
                    </a:cubicBezTo>
                  </a:path>
                </a:pathLst>
              </a:custGeom>
              <a:solidFill>
                <a:schemeClr val="accent1"/>
              </a:solidFill>
              <a:ln w="7704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US" dirty="0">
                  <a:latin typeface="Times New Roman" panose="02020603050405020304" pitchFamily="18" charset="0"/>
                  <a:cs typeface="Times New Roman" pitchFamily="18" charset="0"/>
                </a:endParaRPr>
              </a:p>
            </p:txBody>
          </p:sp>
          <p:sp>
            <p:nvSpPr>
              <p:cNvPr id="56" name="Freeform: Shape 19">
                <a:extLst>
                  <a:ext uri="{FF2B5EF4-FFF2-40B4-BE49-F238E27FC236}">
                    <a16:creationId xmlns:a16="http://schemas.microsoft.com/office/drawing/2014/main" id="{248BDF24-2CD8-4F98-A671-38A09AFC3B84}"/>
                  </a:ext>
                </a:extLst>
              </p:cNvPr>
              <p:cNvSpPr/>
              <p:nvPr/>
            </p:nvSpPr>
            <p:spPr>
              <a:xfrm>
                <a:off x="7548511" y="2927282"/>
                <a:ext cx="41911" cy="2569908"/>
              </a:xfrm>
              <a:custGeom>
                <a:avLst/>
                <a:gdLst>
                  <a:gd name="connsiteX0" fmla="*/ 0 w 115584"/>
                  <a:gd name="connsiteY0" fmla="*/ 6753975 h 6850294"/>
                  <a:gd name="connsiteX1" fmla="*/ 13099 w 115584"/>
                  <a:gd name="connsiteY1" fmla="*/ 0 h 6850294"/>
                  <a:gd name="connsiteX2" fmla="*/ 118666 w 115584"/>
                  <a:gd name="connsiteY2" fmla="*/ 0 h 6850294"/>
                  <a:gd name="connsiteX3" fmla="*/ 118666 w 115584"/>
                  <a:gd name="connsiteY3" fmla="*/ 6855688 h 6850294"/>
                  <a:gd name="connsiteX0" fmla="*/ 0 w 111805"/>
                  <a:gd name="connsiteY0" fmla="*/ 6836322 h 6855688"/>
                  <a:gd name="connsiteX1" fmla="*/ 6237 w 111805"/>
                  <a:gd name="connsiteY1" fmla="*/ 0 h 6855688"/>
                  <a:gd name="connsiteX2" fmla="*/ 111804 w 111805"/>
                  <a:gd name="connsiteY2" fmla="*/ 0 h 6855688"/>
                  <a:gd name="connsiteX3" fmla="*/ 111804 w 111805"/>
                  <a:gd name="connsiteY3" fmla="*/ 6855688 h 6855688"/>
                  <a:gd name="connsiteX0" fmla="*/ 0 w 111804"/>
                  <a:gd name="connsiteY0" fmla="*/ 6853478 h 6855688"/>
                  <a:gd name="connsiteX1" fmla="*/ 6237 w 111804"/>
                  <a:gd name="connsiteY1" fmla="*/ 0 h 6855688"/>
                  <a:gd name="connsiteX2" fmla="*/ 111804 w 111804"/>
                  <a:gd name="connsiteY2" fmla="*/ 0 h 6855688"/>
                  <a:gd name="connsiteX3" fmla="*/ 111804 w 111804"/>
                  <a:gd name="connsiteY3" fmla="*/ 6855688 h 6855688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</a:cxnLst>
                <a:rect l="l" t="t" r="r" b="b"/>
                <a:pathLst>
                  <a:path w="111804" h="6855688">
                    <a:moveTo>
                      <a:pt x="0" y="6853478"/>
                    </a:moveTo>
                    <a:cubicBezTo>
                      <a:pt x="14640" y="4603437"/>
                      <a:pt x="3155" y="2253123"/>
                      <a:pt x="6237" y="0"/>
                    </a:cubicBezTo>
                    <a:lnTo>
                      <a:pt x="111804" y="0"/>
                    </a:lnTo>
                    <a:lnTo>
                      <a:pt x="111804" y="6855688"/>
                    </a:lnTo>
                  </a:path>
                </a:pathLst>
              </a:custGeom>
              <a:solidFill>
                <a:schemeClr val="accent1"/>
              </a:solidFill>
              <a:ln w="7704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US" dirty="0">
                  <a:latin typeface="Times New Roman" panose="02020603050405020304" pitchFamily="18" charset="0"/>
                  <a:cs typeface="Times New Roman" pitchFamily="18" charset="0"/>
                </a:endParaRPr>
              </a:p>
            </p:txBody>
          </p:sp>
          <p:sp>
            <p:nvSpPr>
              <p:cNvPr id="57" name="Freeform: Shape 20">
                <a:extLst>
                  <a:ext uri="{FF2B5EF4-FFF2-40B4-BE49-F238E27FC236}">
                    <a16:creationId xmlns:a16="http://schemas.microsoft.com/office/drawing/2014/main" id="{7984C3E4-7628-40C8-85CA-E19FCBCEF3F1}"/>
                  </a:ext>
                </a:extLst>
              </p:cNvPr>
              <p:cNvSpPr/>
              <p:nvPr/>
            </p:nvSpPr>
            <p:spPr>
              <a:xfrm>
                <a:off x="7485249" y="2926994"/>
                <a:ext cx="37550" cy="2394576"/>
              </a:xfrm>
              <a:custGeom>
                <a:avLst/>
                <a:gdLst>
                  <a:gd name="connsiteX0" fmla="*/ 0 w 100173"/>
                  <a:gd name="connsiteY0" fmla="*/ 6392581 h 6387957"/>
                  <a:gd name="connsiteX1" fmla="*/ 0 w 100173"/>
                  <a:gd name="connsiteY1" fmla="*/ 0 h 6387957"/>
                  <a:gd name="connsiteX2" fmla="*/ 103255 w 100173"/>
                  <a:gd name="connsiteY2" fmla="*/ 0 h 6387957"/>
                  <a:gd name="connsiteX3" fmla="*/ 103255 w 100173"/>
                  <a:gd name="connsiteY3" fmla="*/ 6392581 h 6387957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</a:cxnLst>
                <a:rect l="l" t="t" r="r" b="b"/>
                <a:pathLst>
                  <a:path w="100173" h="6387957">
                    <a:moveTo>
                      <a:pt x="0" y="6392581"/>
                    </a:moveTo>
                    <a:cubicBezTo>
                      <a:pt x="0" y="4261207"/>
                      <a:pt x="0" y="2131374"/>
                      <a:pt x="0" y="0"/>
                    </a:cubicBezTo>
                    <a:cubicBezTo>
                      <a:pt x="34675" y="0"/>
                      <a:pt x="67809" y="0"/>
                      <a:pt x="103255" y="0"/>
                    </a:cubicBezTo>
                    <a:cubicBezTo>
                      <a:pt x="103255" y="2130603"/>
                      <a:pt x="103255" y="4260437"/>
                      <a:pt x="103255" y="6392581"/>
                    </a:cubicBezTo>
                  </a:path>
                </a:pathLst>
              </a:custGeom>
              <a:solidFill>
                <a:schemeClr val="accent1"/>
              </a:solidFill>
              <a:ln w="7704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US" dirty="0">
                  <a:latin typeface="Times New Roman" panose="02020603050405020304" pitchFamily="18" charset="0"/>
                  <a:cs typeface="Times New Roman" pitchFamily="18" charset="0"/>
                </a:endParaRPr>
              </a:p>
            </p:txBody>
          </p:sp>
          <p:sp>
            <p:nvSpPr>
              <p:cNvPr id="58" name="Freeform: Shape 21">
                <a:extLst>
                  <a:ext uri="{FF2B5EF4-FFF2-40B4-BE49-F238E27FC236}">
                    <a16:creationId xmlns:a16="http://schemas.microsoft.com/office/drawing/2014/main" id="{8C53762C-C9DB-488B-A6C3-D2EF997D4824}"/>
                  </a:ext>
                </a:extLst>
              </p:cNvPr>
              <p:cNvSpPr/>
              <p:nvPr/>
            </p:nvSpPr>
            <p:spPr>
              <a:xfrm>
                <a:off x="7616134" y="2926994"/>
                <a:ext cx="28885" cy="2567886"/>
              </a:xfrm>
              <a:custGeom>
                <a:avLst/>
                <a:gdLst>
                  <a:gd name="connsiteX0" fmla="*/ 0 w 77056"/>
                  <a:gd name="connsiteY0" fmla="*/ 6854918 h 6850294"/>
                  <a:gd name="connsiteX1" fmla="*/ 0 w 77056"/>
                  <a:gd name="connsiteY1" fmla="*/ 0 h 6850294"/>
                  <a:gd name="connsiteX2" fmla="*/ 78597 w 77056"/>
                  <a:gd name="connsiteY2" fmla="*/ 0 h 6850294"/>
                  <a:gd name="connsiteX3" fmla="*/ 78597 w 77056"/>
                  <a:gd name="connsiteY3" fmla="*/ 6854918 h 6850294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</a:cxnLst>
                <a:rect l="l" t="t" r="r" b="b"/>
                <a:pathLst>
                  <a:path w="77056" h="6850294">
                    <a:moveTo>
                      <a:pt x="0" y="6854918"/>
                    </a:moveTo>
                    <a:cubicBezTo>
                      <a:pt x="0" y="4570202"/>
                      <a:pt x="0" y="2286257"/>
                      <a:pt x="0" y="0"/>
                    </a:cubicBezTo>
                    <a:cubicBezTo>
                      <a:pt x="25428" y="0"/>
                      <a:pt x="50087" y="0"/>
                      <a:pt x="78597" y="0"/>
                    </a:cubicBezTo>
                    <a:cubicBezTo>
                      <a:pt x="78597" y="2283175"/>
                      <a:pt x="78597" y="4566350"/>
                      <a:pt x="78597" y="6854918"/>
                    </a:cubicBezTo>
                  </a:path>
                </a:pathLst>
              </a:custGeom>
              <a:solidFill>
                <a:schemeClr val="accent1"/>
              </a:solidFill>
              <a:ln w="7704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US" dirty="0">
                  <a:latin typeface="Times New Roman" panose="02020603050405020304" pitchFamily="18" charset="0"/>
                  <a:cs typeface="Times New Roman" pitchFamily="18" charset="0"/>
                </a:endParaRPr>
              </a:p>
            </p:txBody>
          </p:sp>
          <p:sp>
            <p:nvSpPr>
              <p:cNvPr id="59" name="Freeform: Shape 22">
                <a:extLst>
                  <a:ext uri="{FF2B5EF4-FFF2-40B4-BE49-F238E27FC236}">
                    <a16:creationId xmlns:a16="http://schemas.microsoft.com/office/drawing/2014/main" id="{1A8ED041-2586-48E4-ACBE-6C2ED338E966}"/>
                  </a:ext>
                </a:extLst>
              </p:cNvPr>
              <p:cNvSpPr/>
              <p:nvPr/>
            </p:nvSpPr>
            <p:spPr>
              <a:xfrm>
                <a:off x="6838507" y="2926994"/>
                <a:ext cx="109764" cy="2394576"/>
              </a:xfrm>
              <a:custGeom>
                <a:avLst/>
                <a:gdLst>
                  <a:gd name="connsiteX0" fmla="*/ 0 w 292813"/>
                  <a:gd name="connsiteY0" fmla="*/ 6393351 h 6387957"/>
                  <a:gd name="connsiteX1" fmla="*/ 0 w 292813"/>
                  <a:gd name="connsiteY1" fmla="*/ 0 h 6387957"/>
                  <a:gd name="connsiteX2" fmla="*/ 295125 w 292813"/>
                  <a:gd name="connsiteY2" fmla="*/ 0 h 6387957"/>
                  <a:gd name="connsiteX3" fmla="*/ 295125 w 292813"/>
                  <a:gd name="connsiteY3" fmla="*/ 6393351 h 6387957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</a:cxnLst>
                <a:rect l="l" t="t" r="r" b="b"/>
                <a:pathLst>
                  <a:path w="292813" h="6387957">
                    <a:moveTo>
                      <a:pt x="0" y="6393351"/>
                    </a:moveTo>
                    <a:cubicBezTo>
                      <a:pt x="0" y="4261207"/>
                      <a:pt x="0" y="2131374"/>
                      <a:pt x="0" y="0"/>
                    </a:cubicBezTo>
                    <a:cubicBezTo>
                      <a:pt x="99403" y="0"/>
                      <a:pt x="196493" y="0"/>
                      <a:pt x="295125" y="0"/>
                    </a:cubicBezTo>
                    <a:cubicBezTo>
                      <a:pt x="295125" y="2132145"/>
                      <a:pt x="295125" y="4261207"/>
                      <a:pt x="295125" y="6393351"/>
                    </a:cubicBezTo>
                  </a:path>
                </a:pathLst>
              </a:custGeom>
              <a:solidFill>
                <a:schemeClr val="accent3"/>
              </a:solidFill>
              <a:ln w="7704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US" dirty="0">
                  <a:latin typeface="Times New Roman" panose="02020603050405020304" pitchFamily="18" charset="0"/>
                  <a:cs typeface="Times New Roman" pitchFamily="18" charset="0"/>
                </a:endParaRPr>
              </a:p>
            </p:txBody>
          </p:sp>
          <p:sp>
            <p:nvSpPr>
              <p:cNvPr id="60" name="Freeform: Shape 23">
                <a:extLst>
                  <a:ext uri="{FF2B5EF4-FFF2-40B4-BE49-F238E27FC236}">
                    <a16:creationId xmlns:a16="http://schemas.microsoft.com/office/drawing/2014/main" id="{E2E2C08D-AFC1-4D38-B19D-ECAA791E7E03}"/>
                  </a:ext>
                </a:extLst>
              </p:cNvPr>
              <p:cNvSpPr/>
              <p:nvPr/>
            </p:nvSpPr>
            <p:spPr>
              <a:xfrm>
                <a:off x="6980994" y="2927282"/>
                <a:ext cx="37550" cy="2394576"/>
              </a:xfrm>
              <a:custGeom>
                <a:avLst/>
                <a:gdLst>
                  <a:gd name="connsiteX0" fmla="*/ 0 w 100173"/>
                  <a:gd name="connsiteY0" fmla="*/ 6392581 h 6387957"/>
                  <a:gd name="connsiteX1" fmla="*/ 0 w 100173"/>
                  <a:gd name="connsiteY1" fmla="*/ 0 h 6387957"/>
                  <a:gd name="connsiteX2" fmla="*/ 103255 w 100173"/>
                  <a:gd name="connsiteY2" fmla="*/ 0 h 6387957"/>
                  <a:gd name="connsiteX3" fmla="*/ 103255 w 100173"/>
                  <a:gd name="connsiteY3" fmla="*/ 6392581 h 6387957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</a:cxnLst>
                <a:rect l="l" t="t" r="r" b="b"/>
                <a:pathLst>
                  <a:path w="100173" h="6387957">
                    <a:moveTo>
                      <a:pt x="0" y="6392581"/>
                    </a:moveTo>
                    <a:cubicBezTo>
                      <a:pt x="0" y="4261978"/>
                      <a:pt x="0" y="2132145"/>
                      <a:pt x="0" y="0"/>
                    </a:cubicBezTo>
                    <a:cubicBezTo>
                      <a:pt x="33904" y="0"/>
                      <a:pt x="67809" y="0"/>
                      <a:pt x="103255" y="0"/>
                    </a:cubicBezTo>
                    <a:cubicBezTo>
                      <a:pt x="103255" y="2130603"/>
                      <a:pt x="103255" y="4258895"/>
                      <a:pt x="103255" y="6392581"/>
                    </a:cubicBezTo>
                  </a:path>
                </a:pathLst>
              </a:custGeom>
              <a:solidFill>
                <a:schemeClr val="accent3"/>
              </a:solidFill>
              <a:ln w="7704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US" dirty="0">
                  <a:latin typeface="Times New Roman" panose="02020603050405020304" pitchFamily="18" charset="0"/>
                  <a:cs typeface="Times New Roman" pitchFamily="18" charset="0"/>
                </a:endParaRPr>
              </a:p>
            </p:txBody>
          </p:sp>
          <p:sp>
            <p:nvSpPr>
              <p:cNvPr id="61" name="Freeform: Shape 24">
                <a:extLst>
                  <a:ext uri="{FF2B5EF4-FFF2-40B4-BE49-F238E27FC236}">
                    <a16:creationId xmlns:a16="http://schemas.microsoft.com/office/drawing/2014/main" id="{53B015E2-EB41-454F-B249-A3924B2C56A7}"/>
                  </a:ext>
                </a:extLst>
              </p:cNvPr>
              <p:cNvSpPr/>
              <p:nvPr/>
            </p:nvSpPr>
            <p:spPr>
              <a:xfrm>
                <a:off x="7065051" y="2926994"/>
                <a:ext cx="37550" cy="2394576"/>
              </a:xfrm>
              <a:custGeom>
                <a:avLst/>
                <a:gdLst>
                  <a:gd name="connsiteX0" fmla="*/ 0 w 100173"/>
                  <a:gd name="connsiteY0" fmla="*/ 6392581 h 6387957"/>
                  <a:gd name="connsiteX1" fmla="*/ 0 w 100173"/>
                  <a:gd name="connsiteY1" fmla="*/ 0 h 6387957"/>
                  <a:gd name="connsiteX2" fmla="*/ 103255 w 100173"/>
                  <a:gd name="connsiteY2" fmla="*/ 0 h 6387957"/>
                  <a:gd name="connsiteX3" fmla="*/ 103255 w 100173"/>
                  <a:gd name="connsiteY3" fmla="*/ 6392581 h 6387957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</a:cxnLst>
                <a:rect l="l" t="t" r="r" b="b"/>
                <a:pathLst>
                  <a:path w="100173" h="6387957">
                    <a:moveTo>
                      <a:pt x="0" y="6392581"/>
                    </a:moveTo>
                    <a:cubicBezTo>
                      <a:pt x="0" y="4261978"/>
                      <a:pt x="0" y="2132145"/>
                      <a:pt x="0" y="0"/>
                    </a:cubicBezTo>
                    <a:cubicBezTo>
                      <a:pt x="33904" y="0"/>
                      <a:pt x="67809" y="0"/>
                      <a:pt x="103255" y="0"/>
                    </a:cubicBezTo>
                    <a:cubicBezTo>
                      <a:pt x="103255" y="2130603"/>
                      <a:pt x="103255" y="4258895"/>
                      <a:pt x="103255" y="6392581"/>
                    </a:cubicBezTo>
                  </a:path>
                </a:pathLst>
              </a:custGeom>
              <a:solidFill>
                <a:schemeClr val="accent3"/>
              </a:solidFill>
              <a:ln w="7704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US" dirty="0">
                  <a:latin typeface="Times New Roman" panose="02020603050405020304" pitchFamily="18" charset="0"/>
                  <a:cs typeface="Times New Roman" pitchFamily="18" charset="0"/>
                </a:endParaRPr>
              </a:p>
            </p:txBody>
          </p:sp>
          <p:sp>
            <p:nvSpPr>
              <p:cNvPr id="62" name="Freeform: Shape 25">
                <a:extLst>
                  <a:ext uri="{FF2B5EF4-FFF2-40B4-BE49-F238E27FC236}">
                    <a16:creationId xmlns:a16="http://schemas.microsoft.com/office/drawing/2014/main" id="{018D5BE2-ED44-4289-8EFA-42F5721FBB85}"/>
                  </a:ext>
                </a:extLst>
              </p:cNvPr>
              <p:cNvSpPr/>
              <p:nvPr/>
            </p:nvSpPr>
            <p:spPr>
              <a:xfrm>
                <a:off x="6754449" y="2926127"/>
                <a:ext cx="37550" cy="2394576"/>
              </a:xfrm>
              <a:custGeom>
                <a:avLst/>
                <a:gdLst>
                  <a:gd name="connsiteX0" fmla="*/ 0 w 100173"/>
                  <a:gd name="connsiteY0" fmla="*/ 6392581 h 6387957"/>
                  <a:gd name="connsiteX1" fmla="*/ 0 w 100173"/>
                  <a:gd name="connsiteY1" fmla="*/ 0 h 6387957"/>
                  <a:gd name="connsiteX2" fmla="*/ 103255 w 100173"/>
                  <a:gd name="connsiteY2" fmla="*/ 0 h 6387957"/>
                  <a:gd name="connsiteX3" fmla="*/ 103255 w 100173"/>
                  <a:gd name="connsiteY3" fmla="*/ 6392581 h 6387957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</a:cxnLst>
                <a:rect l="l" t="t" r="r" b="b"/>
                <a:pathLst>
                  <a:path w="100173" h="6387957">
                    <a:moveTo>
                      <a:pt x="0" y="6392581"/>
                    </a:moveTo>
                    <a:cubicBezTo>
                      <a:pt x="0" y="4261978"/>
                      <a:pt x="0" y="2132145"/>
                      <a:pt x="0" y="0"/>
                    </a:cubicBezTo>
                    <a:cubicBezTo>
                      <a:pt x="33905" y="0"/>
                      <a:pt x="67810" y="0"/>
                      <a:pt x="103255" y="0"/>
                    </a:cubicBezTo>
                    <a:cubicBezTo>
                      <a:pt x="103255" y="2131374"/>
                      <a:pt x="103255" y="4260436"/>
                      <a:pt x="103255" y="6392581"/>
                    </a:cubicBezTo>
                  </a:path>
                </a:pathLst>
              </a:custGeom>
              <a:solidFill>
                <a:schemeClr val="accent3"/>
              </a:solidFill>
              <a:ln w="7704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US" dirty="0">
                  <a:latin typeface="Times New Roman" panose="02020603050405020304" pitchFamily="18" charset="0"/>
                  <a:cs typeface="Times New Roman" pitchFamily="18" charset="0"/>
                </a:endParaRPr>
              </a:p>
            </p:txBody>
          </p:sp>
          <p:sp>
            <p:nvSpPr>
              <p:cNvPr id="63" name="Freeform: Shape 26">
                <a:extLst>
                  <a:ext uri="{FF2B5EF4-FFF2-40B4-BE49-F238E27FC236}">
                    <a16:creationId xmlns:a16="http://schemas.microsoft.com/office/drawing/2014/main" id="{FEBA9FA3-A7E2-4C7A-A66C-36068833FD70}"/>
                  </a:ext>
                </a:extLst>
              </p:cNvPr>
              <p:cNvSpPr/>
              <p:nvPr/>
            </p:nvSpPr>
            <p:spPr>
              <a:xfrm>
                <a:off x="6334914" y="2927282"/>
                <a:ext cx="37550" cy="2394576"/>
              </a:xfrm>
              <a:custGeom>
                <a:avLst/>
                <a:gdLst>
                  <a:gd name="connsiteX0" fmla="*/ 0 w 100173"/>
                  <a:gd name="connsiteY0" fmla="*/ 6393351 h 6387957"/>
                  <a:gd name="connsiteX1" fmla="*/ 0 w 100173"/>
                  <a:gd name="connsiteY1" fmla="*/ 0 h 6387957"/>
                  <a:gd name="connsiteX2" fmla="*/ 103255 w 100173"/>
                  <a:gd name="connsiteY2" fmla="*/ 0 h 6387957"/>
                  <a:gd name="connsiteX3" fmla="*/ 103255 w 100173"/>
                  <a:gd name="connsiteY3" fmla="*/ 6393351 h 6387957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</a:cxnLst>
                <a:rect l="l" t="t" r="r" b="b"/>
                <a:pathLst>
                  <a:path w="100173" h="6387957">
                    <a:moveTo>
                      <a:pt x="0" y="6393351"/>
                    </a:moveTo>
                    <a:cubicBezTo>
                      <a:pt x="0" y="4262748"/>
                      <a:pt x="0" y="2132915"/>
                      <a:pt x="0" y="0"/>
                    </a:cubicBezTo>
                    <a:cubicBezTo>
                      <a:pt x="33904" y="0"/>
                      <a:pt x="67809" y="0"/>
                      <a:pt x="103255" y="0"/>
                    </a:cubicBezTo>
                    <a:cubicBezTo>
                      <a:pt x="103255" y="2131374"/>
                      <a:pt x="103255" y="4260436"/>
                      <a:pt x="103255" y="6393351"/>
                    </a:cubicBezTo>
                  </a:path>
                </a:pathLst>
              </a:custGeom>
              <a:solidFill>
                <a:schemeClr val="accent5"/>
              </a:solidFill>
              <a:ln w="7704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US" dirty="0">
                  <a:latin typeface="Times New Roman" panose="02020603050405020304" pitchFamily="18" charset="0"/>
                  <a:cs typeface="Times New Roman" pitchFamily="18" charset="0"/>
                </a:endParaRPr>
              </a:p>
            </p:txBody>
          </p:sp>
          <p:sp>
            <p:nvSpPr>
              <p:cNvPr id="64" name="Freeform: Shape 27">
                <a:extLst>
                  <a:ext uri="{FF2B5EF4-FFF2-40B4-BE49-F238E27FC236}">
                    <a16:creationId xmlns:a16="http://schemas.microsoft.com/office/drawing/2014/main" id="{DCE49181-A192-4FDD-8E4A-6CE1DB81A373}"/>
                  </a:ext>
                </a:extLst>
              </p:cNvPr>
              <p:cNvSpPr/>
              <p:nvPr/>
            </p:nvSpPr>
            <p:spPr>
              <a:xfrm>
                <a:off x="6159871" y="2926127"/>
                <a:ext cx="37550" cy="2397464"/>
              </a:xfrm>
              <a:custGeom>
                <a:avLst/>
                <a:gdLst>
                  <a:gd name="connsiteX0" fmla="*/ 0 w 100173"/>
                  <a:gd name="connsiteY0" fmla="*/ 6395663 h 6395662"/>
                  <a:gd name="connsiteX1" fmla="*/ 0 w 100173"/>
                  <a:gd name="connsiteY1" fmla="*/ 0 h 6395662"/>
                  <a:gd name="connsiteX2" fmla="*/ 52398 w 100173"/>
                  <a:gd name="connsiteY2" fmla="*/ 0 h 6395662"/>
                  <a:gd name="connsiteX3" fmla="*/ 103255 w 100173"/>
                  <a:gd name="connsiteY3" fmla="*/ 0 h 6395662"/>
                  <a:gd name="connsiteX4" fmla="*/ 103255 w 100173"/>
                  <a:gd name="connsiteY4" fmla="*/ 6395663 h 6395662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</a:cxnLst>
                <a:rect l="l" t="t" r="r" b="b"/>
                <a:pathLst>
                  <a:path w="100173" h="6395662">
                    <a:moveTo>
                      <a:pt x="0" y="6395663"/>
                    </a:moveTo>
                    <a:cubicBezTo>
                      <a:pt x="0" y="4265060"/>
                      <a:pt x="0" y="2135227"/>
                      <a:pt x="0" y="0"/>
                    </a:cubicBezTo>
                    <a:cubicBezTo>
                      <a:pt x="17723" y="0"/>
                      <a:pt x="34675" y="0"/>
                      <a:pt x="52398" y="0"/>
                    </a:cubicBezTo>
                    <a:cubicBezTo>
                      <a:pt x="68580" y="0"/>
                      <a:pt x="84762" y="0"/>
                      <a:pt x="103255" y="0"/>
                    </a:cubicBezTo>
                    <a:cubicBezTo>
                      <a:pt x="103255" y="2132915"/>
                      <a:pt x="103255" y="4261977"/>
                      <a:pt x="103255" y="6395663"/>
                    </a:cubicBezTo>
                  </a:path>
                </a:pathLst>
              </a:custGeom>
              <a:solidFill>
                <a:schemeClr val="accent5"/>
              </a:solidFill>
              <a:ln w="7704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US" dirty="0">
                  <a:latin typeface="Times New Roman" panose="02020603050405020304" pitchFamily="18" charset="0"/>
                  <a:cs typeface="Times New Roman" pitchFamily="18" charset="0"/>
                </a:endParaRPr>
              </a:p>
            </p:txBody>
          </p:sp>
          <p:sp>
            <p:nvSpPr>
              <p:cNvPr id="65" name="Freeform: Shape 28">
                <a:extLst>
                  <a:ext uri="{FF2B5EF4-FFF2-40B4-BE49-F238E27FC236}">
                    <a16:creationId xmlns:a16="http://schemas.microsoft.com/office/drawing/2014/main" id="{08B99DFA-675D-47CD-AAA5-48F4B7263F7F}"/>
                  </a:ext>
                </a:extLst>
              </p:cNvPr>
              <p:cNvSpPr/>
              <p:nvPr/>
            </p:nvSpPr>
            <p:spPr>
              <a:xfrm>
                <a:off x="6231712" y="2926127"/>
                <a:ext cx="72212" cy="2394576"/>
              </a:xfrm>
              <a:custGeom>
                <a:avLst/>
                <a:gdLst>
                  <a:gd name="connsiteX0" fmla="*/ 0 w 192640"/>
                  <a:gd name="connsiteY0" fmla="*/ 6392581 h 6387957"/>
                  <a:gd name="connsiteX1" fmla="*/ 0 w 192640"/>
                  <a:gd name="connsiteY1" fmla="*/ 0 h 6387957"/>
                  <a:gd name="connsiteX2" fmla="*/ 198805 w 192640"/>
                  <a:gd name="connsiteY2" fmla="*/ 0 h 6387957"/>
                  <a:gd name="connsiteX3" fmla="*/ 198805 w 192640"/>
                  <a:gd name="connsiteY3" fmla="*/ 6392581 h 6387957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</a:cxnLst>
                <a:rect l="l" t="t" r="r" b="b"/>
                <a:pathLst>
                  <a:path w="192640" h="6387957">
                    <a:moveTo>
                      <a:pt x="0" y="6392581"/>
                    </a:moveTo>
                    <a:cubicBezTo>
                      <a:pt x="0" y="4261207"/>
                      <a:pt x="0" y="2132145"/>
                      <a:pt x="0" y="0"/>
                    </a:cubicBezTo>
                    <a:cubicBezTo>
                      <a:pt x="66268" y="0"/>
                      <a:pt x="131766" y="0"/>
                      <a:pt x="198805" y="0"/>
                    </a:cubicBezTo>
                    <a:cubicBezTo>
                      <a:pt x="198805" y="2131374"/>
                      <a:pt x="198805" y="4261207"/>
                      <a:pt x="198805" y="6392581"/>
                    </a:cubicBezTo>
                  </a:path>
                </a:pathLst>
              </a:custGeom>
              <a:solidFill>
                <a:schemeClr val="accent5"/>
              </a:solidFill>
              <a:ln w="7704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US" dirty="0">
                  <a:latin typeface="Times New Roman" panose="02020603050405020304" pitchFamily="18" charset="0"/>
                  <a:cs typeface="Times New Roman" pitchFamily="18" charset="0"/>
                </a:endParaRPr>
              </a:p>
            </p:txBody>
          </p:sp>
          <p:sp>
            <p:nvSpPr>
              <p:cNvPr id="66" name="Freeform: Shape 29">
                <a:extLst>
                  <a:ext uri="{FF2B5EF4-FFF2-40B4-BE49-F238E27FC236}">
                    <a16:creationId xmlns:a16="http://schemas.microsoft.com/office/drawing/2014/main" id="{A3A52561-2F81-45D4-BB63-98DD6D95E5E9}"/>
                  </a:ext>
                </a:extLst>
              </p:cNvPr>
              <p:cNvSpPr/>
              <p:nvPr/>
            </p:nvSpPr>
            <p:spPr>
              <a:xfrm>
                <a:off x="6598401" y="2927282"/>
                <a:ext cx="37550" cy="2394576"/>
              </a:xfrm>
              <a:custGeom>
                <a:avLst/>
                <a:gdLst>
                  <a:gd name="connsiteX0" fmla="*/ 0 w 100173"/>
                  <a:gd name="connsiteY0" fmla="*/ 6392581 h 6387957"/>
                  <a:gd name="connsiteX1" fmla="*/ 0 w 100173"/>
                  <a:gd name="connsiteY1" fmla="*/ 0 h 6387957"/>
                  <a:gd name="connsiteX2" fmla="*/ 103255 w 100173"/>
                  <a:gd name="connsiteY2" fmla="*/ 0 h 6387957"/>
                  <a:gd name="connsiteX3" fmla="*/ 103255 w 100173"/>
                  <a:gd name="connsiteY3" fmla="*/ 6392581 h 6387957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</a:cxnLst>
                <a:rect l="l" t="t" r="r" b="b"/>
                <a:pathLst>
                  <a:path w="100173" h="6387957">
                    <a:moveTo>
                      <a:pt x="0" y="6392581"/>
                    </a:moveTo>
                    <a:cubicBezTo>
                      <a:pt x="0" y="4261207"/>
                      <a:pt x="0" y="2131374"/>
                      <a:pt x="0" y="0"/>
                    </a:cubicBezTo>
                    <a:cubicBezTo>
                      <a:pt x="34675" y="0"/>
                      <a:pt x="67809" y="0"/>
                      <a:pt x="103255" y="0"/>
                    </a:cubicBezTo>
                    <a:cubicBezTo>
                      <a:pt x="103255" y="2130603"/>
                      <a:pt x="103255" y="4260437"/>
                      <a:pt x="103255" y="6392581"/>
                    </a:cubicBezTo>
                  </a:path>
                </a:pathLst>
              </a:custGeom>
              <a:solidFill>
                <a:schemeClr val="accent4"/>
              </a:solidFill>
              <a:ln w="7704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US" dirty="0">
                  <a:latin typeface="Times New Roman" panose="02020603050405020304" pitchFamily="18" charset="0"/>
                  <a:cs typeface="Times New Roman" pitchFamily="18" charset="0"/>
                </a:endParaRPr>
              </a:p>
            </p:txBody>
          </p:sp>
          <p:sp>
            <p:nvSpPr>
              <p:cNvPr id="67" name="Freeform: Shape 30">
                <a:extLst>
                  <a:ext uri="{FF2B5EF4-FFF2-40B4-BE49-F238E27FC236}">
                    <a16:creationId xmlns:a16="http://schemas.microsoft.com/office/drawing/2014/main" id="{53780AFD-C7BF-438C-8ACF-ADB70736488F}"/>
                  </a:ext>
                </a:extLst>
              </p:cNvPr>
              <p:cNvSpPr/>
              <p:nvPr/>
            </p:nvSpPr>
            <p:spPr>
              <a:xfrm>
                <a:off x="6680669" y="2927282"/>
                <a:ext cx="37550" cy="2394576"/>
              </a:xfrm>
              <a:custGeom>
                <a:avLst/>
                <a:gdLst>
                  <a:gd name="connsiteX0" fmla="*/ 0 w 100173"/>
                  <a:gd name="connsiteY0" fmla="*/ 6392581 h 6387957"/>
                  <a:gd name="connsiteX1" fmla="*/ 0 w 100173"/>
                  <a:gd name="connsiteY1" fmla="*/ 0 h 6387957"/>
                  <a:gd name="connsiteX2" fmla="*/ 103255 w 100173"/>
                  <a:gd name="connsiteY2" fmla="*/ 0 h 6387957"/>
                  <a:gd name="connsiteX3" fmla="*/ 103255 w 100173"/>
                  <a:gd name="connsiteY3" fmla="*/ 6392581 h 6387957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</a:cxnLst>
                <a:rect l="l" t="t" r="r" b="b"/>
                <a:pathLst>
                  <a:path w="100173" h="6387957">
                    <a:moveTo>
                      <a:pt x="0" y="6392581"/>
                    </a:moveTo>
                    <a:cubicBezTo>
                      <a:pt x="0" y="4261978"/>
                      <a:pt x="0" y="2132145"/>
                      <a:pt x="0" y="0"/>
                    </a:cubicBezTo>
                    <a:cubicBezTo>
                      <a:pt x="33905" y="0"/>
                      <a:pt x="67810" y="0"/>
                      <a:pt x="103255" y="0"/>
                    </a:cubicBezTo>
                    <a:cubicBezTo>
                      <a:pt x="103255" y="2131374"/>
                      <a:pt x="103255" y="4260436"/>
                      <a:pt x="103255" y="6392581"/>
                    </a:cubicBezTo>
                  </a:path>
                </a:pathLst>
              </a:custGeom>
              <a:solidFill>
                <a:schemeClr val="accent4"/>
              </a:solidFill>
              <a:ln w="7704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US" dirty="0">
                  <a:latin typeface="Times New Roman" panose="02020603050405020304" pitchFamily="18" charset="0"/>
                  <a:cs typeface="Times New Roman" pitchFamily="18" charset="0"/>
                </a:endParaRPr>
              </a:p>
            </p:txBody>
          </p:sp>
          <p:sp>
            <p:nvSpPr>
              <p:cNvPr id="68" name="Freeform: Shape 31">
                <a:extLst>
                  <a:ext uri="{FF2B5EF4-FFF2-40B4-BE49-F238E27FC236}">
                    <a16:creationId xmlns:a16="http://schemas.microsoft.com/office/drawing/2014/main" id="{D1DA5EF5-6153-4FA1-B3B6-C7EA4D7C45C7}"/>
                  </a:ext>
                </a:extLst>
              </p:cNvPr>
              <p:cNvSpPr/>
              <p:nvPr/>
            </p:nvSpPr>
            <p:spPr>
              <a:xfrm>
                <a:off x="6516134" y="2927282"/>
                <a:ext cx="37550" cy="2394576"/>
              </a:xfrm>
              <a:custGeom>
                <a:avLst/>
                <a:gdLst>
                  <a:gd name="connsiteX0" fmla="*/ 0 w 100173"/>
                  <a:gd name="connsiteY0" fmla="*/ 6391811 h 6387957"/>
                  <a:gd name="connsiteX1" fmla="*/ 0 w 100173"/>
                  <a:gd name="connsiteY1" fmla="*/ 0 h 6387957"/>
                  <a:gd name="connsiteX2" fmla="*/ 103255 w 100173"/>
                  <a:gd name="connsiteY2" fmla="*/ 0 h 6387957"/>
                  <a:gd name="connsiteX3" fmla="*/ 103255 w 100173"/>
                  <a:gd name="connsiteY3" fmla="*/ 6391811 h 6387957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</a:cxnLst>
                <a:rect l="l" t="t" r="r" b="b"/>
                <a:pathLst>
                  <a:path w="100173" h="6387957">
                    <a:moveTo>
                      <a:pt x="0" y="6391811"/>
                    </a:moveTo>
                    <a:cubicBezTo>
                      <a:pt x="0" y="4261978"/>
                      <a:pt x="0" y="2132145"/>
                      <a:pt x="0" y="0"/>
                    </a:cubicBezTo>
                    <a:cubicBezTo>
                      <a:pt x="33134" y="0"/>
                      <a:pt x="67039" y="0"/>
                      <a:pt x="103255" y="0"/>
                    </a:cubicBezTo>
                    <a:cubicBezTo>
                      <a:pt x="103255" y="2130603"/>
                      <a:pt x="103255" y="4260436"/>
                      <a:pt x="103255" y="6391811"/>
                    </a:cubicBezTo>
                  </a:path>
                </a:pathLst>
              </a:custGeom>
              <a:solidFill>
                <a:schemeClr val="accent4"/>
              </a:solidFill>
              <a:ln w="7704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US" dirty="0">
                  <a:latin typeface="Times New Roman" panose="02020603050405020304" pitchFamily="18" charset="0"/>
                  <a:cs typeface="Times New Roman" pitchFamily="18" charset="0"/>
                </a:endParaRPr>
              </a:p>
            </p:txBody>
          </p:sp>
          <p:sp>
            <p:nvSpPr>
              <p:cNvPr id="69" name="Freeform: Shape 32">
                <a:extLst>
                  <a:ext uri="{FF2B5EF4-FFF2-40B4-BE49-F238E27FC236}">
                    <a16:creationId xmlns:a16="http://schemas.microsoft.com/office/drawing/2014/main" id="{F80C8E45-AA03-497B-9ABE-2E9B8BC26557}"/>
                  </a:ext>
                </a:extLst>
              </p:cNvPr>
              <p:cNvSpPr/>
              <p:nvPr/>
            </p:nvSpPr>
            <p:spPr>
              <a:xfrm>
                <a:off x="6399205" y="2927282"/>
                <a:ext cx="72212" cy="2394576"/>
              </a:xfrm>
              <a:custGeom>
                <a:avLst/>
                <a:gdLst>
                  <a:gd name="connsiteX0" fmla="*/ 0 w 192640"/>
                  <a:gd name="connsiteY0" fmla="*/ 6392581 h 6387957"/>
                  <a:gd name="connsiteX1" fmla="*/ 0 w 192640"/>
                  <a:gd name="connsiteY1" fmla="*/ 0 h 6387957"/>
                  <a:gd name="connsiteX2" fmla="*/ 198805 w 192640"/>
                  <a:gd name="connsiteY2" fmla="*/ 0 h 6387957"/>
                  <a:gd name="connsiteX3" fmla="*/ 198805 w 192640"/>
                  <a:gd name="connsiteY3" fmla="*/ 6392581 h 6387957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</a:cxnLst>
                <a:rect l="l" t="t" r="r" b="b"/>
                <a:pathLst>
                  <a:path w="192640" h="6387957">
                    <a:moveTo>
                      <a:pt x="0" y="6392581"/>
                    </a:moveTo>
                    <a:cubicBezTo>
                      <a:pt x="0" y="4261207"/>
                      <a:pt x="0" y="2132145"/>
                      <a:pt x="0" y="0"/>
                    </a:cubicBezTo>
                    <a:cubicBezTo>
                      <a:pt x="66268" y="0"/>
                      <a:pt x="131766" y="0"/>
                      <a:pt x="198805" y="0"/>
                    </a:cubicBezTo>
                    <a:cubicBezTo>
                      <a:pt x="198805" y="2131374"/>
                      <a:pt x="198805" y="4261207"/>
                      <a:pt x="198805" y="6392581"/>
                    </a:cubicBezTo>
                  </a:path>
                </a:pathLst>
              </a:custGeom>
              <a:solidFill>
                <a:schemeClr val="accent4"/>
              </a:solidFill>
              <a:ln w="7704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US" dirty="0">
                  <a:latin typeface="Times New Roman" panose="02020603050405020304" pitchFamily="18" charset="0"/>
                  <a:cs typeface="Times New Roman" pitchFamily="18" charset="0"/>
                </a:endParaRPr>
              </a:p>
            </p:txBody>
          </p:sp>
          <p:sp>
            <p:nvSpPr>
              <p:cNvPr id="70" name="Freeform: Shape 33">
                <a:extLst>
                  <a:ext uri="{FF2B5EF4-FFF2-40B4-BE49-F238E27FC236}">
                    <a16:creationId xmlns:a16="http://schemas.microsoft.com/office/drawing/2014/main" id="{B33154AB-DAF1-4E1D-AED0-2C8B79C6FE97}"/>
                  </a:ext>
                </a:extLst>
              </p:cNvPr>
              <p:cNvSpPr/>
              <p:nvPr/>
            </p:nvSpPr>
            <p:spPr>
              <a:xfrm>
                <a:off x="5237391" y="2926127"/>
                <a:ext cx="144425" cy="2394576"/>
              </a:xfrm>
              <a:custGeom>
                <a:avLst/>
                <a:gdLst>
                  <a:gd name="connsiteX0" fmla="*/ 0 w 385280"/>
                  <a:gd name="connsiteY0" fmla="*/ 6393351 h 6387957"/>
                  <a:gd name="connsiteX1" fmla="*/ 0 w 385280"/>
                  <a:gd name="connsiteY1" fmla="*/ 0 h 6387957"/>
                  <a:gd name="connsiteX2" fmla="*/ 387593 w 385280"/>
                  <a:gd name="connsiteY2" fmla="*/ 0 h 6387957"/>
                  <a:gd name="connsiteX3" fmla="*/ 387593 w 385280"/>
                  <a:gd name="connsiteY3" fmla="*/ 6393351 h 6387957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</a:cxnLst>
                <a:rect l="l" t="t" r="r" b="b"/>
                <a:pathLst>
                  <a:path w="385280" h="6387957">
                    <a:moveTo>
                      <a:pt x="0" y="6393351"/>
                    </a:moveTo>
                    <a:cubicBezTo>
                      <a:pt x="0" y="4262748"/>
                      <a:pt x="0" y="2132145"/>
                      <a:pt x="0" y="0"/>
                    </a:cubicBezTo>
                    <a:cubicBezTo>
                      <a:pt x="128684" y="0"/>
                      <a:pt x="256597" y="0"/>
                      <a:pt x="387593" y="0"/>
                    </a:cubicBezTo>
                    <a:cubicBezTo>
                      <a:pt x="387593" y="2130603"/>
                      <a:pt x="387593" y="4261207"/>
                      <a:pt x="387593" y="6393351"/>
                    </a:cubicBezTo>
                  </a:path>
                </a:pathLst>
              </a:custGeom>
              <a:solidFill>
                <a:schemeClr val="accent3"/>
              </a:solidFill>
              <a:ln w="7704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US" dirty="0">
                  <a:latin typeface="Times New Roman" panose="02020603050405020304" pitchFamily="18" charset="0"/>
                  <a:cs typeface="Times New Roman" pitchFamily="18" charset="0"/>
                </a:endParaRPr>
              </a:p>
            </p:txBody>
          </p:sp>
          <p:sp>
            <p:nvSpPr>
              <p:cNvPr id="71" name="Freeform: Shape 34">
                <a:extLst>
                  <a:ext uri="{FF2B5EF4-FFF2-40B4-BE49-F238E27FC236}">
                    <a16:creationId xmlns:a16="http://schemas.microsoft.com/office/drawing/2014/main" id="{6E905E38-B653-4270-89DB-6739B8AED375}"/>
                  </a:ext>
                </a:extLst>
              </p:cNvPr>
              <p:cNvSpPr/>
              <p:nvPr/>
            </p:nvSpPr>
            <p:spPr>
              <a:xfrm>
                <a:off x="5123269" y="2926994"/>
                <a:ext cx="72212" cy="2394576"/>
              </a:xfrm>
              <a:custGeom>
                <a:avLst/>
                <a:gdLst>
                  <a:gd name="connsiteX0" fmla="*/ 0 w 192640"/>
                  <a:gd name="connsiteY0" fmla="*/ 6392581 h 6387957"/>
                  <a:gd name="connsiteX1" fmla="*/ 0 w 192640"/>
                  <a:gd name="connsiteY1" fmla="*/ 0 h 6387957"/>
                  <a:gd name="connsiteX2" fmla="*/ 198805 w 192640"/>
                  <a:gd name="connsiteY2" fmla="*/ 0 h 6387957"/>
                  <a:gd name="connsiteX3" fmla="*/ 198805 w 192640"/>
                  <a:gd name="connsiteY3" fmla="*/ 6392581 h 6387957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</a:cxnLst>
                <a:rect l="l" t="t" r="r" b="b"/>
                <a:pathLst>
                  <a:path w="192640" h="6387957">
                    <a:moveTo>
                      <a:pt x="0" y="6392581"/>
                    </a:moveTo>
                    <a:cubicBezTo>
                      <a:pt x="0" y="4261207"/>
                      <a:pt x="0" y="2132145"/>
                      <a:pt x="0" y="0"/>
                    </a:cubicBezTo>
                    <a:cubicBezTo>
                      <a:pt x="67039" y="0"/>
                      <a:pt x="131766" y="0"/>
                      <a:pt x="198805" y="0"/>
                    </a:cubicBezTo>
                    <a:cubicBezTo>
                      <a:pt x="198805" y="2130603"/>
                      <a:pt x="198805" y="4259666"/>
                      <a:pt x="198805" y="6392581"/>
                    </a:cubicBezTo>
                  </a:path>
                </a:pathLst>
              </a:custGeom>
              <a:solidFill>
                <a:schemeClr val="accent3"/>
              </a:solidFill>
              <a:ln w="7704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US" dirty="0">
                  <a:latin typeface="Times New Roman" panose="02020603050405020304" pitchFamily="18" charset="0"/>
                  <a:cs typeface="Times New Roman" pitchFamily="18" charset="0"/>
                </a:endParaRPr>
              </a:p>
            </p:txBody>
          </p:sp>
          <p:sp>
            <p:nvSpPr>
              <p:cNvPr id="72" name="Freeform: Shape 35">
                <a:extLst>
                  <a:ext uri="{FF2B5EF4-FFF2-40B4-BE49-F238E27FC236}">
                    <a16:creationId xmlns:a16="http://schemas.microsoft.com/office/drawing/2014/main" id="{C46E5A34-F6FC-40B7-8BD9-CA4870D3EACB}"/>
                  </a:ext>
                </a:extLst>
              </p:cNvPr>
              <p:cNvSpPr/>
              <p:nvPr/>
            </p:nvSpPr>
            <p:spPr>
              <a:xfrm>
                <a:off x="5611343" y="2927282"/>
                <a:ext cx="72212" cy="2394576"/>
              </a:xfrm>
              <a:custGeom>
                <a:avLst/>
                <a:gdLst>
                  <a:gd name="connsiteX0" fmla="*/ 0 w 192640"/>
                  <a:gd name="connsiteY0" fmla="*/ 6392581 h 6387957"/>
                  <a:gd name="connsiteX1" fmla="*/ 0 w 192640"/>
                  <a:gd name="connsiteY1" fmla="*/ 0 h 6387957"/>
                  <a:gd name="connsiteX2" fmla="*/ 198805 w 192640"/>
                  <a:gd name="connsiteY2" fmla="*/ 0 h 6387957"/>
                  <a:gd name="connsiteX3" fmla="*/ 198805 w 192640"/>
                  <a:gd name="connsiteY3" fmla="*/ 6392581 h 6387957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</a:cxnLst>
                <a:rect l="l" t="t" r="r" b="b"/>
                <a:pathLst>
                  <a:path w="192640" h="6387957">
                    <a:moveTo>
                      <a:pt x="0" y="6392581"/>
                    </a:moveTo>
                    <a:cubicBezTo>
                      <a:pt x="0" y="4261207"/>
                      <a:pt x="0" y="2132145"/>
                      <a:pt x="0" y="0"/>
                    </a:cubicBezTo>
                    <a:cubicBezTo>
                      <a:pt x="66268" y="0"/>
                      <a:pt x="131766" y="0"/>
                      <a:pt x="198805" y="0"/>
                    </a:cubicBezTo>
                    <a:cubicBezTo>
                      <a:pt x="198805" y="2131374"/>
                      <a:pt x="198805" y="4261207"/>
                      <a:pt x="198805" y="6392581"/>
                    </a:cubicBezTo>
                  </a:path>
                </a:pathLst>
              </a:custGeom>
              <a:solidFill>
                <a:schemeClr val="accent3"/>
              </a:solidFill>
              <a:ln w="7704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US" dirty="0">
                  <a:latin typeface="Times New Roman" panose="02020603050405020304" pitchFamily="18" charset="0"/>
                  <a:cs typeface="Times New Roman" pitchFamily="18" charset="0"/>
                </a:endParaRPr>
              </a:p>
            </p:txBody>
          </p:sp>
          <p:sp>
            <p:nvSpPr>
              <p:cNvPr id="73" name="Freeform: Shape 36">
                <a:extLst>
                  <a:ext uri="{FF2B5EF4-FFF2-40B4-BE49-F238E27FC236}">
                    <a16:creationId xmlns:a16="http://schemas.microsoft.com/office/drawing/2014/main" id="{5FA3DBA7-F8ED-45A6-819E-A85FBC355BCB}"/>
                  </a:ext>
                </a:extLst>
              </p:cNvPr>
              <p:cNvSpPr/>
              <p:nvPr/>
            </p:nvSpPr>
            <p:spPr>
              <a:xfrm>
                <a:off x="5407259" y="2926994"/>
                <a:ext cx="37550" cy="2394576"/>
              </a:xfrm>
              <a:custGeom>
                <a:avLst/>
                <a:gdLst>
                  <a:gd name="connsiteX0" fmla="*/ 0 w 100173"/>
                  <a:gd name="connsiteY0" fmla="*/ 6392581 h 6387957"/>
                  <a:gd name="connsiteX1" fmla="*/ 0 w 100173"/>
                  <a:gd name="connsiteY1" fmla="*/ 0 h 6387957"/>
                  <a:gd name="connsiteX2" fmla="*/ 103255 w 100173"/>
                  <a:gd name="connsiteY2" fmla="*/ 0 h 6387957"/>
                  <a:gd name="connsiteX3" fmla="*/ 103255 w 100173"/>
                  <a:gd name="connsiteY3" fmla="*/ 6392581 h 6387957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</a:cxnLst>
                <a:rect l="l" t="t" r="r" b="b"/>
                <a:pathLst>
                  <a:path w="100173" h="6387957">
                    <a:moveTo>
                      <a:pt x="0" y="6392581"/>
                    </a:moveTo>
                    <a:cubicBezTo>
                      <a:pt x="0" y="4261978"/>
                      <a:pt x="0" y="2132145"/>
                      <a:pt x="0" y="0"/>
                    </a:cubicBezTo>
                    <a:cubicBezTo>
                      <a:pt x="34675" y="0"/>
                      <a:pt x="67810" y="0"/>
                      <a:pt x="103255" y="0"/>
                    </a:cubicBezTo>
                    <a:cubicBezTo>
                      <a:pt x="103255" y="2130603"/>
                      <a:pt x="103255" y="4259666"/>
                      <a:pt x="103255" y="6392581"/>
                    </a:cubicBezTo>
                  </a:path>
                </a:pathLst>
              </a:custGeom>
              <a:solidFill>
                <a:schemeClr val="accent3"/>
              </a:solidFill>
              <a:ln w="7704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US" dirty="0">
                  <a:latin typeface="Times New Roman" panose="02020603050405020304" pitchFamily="18" charset="0"/>
                  <a:cs typeface="Times New Roman" pitchFamily="18" charset="0"/>
                </a:endParaRPr>
              </a:p>
            </p:txBody>
          </p:sp>
          <p:sp>
            <p:nvSpPr>
              <p:cNvPr id="74" name="Freeform: Shape 37">
                <a:extLst>
                  <a:ext uri="{FF2B5EF4-FFF2-40B4-BE49-F238E27FC236}">
                    <a16:creationId xmlns:a16="http://schemas.microsoft.com/office/drawing/2014/main" id="{6D4897DB-997C-4440-9C15-09B6C34994D1}"/>
                  </a:ext>
                </a:extLst>
              </p:cNvPr>
              <p:cNvSpPr/>
              <p:nvPr/>
            </p:nvSpPr>
            <p:spPr>
              <a:xfrm>
                <a:off x="5470252" y="2926994"/>
                <a:ext cx="37550" cy="2394576"/>
              </a:xfrm>
              <a:custGeom>
                <a:avLst/>
                <a:gdLst>
                  <a:gd name="connsiteX0" fmla="*/ 0 w 100173"/>
                  <a:gd name="connsiteY0" fmla="*/ 6392581 h 6387957"/>
                  <a:gd name="connsiteX1" fmla="*/ 0 w 100173"/>
                  <a:gd name="connsiteY1" fmla="*/ 0 h 6387957"/>
                  <a:gd name="connsiteX2" fmla="*/ 103255 w 100173"/>
                  <a:gd name="connsiteY2" fmla="*/ 0 h 6387957"/>
                  <a:gd name="connsiteX3" fmla="*/ 103255 w 100173"/>
                  <a:gd name="connsiteY3" fmla="*/ 6392581 h 6387957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</a:cxnLst>
                <a:rect l="l" t="t" r="r" b="b"/>
                <a:pathLst>
                  <a:path w="100173" h="6387957">
                    <a:moveTo>
                      <a:pt x="0" y="6392581"/>
                    </a:moveTo>
                    <a:cubicBezTo>
                      <a:pt x="0" y="4261978"/>
                      <a:pt x="0" y="2132145"/>
                      <a:pt x="0" y="0"/>
                    </a:cubicBezTo>
                    <a:cubicBezTo>
                      <a:pt x="34675" y="0"/>
                      <a:pt x="67809" y="0"/>
                      <a:pt x="103255" y="0"/>
                    </a:cubicBezTo>
                    <a:cubicBezTo>
                      <a:pt x="103255" y="2130603"/>
                      <a:pt x="103255" y="4259666"/>
                      <a:pt x="103255" y="6392581"/>
                    </a:cubicBezTo>
                  </a:path>
                </a:pathLst>
              </a:custGeom>
              <a:solidFill>
                <a:schemeClr val="accent3"/>
              </a:solidFill>
              <a:ln w="7704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US" dirty="0">
                  <a:latin typeface="Times New Roman" panose="02020603050405020304" pitchFamily="18" charset="0"/>
                  <a:cs typeface="Times New Roman" pitchFamily="18" charset="0"/>
                </a:endParaRPr>
              </a:p>
            </p:txBody>
          </p:sp>
          <p:sp>
            <p:nvSpPr>
              <p:cNvPr id="75" name="Freeform: Shape 38">
                <a:extLst>
                  <a:ext uri="{FF2B5EF4-FFF2-40B4-BE49-F238E27FC236}">
                    <a16:creationId xmlns:a16="http://schemas.microsoft.com/office/drawing/2014/main" id="{60C5513F-881C-4B26-9ADB-6A46166CB483}"/>
                  </a:ext>
                </a:extLst>
              </p:cNvPr>
              <p:cNvSpPr/>
              <p:nvPr/>
            </p:nvSpPr>
            <p:spPr>
              <a:xfrm>
                <a:off x="5533244" y="2926127"/>
                <a:ext cx="37550" cy="2394576"/>
              </a:xfrm>
              <a:custGeom>
                <a:avLst/>
                <a:gdLst>
                  <a:gd name="connsiteX0" fmla="*/ 0 w 100173"/>
                  <a:gd name="connsiteY0" fmla="*/ 6392581 h 6387957"/>
                  <a:gd name="connsiteX1" fmla="*/ 0 w 100173"/>
                  <a:gd name="connsiteY1" fmla="*/ 0 h 6387957"/>
                  <a:gd name="connsiteX2" fmla="*/ 103255 w 100173"/>
                  <a:gd name="connsiteY2" fmla="*/ 0 h 6387957"/>
                  <a:gd name="connsiteX3" fmla="*/ 103255 w 100173"/>
                  <a:gd name="connsiteY3" fmla="*/ 6392581 h 6387957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</a:cxnLst>
                <a:rect l="l" t="t" r="r" b="b"/>
                <a:pathLst>
                  <a:path w="100173" h="6387957">
                    <a:moveTo>
                      <a:pt x="0" y="6392581"/>
                    </a:moveTo>
                    <a:cubicBezTo>
                      <a:pt x="0" y="4261978"/>
                      <a:pt x="0" y="2132145"/>
                      <a:pt x="0" y="0"/>
                    </a:cubicBezTo>
                    <a:cubicBezTo>
                      <a:pt x="34675" y="0"/>
                      <a:pt x="67809" y="0"/>
                      <a:pt x="103255" y="0"/>
                    </a:cubicBezTo>
                    <a:cubicBezTo>
                      <a:pt x="103255" y="2130603"/>
                      <a:pt x="103255" y="4259666"/>
                      <a:pt x="103255" y="6392581"/>
                    </a:cubicBezTo>
                  </a:path>
                </a:pathLst>
              </a:custGeom>
              <a:solidFill>
                <a:schemeClr val="accent3"/>
              </a:solidFill>
              <a:ln w="7704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US" dirty="0">
                  <a:latin typeface="Times New Roman" panose="02020603050405020304" pitchFamily="18" charset="0"/>
                  <a:cs typeface="Times New Roman" pitchFamily="18" charset="0"/>
                </a:endParaRPr>
              </a:p>
            </p:txBody>
          </p:sp>
        </p:grpSp>
        <p:sp>
          <p:nvSpPr>
            <p:cNvPr id="76" name="Rectangle 75">
              <a:extLst>
                <a:ext uri="{FF2B5EF4-FFF2-40B4-BE49-F238E27FC236}">
                  <a16:creationId xmlns:a16="http://schemas.microsoft.com/office/drawing/2014/main" id="{621D202A-5DDC-4586-837E-E89610285CC9}"/>
                </a:ext>
              </a:extLst>
            </p:cNvPr>
            <p:cNvSpPr/>
            <p:nvPr/>
          </p:nvSpPr>
          <p:spPr>
            <a:xfrm>
              <a:off x="0" y="-699"/>
              <a:ext cx="12191999" cy="646331"/>
            </a:xfrm>
            <a:prstGeom prst="rect">
              <a:avLst/>
            </a:prstGeom>
            <a:solidFill>
              <a:schemeClr val="bg1"/>
            </a:solidFill>
            <a:effectLst>
              <a:outerShdw blurRad="50800" dist="38100" dir="2700000" algn="tl" rotWithShape="0">
                <a:prstClr val="black">
                  <a:alpha val="40000"/>
                </a:prstClr>
              </a:outerShdw>
            </a:effectLst>
          </p:spPr>
          <p:txBody>
            <a:bodyPr wrap="square">
              <a:spAutoFit/>
            </a:bodyPr>
            <a:lstStyle/>
            <a:p>
              <a:pPr algn="ctr"/>
              <a:endParaRPr lang="ko-KR" altLang="en-US" sz="3600" dirty="0">
                <a:solidFill>
                  <a:srgbClr val="000099"/>
                </a:solidFill>
                <a:latin typeface="Times New Roman" panose="02020603050405020304" pitchFamily="18" charset="0"/>
                <a:cs typeface="Times New Roman" pitchFamily="18" charset="0"/>
              </a:endParaRPr>
            </a:p>
          </p:txBody>
        </p:sp>
        <p:pic>
          <p:nvPicPr>
            <p:cNvPr id="77" name="Picture 76">
              <a:extLst>
                <a:ext uri="{FF2B5EF4-FFF2-40B4-BE49-F238E27FC236}">
                  <a16:creationId xmlns:a16="http://schemas.microsoft.com/office/drawing/2014/main" id="{C10207E4-A41E-4E56-9165-4F7135FB076B}"/>
                </a:ext>
              </a:extLst>
            </p:cNvPr>
            <p:cNvPicPr>
              <a:picLocks noChangeAspect="1"/>
            </p:cNvPicPr>
            <p:nvPr/>
          </p:nvPicPr>
          <p:blipFill>
            <a:blip r:embed="rId2" cstate="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29587" y="34941"/>
              <a:ext cx="1343005" cy="575049"/>
            </a:xfrm>
            <a:prstGeom prst="rect">
              <a:avLst/>
            </a:prstGeom>
          </p:spPr>
        </p:pic>
        <p:sp>
          <p:nvSpPr>
            <p:cNvPr id="78" name="TextBox 77">
              <a:extLst>
                <a:ext uri="{FF2B5EF4-FFF2-40B4-BE49-F238E27FC236}">
                  <a16:creationId xmlns:a16="http://schemas.microsoft.com/office/drawing/2014/main" id="{8C098857-E541-4069-B9EA-AF75614C0ABE}"/>
                </a:ext>
              </a:extLst>
            </p:cNvPr>
            <p:cNvSpPr txBox="1"/>
            <p:nvPr/>
          </p:nvSpPr>
          <p:spPr>
            <a:xfrm>
              <a:off x="3258798" y="84039"/>
              <a:ext cx="5674404" cy="548099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>
                <a:lnSpc>
                  <a:spcPct val="115000"/>
                </a:lnSpc>
                <a:spcAft>
                  <a:spcPts val="800"/>
                </a:spcAft>
              </a:pPr>
              <a:endParaRPr lang="en-US" sz="2800" b="1" kern="100" dirty="0"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endParaRPr>
            </a:p>
          </p:txBody>
        </p:sp>
      </p:grpSp>
      <p:sp>
        <p:nvSpPr>
          <p:cNvPr id="80" name="TextBox 79">
            <a:extLst>
              <a:ext uri="{FF2B5EF4-FFF2-40B4-BE49-F238E27FC236}">
                <a16:creationId xmlns:a16="http://schemas.microsoft.com/office/drawing/2014/main" id="{311B9A23-1D61-62FA-ADAF-20323146991D}"/>
              </a:ext>
            </a:extLst>
          </p:cNvPr>
          <p:cNvSpPr txBox="1"/>
          <p:nvPr/>
        </p:nvSpPr>
        <p:spPr>
          <a:xfrm>
            <a:off x="1907111" y="30077"/>
            <a:ext cx="9330118" cy="584775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200" b="1"/>
            </a:pPr>
            <a:r>
              <a:rPr lang="en-US" sz="3200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The Deposit Intelligence Tool (</a:t>
            </a:r>
            <a:r>
              <a:rPr lang="en-US" sz="3200" dirty="0" err="1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Streamlit</a:t>
            </a:r>
            <a:r>
              <a:rPr lang="en-US" sz="3200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Dashboard)</a:t>
            </a:r>
            <a:endParaRPr sz="3200" dirty="0">
              <a:solidFill>
                <a:srgbClr val="FF0000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84" name="TextBox 83">
            <a:extLst>
              <a:ext uri="{FF2B5EF4-FFF2-40B4-BE49-F238E27FC236}">
                <a16:creationId xmlns:a16="http://schemas.microsoft.com/office/drawing/2014/main" id="{77208091-AC8C-4310-1A7B-CD25EB00E94B}"/>
              </a:ext>
            </a:extLst>
          </p:cNvPr>
          <p:cNvSpPr txBox="1"/>
          <p:nvPr/>
        </p:nvSpPr>
        <p:spPr>
          <a:xfrm>
            <a:off x="324888" y="1662794"/>
            <a:ext cx="5085973" cy="3416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buNone/>
            </a:pPr>
            <a:r>
              <a:rPr lang="en-IN" dirty="0"/>
              <a:t>Our dashboard transforms raw data into:</a:t>
            </a:r>
          </a:p>
          <a:p>
            <a:pPr>
              <a:buNone/>
            </a:pPr>
            <a:endParaRPr lang="en-IN" dirty="0"/>
          </a:p>
          <a:p>
            <a:pPr>
              <a:buFont typeface="Arial" panose="020B0604020202020204" pitchFamily="34" charset="0"/>
              <a:buChar char="•"/>
            </a:pPr>
            <a:r>
              <a:rPr lang="en-IN" dirty="0"/>
              <a:t>📍 </a:t>
            </a:r>
            <a:r>
              <a:rPr lang="en-IN" b="1" dirty="0"/>
              <a:t>Geo-level deposit visualization</a:t>
            </a:r>
          </a:p>
          <a:p>
            <a:endParaRPr lang="en-IN" dirty="0"/>
          </a:p>
          <a:p>
            <a:pPr>
              <a:buFont typeface="Arial" panose="020B0604020202020204" pitchFamily="34" charset="0"/>
              <a:buChar char="•"/>
            </a:pPr>
            <a:r>
              <a:rPr lang="en-IN" dirty="0"/>
              <a:t>📊 </a:t>
            </a:r>
            <a:r>
              <a:rPr lang="en-IN" b="1" dirty="0"/>
              <a:t>Population group segmentation</a:t>
            </a:r>
          </a:p>
          <a:p>
            <a:endParaRPr lang="en-IN" dirty="0"/>
          </a:p>
          <a:p>
            <a:pPr>
              <a:buFont typeface="Arial" panose="020B0604020202020204" pitchFamily="34" charset="0"/>
              <a:buChar char="•"/>
            </a:pPr>
            <a:r>
              <a:rPr lang="en-IN" dirty="0"/>
              <a:t>🔎 </a:t>
            </a:r>
            <a:r>
              <a:rPr lang="en-IN" b="1" dirty="0"/>
              <a:t>Year-wise trend analysis</a:t>
            </a:r>
          </a:p>
          <a:p>
            <a:endParaRPr lang="en-IN" dirty="0"/>
          </a:p>
          <a:p>
            <a:pPr>
              <a:buFont typeface="Arial" panose="020B0604020202020204" pitchFamily="34" charset="0"/>
              <a:buChar char="•"/>
            </a:pPr>
            <a:r>
              <a:rPr lang="en-IN" dirty="0"/>
              <a:t>🤖 </a:t>
            </a:r>
            <a:r>
              <a:rPr lang="en-IN" b="1" dirty="0"/>
              <a:t>Predictive insights (future-ready)</a:t>
            </a:r>
            <a:endParaRPr lang="en-IN" dirty="0"/>
          </a:p>
          <a:p>
            <a:pPr>
              <a:buNone/>
            </a:pPr>
            <a:endParaRPr lang="en-IN" dirty="0"/>
          </a:p>
          <a:p>
            <a:pPr>
              <a:buNone/>
            </a:pPr>
            <a:r>
              <a:rPr lang="en-IN" dirty="0"/>
              <a:t>It not only presents numbers —</a:t>
            </a:r>
          </a:p>
          <a:p>
            <a:pPr>
              <a:buNone/>
            </a:pPr>
            <a:r>
              <a:rPr lang="en-IN" dirty="0"/>
              <a:t>it </a:t>
            </a:r>
            <a:r>
              <a:rPr lang="en-IN" b="1" dirty="0"/>
              <a:t>explains WHY deposit patterns differ</a:t>
            </a:r>
            <a:r>
              <a:rPr lang="en-IN" dirty="0"/>
              <a:t> across India.</a:t>
            </a:r>
          </a:p>
        </p:txBody>
      </p:sp>
      <p:pic>
        <p:nvPicPr>
          <p:cNvPr id="81" name="Picture 80">
            <a:extLst>
              <a:ext uri="{FF2B5EF4-FFF2-40B4-BE49-F238E27FC236}">
                <a16:creationId xmlns:a16="http://schemas.microsoft.com/office/drawing/2014/main" id="{47F9ED14-C4FF-9D6A-D6E8-27259D8C15C8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480359" y="1599951"/>
            <a:ext cx="6294848" cy="298800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425521435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79" name="Group 78">
            <a:extLst>
              <a:ext uri="{FF2B5EF4-FFF2-40B4-BE49-F238E27FC236}">
                <a16:creationId xmlns:a16="http://schemas.microsoft.com/office/drawing/2014/main" id="{8AB83803-82FF-4FDF-A9E4-FA57E548D4DF}"/>
              </a:ext>
            </a:extLst>
          </p:cNvPr>
          <p:cNvGrpSpPr/>
          <p:nvPr/>
        </p:nvGrpSpPr>
        <p:grpSpPr>
          <a:xfrm>
            <a:off x="0" y="-699"/>
            <a:ext cx="12196232" cy="6859933"/>
            <a:chOff x="0" y="-699"/>
            <a:chExt cx="12196232" cy="6859933"/>
          </a:xfrm>
        </p:grpSpPr>
        <p:grpSp>
          <p:nvGrpSpPr>
            <p:cNvPr id="2" name="Group 1">
              <a:extLst>
                <a:ext uri="{FF2B5EF4-FFF2-40B4-BE49-F238E27FC236}">
                  <a16:creationId xmlns:a16="http://schemas.microsoft.com/office/drawing/2014/main" id="{4F7233E0-8B4C-403F-B4DC-1EAABD525929}"/>
                </a:ext>
              </a:extLst>
            </p:cNvPr>
            <p:cNvGrpSpPr/>
            <p:nvPr/>
          </p:nvGrpSpPr>
          <p:grpSpPr>
            <a:xfrm>
              <a:off x="4232" y="6382984"/>
              <a:ext cx="12192000" cy="476250"/>
              <a:chOff x="0" y="6381750"/>
              <a:chExt cx="12192000" cy="476250"/>
            </a:xfrm>
            <a:solidFill>
              <a:srgbClr val="C00000"/>
            </a:solidFill>
          </p:grpSpPr>
          <p:sp>
            <p:nvSpPr>
              <p:cNvPr id="3" name="Rectangle 2">
                <a:extLst>
                  <a:ext uri="{FF2B5EF4-FFF2-40B4-BE49-F238E27FC236}">
                    <a16:creationId xmlns:a16="http://schemas.microsoft.com/office/drawing/2014/main" id="{C3EDFE22-777C-4E40-82E4-FD5DB11D8B63}"/>
                  </a:ext>
                </a:extLst>
              </p:cNvPr>
              <p:cNvSpPr/>
              <p:nvPr/>
            </p:nvSpPr>
            <p:spPr>
              <a:xfrm>
                <a:off x="0" y="6381750"/>
                <a:ext cx="12192000" cy="476250"/>
              </a:xfrm>
              <a:prstGeom prst="rect">
                <a:avLst/>
              </a:prstGeom>
              <a:grpFill/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 dirty="0">
                  <a:solidFill>
                    <a:srgbClr val="C00000"/>
                  </a:solidFill>
                  <a:latin typeface="Times New Roman" panose="02020603050405020304" pitchFamily="18" charset="0"/>
                  <a:cs typeface="Times New Roman" pitchFamily="18" charset="0"/>
                </a:endParaRPr>
              </a:p>
            </p:txBody>
          </p:sp>
          <p:grpSp>
            <p:nvGrpSpPr>
              <p:cNvPr id="4" name="Group 3">
                <a:extLst>
                  <a:ext uri="{FF2B5EF4-FFF2-40B4-BE49-F238E27FC236}">
                    <a16:creationId xmlns:a16="http://schemas.microsoft.com/office/drawing/2014/main" id="{314080B3-0E2C-457A-A722-47CA48E69C19}"/>
                  </a:ext>
                </a:extLst>
              </p:cNvPr>
              <p:cNvGrpSpPr/>
              <p:nvPr/>
            </p:nvGrpSpPr>
            <p:grpSpPr>
              <a:xfrm>
                <a:off x="160089" y="6467143"/>
                <a:ext cx="4087748" cy="273466"/>
                <a:chOff x="4366684" y="2926127"/>
                <a:chExt cx="3278335" cy="2571063"/>
              </a:xfrm>
              <a:grpFill/>
            </p:grpSpPr>
            <p:sp>
              <p:nvSpPr>
                <p:cNvPr id="5" name="Freeform: Shape 4">
                  <a:extLst>
                    <a:ext uri="{FF2B5EF4-FFF2-40B4-BE49-F238E27FC236}">
                      <a16:creationId xmlns:a16="http://schemas.microsoft.com/office/drawing/2014/main" id="{375F0EE2-DB06-4E1C-9F66-EAACEFA99A97}"/>
                    </a:ext>
                  </a:extLst>
                </p:cNvPr>
                <p:cNvSpPr/>
                <p:nvPr/>
              </p:nvSpPr>
              <p:spPr>
                <a:xfrm>
                  <a:off x="4744501" y="2926994"/>
                  <a:ext cx="72212" cy="2394576"/>
                </a:xfrm>
                <a:custGeom>
                  <a:avLst/>
                  <a:gdLst>
                    <a:gd name="connsiteX0" fmla="*/ 0 w 192640"/>
                    <a:gd name="connsiteY0" fmla="*/ 6393351 h 6387957"/>
                    <a:gd name="connsiteX1" fmla="*/ 0 w 192640"/>
                    <a:gd name="connsiteY1" fmla="*/ 0 h 6387957"/>
                    <a:gd name="connsiteX2" fmla="*/ 198034 w 192640"/>
                    <a:gd name="connsiteY2" fmla="*/ 0 h 6387957"/>
                    <a:gd name="connsiteX3" fmla="*/ 198034 w 192640"/>
                    <a:gd name="connsiteY3" fmla="*/ 6393351 h 6387957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</a:cxnLst>
                  <a:rect l="l" t="t" r="r" b="b"/>
                  <a:pathLst>
                    <a:path w="192640" h="6387957">
                      <a:moveTo>
                        <a:pt x="0" y="6393351"/>
                      </a:moveTo>
                      <a:cubicBezTo>
                        <a:pt x="0" y="4261207"/>
                        <a:pt x="0" y="2132145"/>
                        <a:pt x="0" y="0"/>
                      </a:cubicBezTo>
                      <a:cubicBezTo>
                        <a:pt x="67039" y="0"/>
                        <a:pt x="131766" y="0"/>
                        <a:pt x="198034" y="0"/>
                      </a:cubicBezTo>
                      <a:cubicBezTo>
                        <a:pt x="198034" y="2132145"/>
                        <a:pt x="198034" y="4261207"/>
                        <a:pt x="198034" y="6393351"/>
                      </a:cubicBezTo>
                    </a:path>
                  </a:pathLst>
                </a:custGeom>
                <a:grpFill/>
                <a:ln w="7704" cap="flat">
                  <a:noFill/>
                  <a:prstDash val="solid"/>
                  <a:miter/>
                </a:ln>
              </p:spPr>
              <p:txBody>
                <a:bodyPr rtlCol="0" anchor="ctr"/>
                <a:lstStyle/>
                <a:p>
                  <a:endParaRPr lang="en-US" dirty="0">
                    <a:solidFill>
                      <a:srgbClr val="C00000"/>
                    </a:solidFill>
                    <a:latin typeface="Times New Roman" panose="02020603050405020304" pitchFamily="18" charset="0"/>
                    <a:cs typeface="Times New Roman" pitchFamily="18" charset="0"/>
                  </a:endParaRPr>
                </a:p>
              </p:txBody>
            </p:sp>
            <p:sp>
              <p:nvSpPr>
                <p:cNvPr id="6" name="Freeform: Shape 5">
                  <a:extLst>
                    <a:ext uri="{FF2B5EF4-FFF2-40B4-BE49-F238E27FC236}">
                      <a16:creationId xmlns:a16="http://schemas.microsoft.com/office/drawing/2014/main" id="{175E547C-4DF2-4010-A85D-7C2F6E73C80D}"/>
                    </a:ext>
                  </a:extLst>
                </p:cNvPr>
                <p:cNvSpPr/>
                <p:nvPr/>
              </p:nvSpPr>
              <p:spPr>
                <a:xfrm>
                  <a:off x="4676621" y="2926994"/>
                  <a:ext cx="37550" cy="2394576"/>
                </a:xfrm>
                <a:custGeom>
                  <a:avLst/>
                  <a:gdLst>
                    <a:gd name="connsiteX0" fmla="*/ 0 w 100173"/>
                    <a:gd name="connsiteY0" fmla="*/ 6392581 h 6387957"/>
                    <a:gd name="connsiteX1" fmla="*/ 0 w 100173"/>
                    <a:gd name="connsiteY1" fmla="*/ 0 h 6387957"/>
                    <a:gd name="connsiteX2" fmla="*/ 103255 w 100173"/>
                    <a:gd name="connsiteY2" fmla="*/ 0 h 6387957"/>
                    <a:gd name="connsiteX3" fmla="*/ 103255 w 100173"/>
                    <a:gd name="connsiteY3" fmla="*/ 6392581 h 6387957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</a:cxnLst>
                  <a:rect l="l" t="t" r="r" b="b"/>
                  <a:pathLst>
                    <a:path w="100173" h="6387957">
                      <a:moveTo>
                        <a:pt x="0" y="6392581"/>
                      </a:moveTo>
                      <a:cubicBezTo>
                        <a:pt x="0" y="4261207"/>
                        <a:pt x="0" y="2131374"/>
                        <a:pt x="0" y="0"/>
                      </a:cubicBezTo>
                      <a:cubicBezTo>
                        <a:pt x="34675" y="0"/>
                        <a:pt x="67809" y="0"/>
                        <a:pt x="103255" y="0"/>
                      </a:cubicBezTo>
                      <a:cubicBezTo>
                        <a:pt x="103255" y="2130603"/>
                        <a:pt x="103255" y="4260437"/>
                        <a:pt x="103255" y="6392581"/>
                      </a:cubicBezTo>
                    </a:path>
                  </a:pathLst>
                </a:custGeom>
                <a:grpFill/>
                <a:ln w="7704" cap="flat">
                  <a:noFill/>
                  <a:prstDash val="solid"/>
                  <a:miter/>
                </a:ln>
              </p:spPr>
              <p:txBody>
                <a:bodyPr rtlCol="0" anchor="ctr"/>
                <a:lstStyle/>
                <a:p>
                  <a:endParaRPr lang="en-US" dirty="0">
                    <a:solidFill>
                      <a:srgbClr val="C00000"/>
                    </a:solidFill>
                    <a:latin typeface="Times New Roman" panose="02020603050405020304" pitchFamily="18" charset="0"/>
                    <a:cs typeface="Times New Roman" pitchFamily="18" charset="0"/>
                  </a:endParaRPr>
                </a:p>
              </p:txBody>
            </p:sp>
            <p:sp>
              <p:nvSpPr>
                <p:cNvPr id="7" name="Freeform: Shape 6">
                  <a:extLst>
                    <a:ext uri="{FF2B5EF4-FFF2-40B4-BE49-F238E27FC236}">
                      <a16:creationId xmlns:a16="http://schemas.microsoft.com/office/drawing/2014/main" id="{3F8BF4F1-A2B9-4C23-BC26-20CA699DD57A}"/>
                    </a:ext>
                  </a:extLst>
                </p:cNvPr>
                <p:cNvSpPr/>
                <p:nvPr/>
              </p:nvSpPr>
              <p:spPr>
                <a:xfrm>
                  <a:off x="5706626" y="2927282"/>
                  <a:ext cx="109764" cy="2394576"/>
                </a:xfrm>
                <a:custGeom>
                  <a:avLst/>
                  <a:gdLst>
                    <a:gd name="connsiteX0" fmla="*/ 0 w 292813"/>
                    <a:gd name="connsiteY0" fmla="*/ 6392581 h 6387957"/>
                    <a:gd name="connsiteX1" fmla="*/ 0 w 292813"/>
                    <a:gd name="connsiteY1" fmla="*/ 0 h 6387957"/>
                    <a:gd name="connsiteX2" fmla="*/ 295125 w 292813"/>
                    <a:gd name="connsiteY2" fmla="*/ 0 h 6387957"/>
                    <a:gd name="connsiteX3" fmla="*/ 295125 w 292813"/>
                    <a:gd name="connsiteY3" fmla="*/ 6392581 h 6387957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</a:cxnLst>
                  <a:rect l="l" t="t" r="r" b="b"/>
                  <a:pathLst>
                    <a:path w="292813" h="6387957">
                      <a:moveTo>
                        <a:pt x="0" y="6392581"/>
                      </a:moveTo>
                      <a:cubicBezTo>
                        <a:pt x="0" y="4261978"/>
                        <a:pt x="0" y="2132145"/>
                        <a:pt x="0" y="0"/>
                      </a:cubicBezTo>
                      <a:cubicBezTo>
                        <a:pt x="97091" y="0"/>
                        <a:pt x="194952" y="0"/>
                        <a:pt x="295125" y="0"/>
                      </a:cubicBezTo>
                      <a:cubicBezTo>
                        <a:pt x="295125" y="2130603"/>
                        <a:pt x="295125" y="4259666"/>
                        <a:pt x="295125" y="6392581"/>
                      </a:cubicBezTo>
                    </a:path>
                  </a:pathLst>
                </a:custGeom>
                <a:grpFill/>
                <a:ln w="7704" cap="flat">
                  <a:noFill/>
                  <a:prstDash val="solid"/>
                  <a:miter/>
                </a:ln>
              </p:spPr>
              <p:txBody>
                <a:bodyPr rtlCol="0" anchor="ctr"/>
                <a:lstStyle/>
                <a:p>
                  <a:endParaRPr lang="en-US" dirty="0">
                    <a:solidFill>
                      <a:srgbClr val="C00000"/>
                    </a:solidFill>
                    <a:latin typeface="Times New Roman" panose="02020603050405020304" pitchFamily="18" charset="0"/>
                    <a:cs typeface="Times New Roman" pitchFamily="18" charset="0"/>
                  </a:endParaRPr>
                </a:p>
              </p:txBody>
            </p:sp>
            <p:sp>
              <p:nvSpPr>
                <p:cNvPr id="8" name="Freeform: Shape 7">
                  <a:extLst>
                    <a:ext uri="{FF2B5EF4-FFF2-40B4-BE49-F238E27FC236}">
                      <a16:creationId xmlns:a16="http://schemas.microsoft.com/office/drawing/2014/main" id="{1BB7A337-F067-4346-AD27-97742504B3F6}"/>
                    </a:ext>
                  </a:extLst>
                </p:cNvPr>
                <p:cNvSpPr/>
                <p:nvPr/>
              </p:nvSpPr>
              <p:spPr>
                <a:xfrm>
                  <a:off x="5022376" y="2926994"/>
                  <a:ext cx="75101" cy="2394576"/>
                </a:xfrm>
                <a:custGeom>
                  <a:avLst/>
                  <a:gdLst>
                    <a:gd name="connsiteX0" fmla="*/ 0 w 200346"/>
                    <a:gd name="connsiteY0" fmla="*/ 6392581 h 6387957"/>
                    <a:gd name="connsiteX1" fmla="*/ 0 w 200346"/>
                    <a:gd name="connsiteY1" fmla="*/ 0 h 6387957"/>
                    <a:gd name="connsiteX2" fmla="*/ 201117 w 200346"/>
                    <a:gd name="connsiteY2" fmla="*/ 0 h 6387957"/>
                    <a:gd name="connsiteX3" fmla="*/ 201117 w 200346"/>
                    <a:gd name="connsiteY3" fmla="*/ 6392581 h 6387957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</a:cxnLst>
                  <a:rect l="l" t="t" r="r" b="b"/>
                  <a:pathLst>
                    <a:path w="200346" h="6387957">
                      <a:moveTo>
                        <a:pt x="0" y="6392581"/>
                      </a:moveTo>
                      <a:cubicBezTo>
                        <a:pt x="0" y="4261207"/>
                        <a:pt x="0" y="2132145"/>
                        <a:pt x="0" y="0"/>
                      </a:cubicBezTo>
                      <a:cubicBezTo>
                        <a:pt x="67039" y="0"/>
                        <a:pt x="133307" y="0"/>
                        <a:pt x="201117" y="0"/>
                      </a:cubicBezTo>
                      <a:cubicBezTo>
                        <a:pt x="201117" y="2131374"/>
                        <a:pt x="201117" y="4260437"/>
                        <a:pt x="201117" y="6392581"/>
                      </a:cubicBezTo>
                    </a:path>
                  </a:pathLst>
                </a:custGeom>
                <a:grpFill/>
                <a:ln w="7704" cap="flat">
                  <a:noFill/>
                  <a:prstDash val="solid"/>
                  <a:miter/>
                </a:ln>
              </p:spPr>
              <p:txBody>
                <a:bodyPr rtlCol="0" anchor="ctr"/>
                <a:lstStyle/>
                <a:p>
                  <a:endParaRPr lang="en-US" dirty="0">
                    <a:solidFill>
                      <a:srgbClr val="C00000"/>
                    </a:solidFill>
                    <a:latin typeface="Times New Roman" panose="02020603050405020304" pitchFamily="18" charset="0"/>
                    <a:cs typeface="Times New Roman" pitchFamily="18" charset="0"/>
                  </a:endParaRPr>
                </a:p>
              </p:txBody>
            </p:sp>
            <p:sp>
              <p:nvSpPr>
                <p:cNvPr id="9" name="Freeform: Shape 8">
                  <a:extLst>
                    <a:ext uri="{FF2B5EF4-FFF2-40B4-BE49-F238E27FC236}">
                      <a16:creationId xmlns:a16="http://schemas.microsoft.com/office/drawing/2014/main" id="{8E795506-C19E-4D33-8ECE-0DF520B3AEFE}"/>
                    </a:ext>
                  </a:extLst>
                </p:cNvPr>
                <p:cNvSpPr/>
                <p:nvPr/>
              </p:nvSpPr>
              <p:spPr>
                <a:xfrm>
                  <a:off x="4877829" y="2926994"/>
                  <a:ext cx="72212" cy="2394576"/>
                </a:xfrm>
                <a:custGeom>
                  <a:avLst/>
                  <a:gdLst>
                    <a:gd name="connsiteX0" fmla="*/ 0 w 192640"/>
                    <a:gd name="connsiteY0" fmla="*/ 6392581 h 6387957"/>
                    <a:gd name="connsiteX1" fmla="*/ 0 w 192640"/>
                    <a:gd name="connsiteY1" fmla="*/ 0 h 6387957"/>
                    <a:gd name="connsiteX2" fmla="*/ 198805 w 192640"/>
                    <a:gd name="connsiteY2" fmla="*/ 0 h 6387957"/>
                    <a:gd name="connsiteX3" fmla="*/ 198805 w 192640"/>
                    <a:gd name="connsiteY3" fmla="*/ 6392581 h 6387957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</a:cxnLst>
                  <a:rect l="l" t="t" r="r" b="b"/>
                  <a:pathLst>
                    <a:path w="192640" h="6387957">
                      <a:moveTo>
                        <a:pt x="0" y="6392581"/>
                      </a:moveTo>
                      <a:cubicBezTo>
                        <a:pt x="0" y="4261207"/>
                        <a:pt x="0" y="2131374"/>
                        <a:pt x="0" y="0"/>
                      </a:cubicBezTo>
                      <a:cubicBezTo>
                        <a:pt x="67039" y="0"/>
                        <a:pt x="131766" y="0"/>
                        <a:pt x="198805" y="0"/>
                      </a:cubicBezTo>
                      <a:cubicBezTo>
                        <a:pt x="198805" y="2130603"/>
                        <a:pt x="198805" y="4260437"/>
                        <a:pt x="198805" y="6392581"/>
                      </a:cubicBezTo>
                    </a:path>
                  </a:pathLst>
                </a:custGeom>
                <a:grpFill/>
                <a:ln w="7704" cap="flat">
                  <a:noFill/>
                  <a:prstDash val="solid"/>
                  <a:miter/>
                </a:ln>
              </p:spPr>
              <p:txBody>
                <a:bodyPr rtlCol="0" anchor="ctr"/>
                <a:lstStyle/>
                <a:p>
                  <a:endParaRPr lang="en-US" dirty="0">
                    <a:solidFill>
                      <a:srgbClr val="C00000"/>
                    </a:solidFill>
                    <a:latin typeface="Times New Roman" panose="02020603050405020304" pitchFamily="18" charset="0"/>
                    <a:cs typeface="Times New Roman" pitchFamily="18" charset="0"/>
                  </a:endParaRPr>
                </a:p>
              </p:txBody>
            </p:sp>
            <p:sp>
              <p:nvSpPr>
                <p:cNvPr id="10" name="Freeform: Shape 9">
                  <a:extLst>
                    <a:ext uri="{FF2B5EF4-FFF2-40B4-BE49-F238E27FC236}">
                      <a16:creationId xmlns:a16="http://schemas.microsoft.com/office/drawing/2014/main" id="{3735ADE9-DFBC-40FF-A853-DDEAE403ED0E}"/>
                    </a:ext>
                  </a:extLst>
                </p:cNvPr>
                <p:cNvSpPr/>
                <p:nvPr/>
              </p:nvSpPr>
              <p:spPr>
                <a:xfrm>
                  <a:off x="4559765" y="2926994"/>
                  <a:ext cx="72212" cy="2394576"/>
                </a:xfrm>
                <a:custGeom>
                  <a:avLst/>
                  <a:gdLst>
                    <a:gd name="connsiteX0" fmla="*/ 0 w 192640"/>
                    <a:gd name="connsiteY0" fmla="*/ 6393351 h 6387957"/>
                    <a:gd name="connsiteX1" fmla="*/ 0 w 192640"/>
                    <a:gd name="connsiteY1" fmla="*/ 0 h 6387957"/>
                    <a:gd name="connsiteX2" fmla="*/ 198034 w 192640"/>
                    <a:gd name="connsiteY2" fmla="*/ 0 h 6387957"/>
                    <a:gd name="connsiteX3" fmla="*/ 198034 w 192640"/>
                    <a:gd name="connsiteY3" fmla="*/ 6393351 h 6387957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</a:cxnLst>
                  <a:rect l="l" t="t" r="r" b="b"/>
                  <a:pathLst>
                    <a:path w="192640" h="6387957">
                      <a:moveTo>
                        <a:pt x="0" y="6393351"/>
                      </a:moveTo>
                      <a:cubicBezTo>
                        <a:pt x="0" y="4261207"/>
                        <a:pt x="0" y="2132145"/>
                        <a:pt x="0" y="0"/>
                      </a:cubicBezTo>
                      <a:cubicBezTo>
                        <a:pt x="67039" y="0"/>
                        <a:pt x="131766" y="0"/>
                        <a:pt x="198034" y="0"/>
                      </a:cubicBezTo>
                      <a:cubicBezTo>
                        <a:pt x="198034" y="2132145"/>
                        <a:pt x="198034" y="4261207"/>
                        <a:pt x="198034" y="6393351"/>
                      </a:cubicBezTo>
                    </a:path>
                  </a:pathLst>
                </a:custGeom>
                <a:grpFill/>
                <a:ln w="7704" cap="flat">
                  <a:noFill/>
                  <a:prstDash val="solid"/>
                  <a:miter/>
                </a:ln>
              </p:spPr>
              <p:txBody>
                <a:bodyPr rtlCol="0" anchor="ctr"/>
                <a:lstStyle/>
                <a:p>
                  <a:endParaRPr lang="en-US" dirty="0">
                    <a:solidFill>
                      <a:srgbClr val="C00000"/>
                    </a:solidFill>
                    <a:latin typeface="Times New Roman" panose="02020603050405020304" pitchFamily="18" charset="0"/>
                    <a:cs typeface="Times New Roman" pitchFamily="18" charset="0"/>
                  </a:endParaRPr>
                </a:p>
              </p:txBody>
            </p:sp>
            <p:sp>
              <p:nvSpPr>
                <p:cNvPr id="11" name="Freeform: Shape 10">
                  <a:extLst>
                    <a:ext uri="{FF2B5EF4-FFF2-40B4-BE49-F238E27FC236}">
                      <a16:creationId xmlns:a16="http://schemas.microsoft.com/office/drawing/2014/main" id="{45B816DB-E16D-434D-9DDC-1E4BB22E411A}"/>
                    </a:ext>
                  </a:extLst>
                </p:cNvPr>
                <p:cNvSpPr/>
                <p:nvPr/>
              </p:nvSpPr>
              <p:spPr>
                <a:xfrm>
                  <a:off x="4433987" y="2926705"/>
                  <a:ext cx="37550" cy="2567886"/>
                </a:xfrm>
                <a:custGeom>
                  <a:avLst/>
                  <a:gdLst>
                    <a:gd name="connsiteX0" fmla="*/ 0 w 100173"/>
                    <a:gd name="connsiteY0" fmla="*/ 6854918 h 6850294"/>
                    <a:gd name="connsiteX1" fmla="*/ 0 w 100173"/>
                    <a:gd name="connsiteY1" fmla="*/ 0 h 6850294"/>
                    <a:gd name="connsiteX2" fmla="*/ 103255 w 100173"/>
                    <a:gd name="connsiteY2" fmla="*/ 0 h 6850294"/>
                    <a:gd name="connsiteX3" fmla="*/ 103255 w 100173"/>
                    <a:gd name="connsiteY3" fmla="*/ 6854918 h 6850294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</a:cxnLst>
                  <a:rect l="l" t="t" r="r" b="b"/>
                  <a:pathLst>
                    <a:path w="100173" h="6850294">
                      <a:moveTo>
                        <a:pt x="0" y="6854918"/>
                      </a:moveTo>
                      <a:cubicBezTo>
                        <a:pt x="0" y="4570202"/>
                        <a:pt x="0" y="2286257"/>
                        <a:pt x="0" y="0"/>
                      </a:cubicBezTo>
                      <a:cubicBezTo>
                        <a:pt x="34675" y="0"/>
                        <a:pt x="67809" y="0"/>
                        <a:pt x="103255" y="0"/>
                      </a:cubicBezTo>
                      <a:cubicBezTo>
                        <a:pt x="103255" y="2284716"/>
                        <a:pt x="103255" y="4567891"/>
                        <a:pt x="103255" y="6854918"/>
                      </a:cubicBezTo>
                    </a:path>
                  </a:pathLst>
                </a:custGeom>
                <a:grpFill/>
                <a:ln w="7704" cap="flat">
                  <a:noFill/>
                  <a:prstDash val="solid"/>
                  <a:miter/>
                </a:ln>
              </p:spPr>
              <p:txBody>
                <a:bodyPr rtlCol="0" anchor="ctr"/>
                <a:lstStyle/>
                <a:p>
                  <a:endParaRPr lang="en-US" dirty="0">
                    <a:solidFill>
                      <a:srgbClr val="C00000"/>
                    </a:solidFill>
                    <a:latin typeface="Times New Roman" panose="02020603050405020304" pitchFamily="18" charset="0"/>
                    <a:cs typeface="Times New Roman" pitchFamily="18" charset="0"/>
                  </a:endParaRPr>
                </a:p>
              </p:txBody>
            </p:sp>
            <p:sp>
              <p:nvSpPr>
                <p:cNvPr id="12" name="Freeform: Shape 11">
                  <a:extLst>
                    <a:ext uri="{FF2B5EF4-FFF2-40B4-BE49-F238E27FC236}">
                      <a16:creationId xmlns:a16="http://schemas.microsoft.com/office/drawing/2014/main" id="{D5D6C9B3-F26D-4538-B939-0107B961839D}"/>
                    </a:ext>
                  </a:extLst>
                </p:cNvPr>
                <p:cNvSpPr/>
                <p:nvPr/>
              </p:nvSpPr>
              <p:spPr>
                <a:xfrm>
                  <a:off x="4366684" y="2927282"/>
                  <a:ext cx="37550" cy="2567886"/>
                </a:xfrm>
                <a:custGeom>
                  <a:avLst/>
                  <a:gdLst>
                    <a:gd name="connsiteX0" fmla="*/ 0 w 100173"/>
                    <a:gd name="connsiteY0" fmla="*/ 6854148 h 6850294"/>
                    <a:gd name="connsiteX1" fmla="*/ 0 w 100173"/>
                    <a:gd name="connsiteY1" fmla="*/ 0 h 6850294"/>
                    <a:gd name="connsiteX2" fmla="*/ 103255 w 100173"/>
                    <a:gd name="connsiteY2" fmla="*/ 0 h 6850294"/>
                    <a:gd name="connsiteX3" fmla="*/ 103255 w 100173"/>
                    <a:gd name="connsiteY3" fmla="*/ 6854918 h 6850294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</a:cxnLst>
                  <a:rect l="l" t="t" r="r" b="b"/>
                  <a:pathLst>
                    <a:path w="100173" h="6850294">
                      <a:moveTo>
                        <a:pt x="0" y="6854148"/>
                      </a:moveTo>
                      <a:cubicBezTo>
                        <a:pt x="0" y="4569432"/>
                        <a:pt x="0" y="2286257"/>
                        <a:pt x="0" y="0"/>
                      </a:cubicBezTo>
                      <a:cubicBezTo>
                        <a:pt x="33905" y="0"/>
                        <a:pt x="67809" y="0"/>
                        <a:pt x="103255" y="0"/>
                      </a:cubicBezTo>
                      <a:cubicBezTo>
                        <a:pt x="103255" y="2285486"/>
                        <a:pt x="103255" y="4568661"/>
                        <a:pt x="103255" y="6854918"/>
                      </a:cubicBezTo>
                    </a:path>
                  </a:pathLst>
                </a:custGeom>
                <a:grpFill/>
                <a:ln w="7704" cap="flat">
                  <a:noFill/>
                  <a:prstDash val="solid"/>
                  <a:miter/>
                </a:ln>
              </p:spPr>
              <p:txBody>
                <a:bodyPr rtlCol="0" anchor="ctr"/>
                <a:lstStyle/>
                <a:p>
                  <a:endParaRPr lang="en-US" dirty="0">
                    <a:solidFill>
                      <a:srgbClr val="C00000"/>
                    </a:solidFill>
                    <a:latin typeface="Times New Roman" panose="02020603050405020304" pitchFamily="18" charset="0"/>
                    <a:cs typeface="Times New Roman" pitchFamily="18" charset="0"/>
                  </a:endParaRPr>
                </a:p>
              </p:txBody>
            </p:sp>
            <p:sp>
              <p:nvSpPr>
                <p:cNvPr id="13" name="Freeform: Shape 12">
                  <a:extLst>
                    <a:ext uri="{FF2B5EF4-FFF2-40B4-BE49-F238E27FC236}">
                      <a16:creationId xmlns:a16="http://schemas.microsoft.com/office/drawing/2014/main" id="{EC07D1C9-009A-483F-95D8-AE22DC2CD8D8}"/>
                    </a:ext>
                  </a:extLst>
                </p:cNvPr>
                <p:cNvSpPr/>
                <p:nvPr/>
              </p:nvSpPr>
              <p:spPr>
                <a:xfrm>
                  <a:off x="5957386" y="2926705"/>
                  <a:ext cx="37550" cy="2567886"/>
                </a:xfrm>
                <a:custGeom>
                  <a:avLst/>
                  <a:gdLst>
                    <a:gd name="connsiteX0" fmla="*/ 0 w 100173"/>
                    <a:gd name="connsiteY0" fmla="*/ 6854918 h 6850294"/>
                    <a:gd name="connsiteX1" fmla="*/ 0 w 100173"/>
                    <a:gd name="connsiteY1" fmla="*/ 0 h 6850294"/>
                    <a:gd name="connsiteX2" fmla="*/ 103255 w 100173"/>
                    <a:gd name="connsiteY2" fmla="*/ 0 h 6850294"/>
                    <a:gd name="connsiteX3" fmla="*/ 103255 w 100173"/>
                    <a:gd name="connsiteY3" fmla="*/ 6854918 h 6850294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</a:cxnLst>
                  <a:rect l="l" t="t" r="r" b="b"/>
                  <a:pathLst>
                    <a:path w="100173" h="6850294">
                      <a:moveTo>
                        <a:pt x="0" y="6854918"/>
                      </a:moveTo>
                      <a:cubicBezTo>
                        <a:pt x="0" y="4570202"/>
                        <a:pt x="0" y="2286257"/>
                        <a:pt x="0" y="0"/>
                      </a:cubicBezTo>
                      <a:cubicBezTo>
                        <a:pt x="34675" y="0"/>
                        <a:pt x="67809" y="0"/>
                        <a:pt x="103255" y="0"/>
                      </a:cubicBezTo>
                      <a:cubicBezTo>
                        <a:pt x="103255" y="2283945"/>
                        <a:pt x="103255" y="4567891"/>
                        <a:pt x="103255" y="6854918"/>
                      </a:cubicBezTo>
                    </a:path>
                  </a:pathLst>
                </a:custGeom>
                <a:grpFill/>
                <a:ln w="7704" cap="flat">
                  <a:noFill/>
                  <a:prstDash val="solid"/>
                  <a:miter/>
                </a:ln>
              </p:spPr>
              <p:txBody>
                <a:bodyPr rtlCol="0" anchor="ctr"/>
                <a:lstStyle/>
                <a:p>
                  <a:endParaRPr lang="en-US" dirty="0">
                    <a:solidFill>
                      <a:srgbClr val="C00000"/>
                    </a:solidFill>
                    <a:latin typeface="Times New Roman" panose="02020603050405020304" pitchFamily="18" charset="0"/>
                    <a:cs typeface="Times New Roman" pitchFamily="18" charset="0"/>
                  </a:endParaRPr>
                </a:p>
              </p:txBody>
            </p:sp>
            <p:sp>
              <p:nvSpPr>
                <p:cNvPr id="14" name="Freeform: Shape 13">
                  <a:extLst>
                    <a:ext uri="{FF2B5EF4-FFF2-40B4-BE49-F238E27FC236}">
                      <a16:creationId xmlns:a16="http://schemas.microsoft.com/office/drawing/2014/main" id="{F54B353B-E09D-4957-842E-D8AD4D49A921}"/>
                    </a:ext>
                  </a:extLst>
                </p:cNvPr>
                <p:cNvSpPr/>
                <p:nvPr/>
              </p:nvSpPr>
              <p:spPr>
                <a:xfrm>
                  <a:off x="6024689" y="2926127"/>
                  <a:ext cx="37550" cy="2567886"/>
                </a:xfrm>
                <a:custGeom>
                  <a:avLst/>
                  <a:gdLst>
                    <a:gd name="connsiteX0" fmla="*/ 0 w 100173"/>
                    <a:gd name="connsiteY0" fmla="*/ 6857230 h 6850294"/>
                    <a:gd name="connsiteX1" fmla="*/ 0 w 100173"/>
                    <a:gd name="connsiteY1" fmla="*/ 0 h 6850294"/>
                    <a:gd name="connsiteX2" fmla="*/ 52398 w 100173"/>
                    <a:gd name="connsiteY2" fmla="*/ 0 h 6850294"/>
                    <a:gd name="connsiteX3" fmla="*/ 103255 w 100173"/>
                    <a:gd name="connsiteY3" fmla="*/ 0 h 6850294"/>
                    <a:gd name="connsiteX4" fmla="*/ 103255 w 100173"/>
                    <a:gd name="connsiteY4" fmla="*/ 6857230 h 6850294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  <a:cxn ang="0">
                      <a:pos x="connsiteX4" y="connsiteY4"/>
                    </a:cxn>
                  </a:cxnLst>
                  <a:rect l="l" t="t" r="r" b="b"/>
                  <a:pathLst>
                    <a:path w="100173" h="6850294">
                      <a:moveTo>
                        <a:pt x="0" y="6857230"/>
                      </a:moveTo>
                      <a:cubicBezTo>
                        <a:pt x="0" y="4572514"/>
                        <a:pt x="0" y="2288569"/>
                        <a:pt x="0" y="0"/>
                      </a:cubicBezTo>
                      <a:cubicBezTo>
                        <a:pt x="17723" y="0"/>
                        <a:pt x="34675" y="0"/>
                        <a:pt x="52398" y="0"/>
                      </a:cubicBezTo>
                      <a:cubicBezTo>
                        <a:pt x="68580" y="0"/>
                        <a:pt x="84762" y="0"/>
                        <a:pt x="103255" y="0"/>
                      </a:cubicBezTo>
                      <a:cubicBezTo>
                        <a:pt x="103255" y="2287798"/>
                        <a:pt x="103255" y="4571743"/>
                        <a:pt x="103255" y="6857230"/>
                      </a:cubicBezTo>
                    </a:path>
                  </a:pathLst>
                </a:custGeom>
                <a:grpFill/>
                <a:ln w="7704" cap="flat">
                  <a:noFill/>
                  <a:prstDash val="solid"/>
                  <a:miter/>
                </a:ln>
              </p:spPr>
              <p:txBody>
                <a:bodyPr rtlCol="0" anchor="ctr"/>
                <a:lstStyle/>
                <a:p>
                  <a:endParaRPr lang="en-US" dirty="0">
                    <a:solidFill>
                      <a:srgbClr val="C00000"/>
                    </a:solidFill>
                    <a:latin typeface="Times New Roman" panose="02020603050405020304" pitchFamily="18" charset="0"/>
                    <a:cs typeface="Times New Roman" pitchFamily="18" charset="0"/>
                  </a:endParaRPr>
                </a:p>
              </p:txBody>
            </p:sp>
            <p:sp>
              <p:nvSpPr>
                <p:cNvPr id="15" name="Freeform: Shape 14">
                  <a:extLst>
                    <a:ext uri="{FF2B5EF4-FFF2-40B4-BE49-F238E27FC236}">
                      <a16:creationId xmlns:a16="http://schemas.microsoft.com/office/drawing/2014/main" id="{C60F81BD-F891-48DF-8E0D-BDC05CBC7452}"/>
                    </a:ext>
                  </a:extLst>
                </p:cNvPr>
                <p:cNvSpPr/>
                <p:nvPr/>
              </p:nvSpPr>
              <p:spPr>
                <a:xfrm>
                  <a:off x="5890084" y="2926994"/>
                  <a:ext cx="37550" cy="2394576"/>
                </a:xfrm>
                <a:custGeom>
                  <a:avLst/>
                  <a:gdLst>
                    <a:gd name="connsiteX0" fmla="*/ 0 w 100173"/>
                    <a:gd name="connsiteY0" fmla="*/ 6392581 h 6387957"/>
                    <a:gd name="connsiteX1" fmla="*/ 0 w 100173"/>
                    <a:gd name="connsiteY1" fmla="*/ 0 h 6387957"/>
                    <a:gd name="connsiteX2" fmla="*/ 101714 w 100173"/>
                    <a:gd name="connsiteY2" fmla="*/ 0 h 6387957"/>
                    <a:gd name="connsiteX3" fmla="*/ 101714 w 100173"/>
                    <a:gd name="connsiteY3" fmla="*/ 6392581 h 6387957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</a:cxnLst>
                  <a:rect l="l" t="t" r="r" b="b"/>
                  <a:pathLst>
                    <a:path w="100173" h="6387957">
                      <a:moveTo>
                        <a:pt x="0" y="6392581"/>
                      </a:moveTo>
                      <a:cubicBezTo>
                        <a:pt x="0" y="4262748"/>
                        <a:pt x="0" y="2132145"/>
                        <a:pt x="0" y="0"/>
                      </a:cubicBezTo>
                      <a:cubicBezTo>
                        <a:pt x="33904" y="0"/>
                        <a:pt x="67039" y="0"/>
                        <a:pt x="101714" y="0"/>
                      </a:cubicBezTo>
                      <a:cubicBezTo>
                        <a:pt x="101714" y="2130603"/>
                        <a:pt x="101714" y="4260437"/>
                        <a:pt x="101714" y="6392581"/>
                      </a:cubicBezTo>
                    </a:path>
                  </a:pathLst>
                </a:custGeom>
                <a:grpFill/>
                <a:ln w="7704" cap="flat">
                  <a:noFill/>
                  <a:prstDash val="solid"/>
                  <a:miter/>
                </a:ln>
              </p:spPr>
              <p:txBody>
                <a:bodyPr rtlCol="0" anchor="ctr"/>
                <a:lstStyle/>
                <a:p>
                  <a:endParaRPr lang="en-US" dirty="0">
                    <a:solidFill>
                      <a:srgbClr val="C00000"/>
                    </a:solidFill>
                    <a:latin typeface="Times New Roman" panose="02020603050405020304" pitchFamily="18" charset="0"/>
                    <a:cs typeface="Times New Roman" pitchFamily="18" charset="0"/>
                  </a:endParaRPr>
                </a:p>
              </p:txBody>
            </p:sp>
            <p:sp>
              <p:nvSpPr>
                <p:cNvPr id="16" name="Freeform: Shape 15">
                  <a:extLst>
                    <a:ext uri="{FF2B5EF4-FFF2-40B4-BE49-F238E27FC236}">
                      <a16:creationId xmlns:a16="http://schemas.microsoft.com/office/drawing/2014/main" id="{09F9B5B4-A975-4BC1-A4E4-F4869117A798}"/>
                    </a:ext>
                  </a:extLst>
                </p:cNvPr>
                <p:cNvSpPr/>
                <p:nvPr/>
              </p:nvSpPr>
              <p:spPr>
                <a:xfrm>
                  <a:off x="6091991" y="2926994"/>
                  <a:ext cx="37550" cy="2394576"/>
                </a:xfrm>
                <a:custGeom>
                  <a:avLst/>
                  <a:gdLst>
                    <a:gd name="connsiteX0" fmla="*/ 0 w 100173"/>
                    <a:gd name="connsiteY0" fmla="*/ 6393351 h 6387957"/>
                    <a:gd name="connsiteX1" fmla="*/ 0 w 100173"/>
                    <a:gd name="connsiteY1" fmla="*/ 0 h 6387957"/>
                    <a:gd name="connsiteX2" fmla="*/ 103255 w 100173"/>
                    <a:gd name="connsiteY2" fmla="*/ 0 h 6387957"/>
                    <a:gd name="connsiteX3" fmla="*/ 103255 w 100173"/>
                    <a:gd name="connsiteY3" fmla="*/ 6393351 h 6387957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</a:cxnLst>
                  <a:rect l="l" t="t" r="r" b="b"/>
                  <a:pathLst>
                    <a:path w="100173" h="6387957">
                      <a:moveTo>
                        <a:pt x="0" y="6393351"/>
                      </a:moveTo>
                      <a:cubicBezTo>
                        <a:pt x="0" y="4261978"/>
                        <a:pt x="0" y="2132915"/>
                        <a:pt x="0" y="0"/>
                      </a:cubicBezTo>
                      <a:cubicBezTo>
                        <a:pt x="34675" y="0"/>
                        <a:pt x="67809" y="0"/>
                        <a:pt x="103255" y="0"/>
                      </a:cubicBezTo>
                      <a:cubicBezTo>
                        <a:pt x="103255" y="2131374"/>
                        <a:pt x="103255" y="4261207"/>
                        <a:pt x="103255" y="6393351"/>
                      </a:cubicBezTo>
                    </a:path>
                  </a:pathLst>
                </a:custGeom>
                <a:grpFill/>
                <a:ln w="7704" cap="flat">
                  <a:noFill/>
                  <a:prstDash val="solid"/>
                  <a:miter/>
                </a:ln>
              </p:spPr>
              <p:txBody>
                <a:bodyPr rtlCol="0" anchor="ctr"/>
                <a:lstStyle/>
                <a:p>
                  <a:endParaRPr lang="en-US" dirty="0">
                    <a:solidFill>
                      <a:srgbClr val="C00000"/>
                    </a:solidFill>
                    <a:latin typeface="Times New Roman" panose="02020603050405020304" pitchFamily="18" charset="0"/>
                    <a:cs typeface="Times New Roman" pitchFamily="18" charset="0"/>
                  </a:endParaRPr>
                </a:p>
              </p:txBody>
            </p:sp>
            <p:sp>
              <p:nvSpPr>
                <p:cNvPr id="17" name="Freeform: Shape 16">
                  <a:extLst>
                    <a:ext uri="{FF2B5EF4-FFF2-40B4-BE49-F238E27FC236}">
                      <a16:creationId xmlns:a16="http://schemas.microsoft.com/office/drawing/2014/main" id="{F0F04A50-70C0-4152-B892-712F604BB364}"/>
                    </a:ext>
                  </a:extLst>
                </p:cNvPr>
                <p:cNvSpPr/>
                <p:nvPr/>
              </p:nvSpPr>
              <p:spPr>
                <a:xfrm>
                  <a:off x="7139759" y="2926994"/>
                  <a:ext cx="109764" cy="2394576"/>
                </a:xfrm>
                <a:custGeom>
                  <a:avLst/>
                  <a:gdLst>
                    <a:gd name="connsiteX0" fmla="*/ 0 w 292813"/>
                    <a:gd name="connsiteY0" fmla="*/ 6393351 h 6387957"/>
                    <a:gd name="connsiteX1" fmla="*/ 0 w 292813"/>
                    <a:gd name="connsiteY1" fmla="*/ 0 h 6387957"/>
                    <a:gd name="connsiteX2" fmla="*/ 295125 w 292813"/>
                    <a:gd name="connsiteY2" fmla="*/ 0 h 6387957"/>
                    <a:gd name="connsiteX3" fmla="*/ 295125 w 292813"/>
                    <a:gd name="connsiteY3" fmla="*/ 6393351 h 6387957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</a:cxnLst>
                  <a:rect l="l" t="t" r="r" b="b"/>
                  <a:pathLst>
                    <a:path w="292813" h="6387957">
                      <a:moveTo>
                        <a:pt x="0" y="6393351"/>
                      </a:moveTo>
                      <a:cubicBezTo>
                        <a:pt x="0" y="4261207"/>
                        <a:pt x="0" y="2131374"/>
                        <a:pt x="0" y="0"/>
                      </a:cubicBezTo>
                      <a:cubicBezTo>
                        <a:pt x="99403" y="0"/>
                        <a:pt x="196493" y="0"/>
                        <a:pt x="295125" y="0"/>
                      </a:cubicBezTo>
                      <a:cubicBezTo>
                        <a:pt x="295125" y="2132145"/>
                        <a:pt x="295125" y="4261207"/>
                        <a:pt x="295125" y="6393351"/>
                      </a:cubicBezTo>
                    </a:path>
                  </a:pathLst>
                </a:custGeom>
                <a:grpFill/>
                <a:ln w="7704" cap="flat">
                  <a:noFill/>
                  <a:prstDash val="solid"/>
                  <a:miter/>
                </a:ln>
              </p:spPr>
              <p:txBody>
                <a:bodyPr rtlCol="0" anchor="ctr"/>
                <a:lstStyle/>
                <a:p>
                  <a:endParaRPr lang="en-US" dirty="0">
                    <a:solidFill>
                      <a:srgbClr val="C00000"/>
                    </a:solidFill>
                    <a:latin typeface="Times New Roman" panose="02020603050405020304" pitchFamily="18" charset="0"/>
                    <a:cs typeface="Times New Roman" pitchFamily="18" charset="0"/>
                  </a:endParaRPr>
                </a:p>
              </p:txBody>
            </p:sp>
            <p:sp>
              <p:nvSpPr>
                <p:cNvPr id="18" name="Freeform: Shape 17">
                  <a:extLst>
                    <a:ext uri="{FF2B5EF4-FFF2-40B4-BE49-F238E27FC236}">
                      <a16:creationId xmlns:a16="http://schemas.microsoft.com/office/drawing/2014/main" id="{71D9C88D-AEA2-48F6-AF2B-D383D97E3535}"/>
                    </a:ext>
                  </a:extLst>
                </p:cNvPr>
                <p:cNvSpPr/>
                <p:nvPr/>
              </p:nvSpPr>
              <p:spPr>
                <a:xfrm>
                  <a:off x="7280788" y="2926994"/>
                  <a:ext cx="37550" cy="2394576"/>
                </a:xfrm>
                <a:custGeom>
                  <a:avLst/>
                  <a:gdLst>
                    <a:gd name="connsiteX0" fmla="*/ 0 w 100173"/>
                    <a:gd name="connsiteY0" fmla="*/ 6392581 h 6387957"/>
                    <a:gd name="connsiteX1" fmla="*/ 0 w 100173"/>
                    <a:gd name="connsiteY1" fmla="*/ 0 h 6387957"/>
                    <a:gd name="connsiteX2" fmla="*/ 103255 w 100173"/>
                    <a:gd name="connsiteY2" fmla="*/ 0 h 6387957"/>
                    <a:gd name="connsiteX3" fmla="*/ 103255 w 100173"/>
                    <a:gd name="connsiteY3" fmla="*/ 6392581 h 6387957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</a:cxnLst>
                  <a:rect l="l" t="t" r="r" b="b"/>
                  <a:pathLst>
                    <a:path w="100173" h="6387957">
                      <a:moveTo>
                        <a:pt x="0" y="6392581"/>
                      </a:moveTo>
                      <a:cubicBezTo>
                        <a:pt x="0" y="4261207"/>
                        <a:pt x="0" y="2131374"/>
                        <a:pt x="0" y="0"/>
                      </a:cubicBezTo>
                      <a:cubicBezTo>
                        <a:pt x="34675" y="0"/>
                        <a:pt x="67809" y="0"/>
                        <a:pt x="103255" y="0"/>
                      </a:cubicBezTo>
                      <a:cubicBezTo>
                        <a:pt x="103255" y="2130603"/>
                        <a:pt x="103255" y="4260437"/>
                        <a:pt x="103255" y="6392581"/>
                      </a:cubicBezTo>
                    </a:path>
                  </a:pathLst>
                </a:custGeom>
                <a:grpFill/>
                <a:ln w="7704" cap="flat">
                  <a:noFill/>
                  <a:prstDash val="solid"/>
                  <a:miter/>
                </a:ln>
              </p:spPr>
              <p:txBody>
                <a:bodyPr rtlCol="0" anchor="ctr"/>
                <a:lstStyle/>
                <a:p>
                  <a:endParaRPr lang="en-US" dirty="0">
                    <a:solidFill>
                      <a:srgbClr val="C00000"/>
                    </a:solidFill>
                    <a:latin typeface="Times New Roman" panose="02020603050405020304" pitchFamily="18" charset="0"/>
                    <a:cs typeface="Times New Roman" pitchFamily="18" charset="0"/>
                  </a:endParaRPr>
                </a:p>
              </p:txBody>
            </p:sp>
            <p:sp>
              <p:nvSpPr>
                <p:cNvPr id="19" name="Freeform: Shape 18">
                  <a:extLst>
                    <a:ext uri="{FF2B5EF4-FFF2-40B4-BE49-F238E27FC236}">
                      <a16:creationId xmlns:a16="http://schemas.microsoft.com/office/drawing/2014/main" id="{AB8EEA47-0851-4500-8CE0-169E98978C2E}"/>
                    </a:ext>
                  </a:extLst>
                </p:cNvPr>
                <p:cNvSpPr/>
                <p:nvPr/>
              </p:nvSpPr>
              <p:spPr>
                <a:xfrm>
                  <a:off x="7349773" y="2926994"/>
                  <a:ext cx="109764" cy="2394576"/>
                </a:xfrm>
                <a:custGeom>
                  <a:avLst/>
                  <a:gdLst>
                    <a:gd name="connsiteX0" fmla="*/ 0 w 292813"/>
                    <a:gd name="connsiteY0" fmla="*/ 6393351 h 6387957"/>
                    <a:gd name="connsiteX1" fmla="*/ 0 w 292813"/>
                    <a:gd name="connsiteY1" fmla="*/ 0 h 6387957"/>
                    <a:gd name="connsiteX2" fmla="*/ 295125 w 292813"/>
                    <a:gd name="connsiteY2" fmla="*/ 0 h 6387957"/>
                    <a:gd name="connsiteX3" fmla="*/ 295125 w 292813"/>
                    <a:gd name="connsiteY3" fmla="*/ 6393351 h 6387957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</a:cxnLst>
                  <a:rect l="l" t="t" r="r" b="b"/>
                  <a:pathLst>
                    <a:path w="292813" h="6387957">
                      <a:moveTo>
                        <a:pt x="0" y="6393351"/>
                      </a:moveTo>
                      <a:cubicBezTo>
                        <a:pt x="0" y="4261207"/>
                        <a:pt x="0" y="2132145"/>
                        <a:pt x="0" y="0"/>
                      </a:cubicBezTo>
                      <a:cubicBezTo>
                        <a:pt x="99402" y="0"/>
                        <a:pt x="195722" y="0"/>
                        <a:pt x="295125" y="0"/>
                      </a:cubicBezTo>
                      <a:cubicBezTo>
                        <a:pt x="295125" y="2132145"/>
                        <a:pt x="295125" y="4261207"/>
                        <a:pt x="295125" y="6393351"/>
                      </a:cubicBezTo>
                    </a:path>
                  </a:pathLst>
                </a:custGeom>
                <a:grpFill/>
                <a:ln w="7704" cap="flat">
                  <a:noFill/>
                  <a:prstDash val="solid"/>
                  <a:miter/>
                </a:ln>
              </p:spPr>
              <p:txBody>
                <a:bodyPr rtlCol="0" anchor="ctr"/>
                <a:lstStyle/>
                <a:p>
                  <a:endParaRPr lang="en-US" dirty="0">
                    <a:solidFill>
                      <a:srgbClr val="C00000"/>
                    </a:solidFill>
                    <a:latin typeface="Times New Roman" panose="02020603050405020304" pitchFamily="18" charset="0"/>
                    <a:cs typeface="Times New Roman" pitchFamily="18" charset="0"/>
                  </a:endParaRPr>
                </a:p>
              </p:txBody>
            </p:sp>
            <p:sp>
              <p:nvSpPr>
                <p:cNvPr id="20" name="Freeform: Shape 19">
                  <a:extLst>
                    <a:ext uri="{FF2B5EF4-FFF2-40B4-BE49-F238E27FC236}">
                      <a16:creationId xmlns:a16="http://schemas.microsoft.com/office/drawing/2014/main" id="{99CB024E-C751-4D3B-A1FC-DB08068B1DB8}"/>
                    </a:ext>
                  </a:extLst>
                </p:cNvPr>
                <p:cNvSpPr/>
                <p:nvPr/>
              </p:nvSpPr>
              <p:spPr>
                <a:xfrm>
                  <a:off x="7548511" y="2927282"/>
                  <a:ext cx="41911" cy="2569908"/>
                </a:xfrm>
                <a:custGeom>
                  <a:avLst/>
                  <a:gdLst>
                    <a:gd name="connsiteX0" fmla="*/ 0 w 115584"/>
                    <a:gd name="connsiteY0" fmla="*/ 6753975 h 6850294"/>
                    <a:gd name="connsiteX1" fmla="*/ 13099 w 115584"/>
                    <a:gd name="connsiteY1" fmla="*/ 0 h 6850294"/>
                    <a:gd name="connsiteX2" fmla="*/ 118666 w 115584"/>
                    <a:gd name="connsiteY2" fmla="*/ 0 h 6850294"/>
                    <a:gd name="connsiteX3" fmla="*/ 118666 w 115584"/>
                    <a:gd name="connsiteY3" fmla="*/ 6855688 h 6850294"/>
                    <a:gd name="connsiteX0" fmla="*/ 0 w 111805"/>
                    <a:gd name="connsiteY0" fmla="*/ 6836322 h 6855688"/>
                    <a:gd name="connsiteX1" fmla="*/ 6237 w 111805"/>
                    <a:gd name="connsiteY1" fmla="*/ 0 h 6855688"/>
                    <a:gd name="connsiteX2" fmla="*/ 111804 w 111805"/>
                    <a:gd name="connsiteY2" fmla="*/ 0 h 6855688"/>
                    <a:gd name="connsiteX3" fmla="*/ 111804 w 111805"/>
                    <a:gd name="connsiteY3" fmla="*/ 6855688 h 6855688"/>
                    <a:gd name="connsiteX0" fmla="*/ 0 w 111804"/>
                    <a:gd name="connsiteY0" fmla="*/ 6853478 h 6855688"/>
                    <a:gd name="connsiteX1" fmla="*/ 6237 w 111804"/>
                    <a:gd name="connsiteY1" fmla="*/ 0 h 6855688"/>
                    <a:gd name="connsiteX2" fmla="*/ 111804 w 111804"/>
                    <a:gd name="connsiteY2" fmla="*/ 0 h 6855688"/>
                    <a:gd name="connsiteX3" fmla="*/ 111804 w 111804"/>
                    <a:gd name="connsiteY3" fmla="*/ 6855688 h 6855688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</a:cxnLst>
                  <a:rect l="l" t="t" r="r" b="b"/>
                  <a:pathLst>
                    <a:path w="111804" h="6855688">
                      <a:moveTo>
                        <a:pt x="0" y="6853478"/>
                      </a:moveTo>
                      <a:cubicBezTo>
                        <a:pt x="14640" y="4603437"/>
                        <a:pt x="3155" y="2253123"/>
                        <a:pt x="6237" y="0"/>
                      </a:cubicBezTo>
                      <a:lnTo>
                        <a:pt x="111804" y="0"/>
                      </a:lnTo>
                      <a:lnTo>
                        <a:pt x="111804" y="6855688"/>
                      </a:lnTo>
                    </a:path>
                  </a:pathLst>
                </a:custGeom>
                <a:grpFill/>
                <a:ln w="7704" cap="flat">
                  <a:noFill/>
                  <a:prstDash val="solid"/>
                  <a:miter/>
                </a:ln>
              </p:spPr>
              <p:txBody>
                <a:bodyPr rtlCol="0" anchor="ctr"/>
                <a:lstStyle/>
                <a:p>
                  <a:endParaRPr lang="en-US" dirty="0">
                    <a:solidFill>
                      <a:srgbClr val="C00000"/>
                    </a:solidFill>
                    <a:latin typeface="Times New Roman" panose="02020603050405020304" pitchFamily="18" charset="0"/>
                    <a:cs typeface="Times New Roman" pitchFamily="18" charset="0"/>
                  </a:endParaRPr>
                </a:p>
              </p:txBody>
            </p:sp>
            <p:sp>
              <p:nvSpPr>
                <p:cNvPr id="21" name="Freeform: Shape 20">
                  <a:extLst>
                    <a:ext uri="{FF2B5EF4-FFF2-40B4-BE49-F238E27FC236}">
                      <a16:creationId xmlns:a16="http://schemas.microsoft.com/office/drawing/2014/main" id="{1BDA8D11-4AAC-43CC-B408-A388F56971AF}"/>
                    </a:ext>
                  </a:extLst>
                </p:cNvPr>
                <p:cNvSpPr/>
                <p:nvPr/>
              </p:nvSpPr>
              <p:spPr>
                <a:xfrm>
                  <a:off x="7485249" y="2926994"/>
                  <a:ext cx="37550" cy="2394576"/>
                </a:xfrm>
                <a:custGeom>
                  <a:avLst/>
                  <a:gdLst>
                    <a:gd name="connsiteX0" fmla="*/ 0 w 100173"/>
                    <a:gd name="connsiteY0" fmla="*/ 6392581 h 6387957"/>
                    <a:gd name="connsiteX1" fmla="*/ 0 w 100173"/>
                    <a:gd name="connsiteY1" fmla="*/ 0 h 6387957"/>
                    <a:gd name="connsiteX2" fmla="*/ 103255 w 100173"/>
                    <a:gd name="connsiteY2" fmla="*/ 0 h 6387957"/>
                    <a:gd name="connsiteX3" fmla="*/ 103255 w 100173"/>
                    <a:gd name="connsiteY3" fmla="*/ 6392581 h 6387957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</a:cxnLst>
                  <a:rect l="l" t="t" r="r" b="b"/>
                  <a:pathLst>
                    <a:path w="100173" h="6387957">
                      <a:moveTo>
                        <a:pt x="0" y="6392581"/>
                      </a:moveTo>
                      <a:cubicBezTo>
                        <a:pt x="0" y="4261207"/>
                        <a:pt x="0" y="2131374"/>
                        <a:pt x="0" y="0"/>
                      </a:cubicBezTo>
                      <a:cubicBezTo>
                        <a:pt x="34675" y="0"/>
                        <a:pt x="67809" y="0"/>
                        <a:pt x="103255" y="0"/>
                      </a:cubicBezTo>
                      <a:cubicBezTo>
                        <a:pt x="103255" y="2130603"/>
                        <a:pt x="103255" y="4260437"/>
                        <a:pt x="103255" y="6392581"/>
                      </a:cubicBezTo>
                    </a:path>
                  </a:pathLst>
                </a:custGeom>
                <a:grpFill/>
                <a:ln w="7704" cap="flat">
                  <a:noFill/>
                  <a:prstDash val="solid"/>
                  <a:miter/>
                </a:ln>
              </p:spPr>
              <p:txBody>
                <a:bodyPr rtlCol="0" anchor="ctr"/>
                <a:lstStyle/>
                <a:p>
                  <a:endParaRPr lang="en-US" dirty="0">
                    <a:solidFill>
                      <a:srgbClr val="C00000"/>
                    </a:solidFill>
                    <a:latin typeface="Times New Roman" panose="02020603050405020304" pitchFamily="18" charset="0"/>
                    <a:cs typeface="Times New Roman" pitchFamily="18" charset="0"/>
                  </a:endParaRPr>
                </a:p>
              </p:txBody>
            </p:sp>
            <p:sp>
              <p:nvSpPr>
                <p:cNvPr id="22" name="Freeform: Shape 21">
                  <a:extLst>
                    <a:ext uri="{FF2B5EF4-FFF2-40B4-BE49-F238E27FC236}">
                      <a16:creationId xmlns:a16="http://schemas.microsoft.com/office/drawing/2014/main" id="{3EE00667-7B8F-4892-BF72-8EA3745153E0}"/>
                    </a:ext>
                  </a:extLst>
                </p:cNvPr>
                <p:cNvSpPr/>
                <p:nvPr/>
              </p:nvSpPr>
              <p:spPr>
                <a:xfrm>
                  <a:off x="7616134" y="2926994"/>
                  <a:ext cx="28885" cy="2567886"/>
                </a:xfrm>
                <a:custGeom>
                  <a:avLst/>
                  <a:gdLst>
                    <a:gd name="connsiteX0" fmla="*/ 0 w 77056"/>
                    <a:gd name="connsiteY0" fmla="*/ 6854918 h 6850294"/>
                    <a:gd name="connsiteX1" fmla="*/ 0 w 77056"/>
                    <a:gd name="connsiteY1" fmla="*/ 0 h 6850294"/>
                    <a:gd name="connsiteX2" fmla="*/ 78597 w 77056"/>
                    <a:gd name="connsiteY2" fmla="*/ 0 h 6850294"/>
                    <a:gd name="connsiteX3" fmla="*/ 78597 w 77056"/>
                    <a:gd name="connsiteY3" fmla="*/ 6854918 h 6850294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</a:cxnLst>
                  <a:rect l="l" t="t" r="r" b="b"/>
                  <a:pathLst>
                    <a:path w="77056" h="6850294">
                      <a:moveTo>
                        <a:pt x="0" y="6854918"/>
                      </a:moveTo>
                      <a:cubicBezTo>
                        <a:pt x="0" y="4570202"/>
                        <a:pt x="0" y="2286257"/>
                        <a:pt x="0" y="0"/>
                      </a:cubicBezTo>
                      <a:cubicBezTo>
                        <a:pt x="25428" y="0"/>
                        <a:pt x="50087" y="0"/>
                        <a:pt x="78597" y="0"/>
                      </a:cubicBezTo>
                      <a:cubicBezTo>
                        <a:pt x="78597" y="2283175"/>
                        <a:pt x="78597" y="4566350"/>
                        <a:pt x="78597" y="6854918"/>
                      </a:cubicBezTo>
                    </a:path>
                  </a:pathLst>
                </a:custGeom>
                <a:grpFill/>
                <a:ln w="7704" cap="flat">
                  <a:noFill/>
                  <a:prstDash val="solid"/>
                  <a:miter/>
                </a:ln>
              </p:spPr>
              <p:txBody>
                <a:bodyPr rtlCol="0" anchor="ctr"/>
                <a:lstStyle/>
                <a:p>
                  <a:endParaRPr lang="en-US" dirty="0">
                    <a:solidFill>
                      <a:srgbClr val="C00000"/>
                    </a:solidFill>
                    <a:latin typeface="Times New Roman" panose="02020603050405020304" pitchFamily="18" charset="0"/>
                    <a:cs typeface="Times New Roman" pitchFamily="18" charset="0"/>
                  </a:endParaRPr>
                </a:p>
              </p:txBody>
            </p:sp>
            <p:sp>
              <p:nvSpPr>
                <p:cNvPr id="23" name="Freeform: Shape 22">
                  <a:extLst>
                    <a:ext uri="{FF2B5EF4-FFF2-40B4-BE49-F238E27FC236}">
                      <a16:creationId xmlns:a16="http://schemas.microsoft.com/office/drawing/2014/main" id="{902A81A6-28D8-4522-B490-B37A255B8416}"/>
                    </a:ext>
                  </a:extLst>
                </p:cNvPr>
                <p:cNvSpPr/>
                <p:nvPr/>
              </p:nvSpPr>
              <p:spPr>
                <a:xfrm>
                  <a:off x="6838507" y="2926994"/>
                  <a:ext cx="109764" cy="2394576"/>
                </a:xfrm>
                <a:custGeom>
                  <a:avLst/>
                  <a:gdLst>
                    <a:gd name="connsiteX0" fmla="*/ 0 w 292813"/>
                    <a:gd name="connsiteY0" fmla="*/ 6393351 h 6387957"/>
                    <a:gd name="connsiteX1" fmla="*/ 0 w 292813"/>
                    <a:gd name="connsiteY1" fmla="*/ 0 h 6387957"/>
                    <a:gd name="connsiteX2" fmla="*/ 295125 w 292813"/>
                    <a:gd name="connsiteY2" fmla="*/ 0 h 6387957"/>
                    <a:gd name="connsiteX3" fmla="*/ 295125 w 292813"/>
                    <a:gd name="connsiteY3" fmla="*/ 6393351 h 6387957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</a:cxnLst>
                  <a:rect l="l" t="t" r="r" b="b"/>
                  <a:pathLst>
                    <a:path w="292813" h="6387957">
                      <a:moveTo>
                        <a:pt x="0" y="6393351"/>
                      </a:moveTo>
                      <a:cubicBezTo>
                        <a:pt x="0" y="4261207"/>
                        <a:pt x="0" y="2131374"/>
                        <a:pt x="0" y="0"/>
                      </a:cubicBezTo>
                      <a:cubicBezTo>
                        <a:pt x="99403" y="0"/>
                        <a:pt x="196493" y="0"/>
                        <a:pt x="295125" y="0"/>
                      </a:cubicBezTo>
                      <a:cubicBezTo>
                        <a:pt x="295125" y="2132145"/>
                        <a:pt x="295125" y="4261207"/>
                        <a:pt x="295125" y="6393351"/>
                      </a:cubicBezTo>
                    </a:path>
                  </a:pathLst>
                </a:custGeom>
                <a:grpFill/>
                <a:ln w="7704" cap="flat">
                  <a:noFill/>
                  <a:prstDash val="solid"/>
                  <a:miter/>
                </a:ln>
              </p:spPr>
              <p:txBody>
                <a:bodyPr rtlCol="0" anchor="ctr"/>
                <a:lstStyle/>
                <a:p>
                  <a:endParaRPr lang="en-US" dirty="0">
                    <a:solidFill>
                      <a:srgbClr val="C00000"/>
                    </a:solidFill>
                    <a:latin typeface="Times New Roman" panose="02020603050405020304" pitchFamily="18" charset="0"/>
                    <a:cs typeface="Times New Roman" pitchFamily="18" charset="0"/>
                  </a:endParaRPr>
                </a:p>
              </p:txBody>
            </p:sp>
            <p:sp>
              <p:nvSpPr>
                <p:cNvPr id="24" name="Freeform: Shape 23">
                  <a:extLst>
                    <a:ext uri="{FF2B5EF4-FFF2-40B4-BE49-F238E27FC236}">
                      <a16:creationId xmlns:a16="http://schemas.microsoft.com/office/drawing/2014/main" id="{2A569EB6-2490-40DF-9A4A-639E65D35F5C}"/>
                    </a:ext>
                  </a:extLst>
                </p:cNvPr>
                <p:cNvSpPr/>
                <p:nvPr/>
              </p:nvSpPr>
              <p:spPr>
                <a:xfrm>
                  <a:off x="6980994" y="2927282"/>
                  <a:ext cx="37550" cy="2394576"/>
                </a:xfrm>
                <a:custGeom>
                  <a:avLst/>
                  <a:gdLst>
                    <a:gd name="connsiteX0" fmla="*/ 0 w 100173"/>
                    <a:gd name="connsiteY0" fmla="*/ 6392581 h 6387957"/>
                    <a:gd name="connsiteX1" fmla="*/ 0 w 100173"/>
                    <a:gd name="connsiteY1" fmla="*/ 0 h 6387957"/>
                    <a:gd name="connsiteX2" fmla="*/ 103255 w 100173"/>
                    <a:gd name="connsiteY2" fmla="*/ 0 h 6387957"/>
                    <a:gd name="connsiteX3" fmla="*/ 103255 w 100173"/>
                    <a:gd name="connsiteY3" fmla="*/ 6392581 h 6387957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</a:cxnLst>
                  <a:rect l="l" t="t" r="r" b="b"/>
                  <a:pathLst>
                    <a:path w="100173" h="6387957">
                      <a:moveTo>
                        <a:pt x="0" y="6392581"/>
                      </a:moveTo>
                      <a:cubicBezTo>
                        <a:pt x="0" y="4261978"/>
                        <a:pt x="0" y="2132145"/>
                        <a:pt x="0" y="0"/>
                      </a:cubicBezTo>
                      <a:cubicBezTo>
                        <a:pt x="33904" y="0"/>
                        <a:pt x="67809" y="0"/>
                        <a:pt x="103255" y="0"/>
                      </a:cubicBezTo>
                      <a:cubicBezTo>
                        <a:pt x="103255" y="2130603"/>
                        <a:pt x="103255" y="4258895"/>
                        <a:pt x="103255" y="6392581"/>
                      </a:cubicBezTo>
                    </a:path>
                  </a:pathLst>
                </a:custGeom>
                <a:grpFill/>
                <a:ln w="7704" cap="flat">
                  <a:noFill/>
                  <a:prstDash val="solid"/>
                  <a:miter/>
                </a:ln>
              </p:spPr>
              <p:txBody>
                <a:bodyPr rtlCol="0" anchor="ctr"/>
                <a:lstStyle/>
                <a:p>
                  <a:endParaRPr lang="en-US" dirty="0">
                    <a:solidFill>
                      <a:srgbClr val="C00000"/>
                    </a:solidFill>
                    <a:latin typeface="Times New Roman" panose="02020603050405020304" pitchFamily="18" charset="0"/>
                    <a:cs typeface="Times New Roman" pitchFamily="18" charset="0"/>
                  </a:endParaRPr>
                </a:p>
              </p:txBody>
            </p:sp>
            <p:sp>
              <p:nvSpPr>
                <p:cNvPr id="25" name="Freeform: Shape 24">
                  <a:extLst>
                    <a:ext uri="{FF2B5EF4-FFF2-40B4-BE49-F238E27FC236}">
                      <a16:creationId xmlns:a16="http://schemas.microsoft.com/office/drawing/2014/main" id="{7DC04B7B-FFF7-4CAC-BF2B-7AF98E950FE2}"/>
                    </a:ext>
                  </a:extLst>
                </p:cNvPr>
                <p:cNvSpPr/>
                <p:nvPr/>
              </p:nvSpPr>
              <p:spPr>
                <a:xfrm>
                  <a:off x="7065051" y="2926994"/>
                  <a:ext cx="37550" cy="2394576"/>
                </a:xfrm>
                <a:custGeom>
                  <a:avLst/>
                  <a:gdLst>
                    <a:gd name="connsiteX0" fmla="*/ 0 w 100173"/>
                    <a:gd name="connsiteY0" fmla="*/ 6392581 h 6387957"/>
                    <a:gd name="connsiteX1" fmla="*/ 0 w 100173"/>
                    <a:gd name="connsiteY1" fmla="*/ 0 h 6387957"/>
                    <a:gd name="connsiteX2" fmla="*/ 103255 w 100173"/>
                    <a:gd name="connsiteY2" fmla="*/ 0 h 6387957"/>
                    <a:gd name="connsiteX3" fmla="*/ 103255 w 100173"/>
                    <a:gd name="connsiteY3" fmla="*/ 6392581 h 6387957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</a:cxnLst>
                  <a:rect l="l" t="t" r="r" b="b"/>
                  <a:pathLst>
                    <a:path w="100173" h="6387957">
                      <a:moveTo>
                        <a:pt x="0" y="6392581"/>
                      </a:moveTo>
                      <a:cubicBezTo>
                        <a:pt x="0" y="4261978"/>
                        <a:pt x="0" y="2132145"/>
                        <a:pt x="0" y="0"/>
                      </a:cubicBezTo>
                      <a:cubicBezTo>
                        <a:pt x="33904" y="0"/>
                        <a:pt x="67809" y="0"/>
                        <a:pt x="103255" y="0"/>
                      </a:cubicBezTo>
                      <a:cubicBezTo>
                        <a:pt x="103255" y="2130603"/>
                        <a:pt x="103255" y="4258895"/>
                        <a:pt x="103255" y="6392581"/>
                      </a:cubicBezTo>
                    </a:path>
                  </a:pathLst>
                </a:custGeom>
                <a:grpFill/>
                <a:ln w="7704" cap="flat">
                  <a:noFill/>
                  <a:prstDash val="solid"/>
                  <a:miter/>
                </a:ln>
              </p:spPr>
              <p:txBody>
                <a:bodyPr rtlCol="0" anchor="ctr"/>
                <a:lstStyle/>
                <a:p>
                  <a:endParaRPr lang="en-US" dirty="0">
                    <a:solidFill>
                      <a:srgbClr val="C00000"/>
                    </a:solidFill>
                    <a:latin typeface="Times New Roman" panose="02020603050405020304" pitchFamily="18" charset="0"/>
                    <a:cs typeface="Times New Roman" pitchFamily="18" charset="0"/>
                  </a:endParaRPr>
                </a:p>
              </p:txBody>
            </p:sp>
            <p:sp>
              <p:nvSpPr>
                <p:cNvPr id="26" name="Freeform: Shape 25">
                  <a:extLst>
                    <a:ext uri="{FF2B5EF4-FFF2-40B4-BE49-F238E27FC236}">
                      <a16:creationId xmlns:a16="http://schemas.microsoft.com/office/drawing/2014/main" id="{99FD279C-9B71-46A5-9519-57C2FDE43882}"/>
                    </a:ext>
                  </a:extLst>
                </p:cNvPr>
                <p:cNvSpPr/>
                <p:nvPr/>
              </p:nvSpPr>
              <p:spPr>
                <a:xfrm>
                  <a:off x="6754449" y="2926127"/>
                  <a:ext cx="37550" cy="2394576"/>
                </a:xfrm>
                <a:custGeom>
                  <a:avLst/>
                  <a:gdLst>
                    <a:gd name="connsiteX0" fmla="*/ 0 w 100173"/>
                    <a:gd name="connsiteY0" fmla="*/ 6392581 h 6387957"/>
                    <a:gd name="connsiteX1" fmla="*/ 0 w 100173"/>
                    <a:gd name="connsiteY1" fmla="*/ 0 h 6387957"/>
                    <a:gd name="connsiteX2" fmla="*/ 103255 w 100173"/>
                    <a:gd name="connsiteY2" fmla="*/ 0 h 6387957"/>
                    <a:gd name="connsiteX3" fmla="*/ 103255 w 100173"/>
                    <a:gd name="connsiteY3" fmla="*/ 6392581 h 6387957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</a:cxnLst>
                  <a:rect l="l" t="t" r="r" b="b"/>
                  <a:pathLst>
                    <a:path w="100173" h="6387957">
                      <a:moveTo>
                        <a:pt x="0" y="6392581"/>
                      </a:moveTo>
                      <a:cubicBezTo>
                        <a:pt x="0" y="4261978"/>
                        <a:pt x="0" y="2132145"/>
                        <a:pt x="0" y="0"/>
                      </a:cubicBezTo>
                      <a:cubicBezTo>
                        <a:pt x="33905" y="0"/>
                        <a:pt x="67810" y="0"/>
                        <a:pt x="103255" y="0"/>
                      </a:cubicBezTo>
                      <a:cubicBezTo>
                        <a:pt x="103255" y="2131374"/>
                        <a:pt x="103255" y="4260436"/>
                        <a:pt x="103255" y="6392581"/>
                      </a:cubicBezTo>
                    </a:path>
                  </a:pathLst>
                </a:custGeom>
                <a:grpFill/>
                <a:ln w="7704" cap="flat">
                  <a:noFill/>
                  <a:prstDash val="solid"/>
                  <a:miter/>
                </a:ln>
              </p:spPr>
              <p:txBody>
                <a:bodyPr rtlCol="0" anchor="ctr"/>
                <a:lstStyle/>
                <a:p>
                  <a:endParaRPr lang="en-US" dirty="0">
                    <a:solidFill>
                      <a:srgbClr val="C00000"/>
                    </a:solidFill>
                    <a:latin typeface="Times New Roman" panose="02020603050405020304" pitchFamily="18" charset="0"/>
                    <a:cs typeface="Times New Roman" pitchFamily="18" charset="0"/>
                  </a:endParaRPr>
                </a:p>
              </p:txBody>
            </p:sp>
            <p:sp>
              <p:nvSpPr>
                <p:cNvPr id="27" name="Freeform: Shape 26">
                  <a:extLst>
                    <a:ext uri="{FF2B5EF4-FFF2-40B4-BE49-F238E27FC236}">
                      <a16:creationId xmlns:a16="http://schemas.microsoft.com/office/drawing/2014/main" id="{E77F362F-1E3A-429A-8A7A-092562BB2825}"/>
                    </a:ext>
                  </a:extLst>
                </p:cNvPr>
                <p:cNvSpPr/>
                <p:nvPr/>
              </p:nvSpPr>
              <p:spPr>
                <a:xfrm>
                  <a:off x="6334914" y="2927282"/>
                  <a:ext cx="37550" cy="2394576"/>
                </a:xfrm>
                <a:custGeom>
                  <a:avLst/>
                  <a:gdLst>
                    <a:gd name="connsiteX0" fmla="*/ 0 w 100173"/>
                    <a:gd name="connsiteY0" fmla="*/ 6393351 h 6387957"/>
                    <a:gd name="connsiteX1" fmla="*/ 0 w 100173"/>
                    <a:gd name="connsiteY1" fmla="*/ 0 h 6387957"/>
                    <a:gd name="connsiteX2" fmla="*/ 103255 w 100173"/>
                    <a:gd name="connsiteY2" fmla="*/ 0 h 6387957"/>
                    <a:gd name="connsiteX3" fmla="*/ 103255 w 100173"/>
                    <a:gd name="connsiteY3" fmla="*/ 6393351 h 6387957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</a:cxnLst>
                  <a:rect l="l" t="t" r="r" b="b"/>
                  <a:pathLst>
                    <a:path w="100173" h="6387957">
                      <a:moveTo>
                        <a:pt x="0" y="6393351"/>
                      </a:moveTo>
                      <a:cubicBezTo>
                        <a:pt x="0" y="4262748"/>
                        <a:pt x="0" y="2132915"/>
                        <a:pt x="0" y="0"/>
                      </a:cubicBezTo>
                      <a:cubicBezTo>
                        <a:pt x="33904" y="0"/>
                        <a:pt x="67809" y="0"/>
                        <a:pt x="103255" y="0"/>
                      </a:cubicBezTo>
                      <a:cubicBezTo>
                        <a:pt x="103255" y="2131374"/>
                        <a:pt x="103255" y="4260436"/>
                        <a:pt x="103255" y="6393351"/>
                      </a:cubicBezTo>
                    </a:path>
                  </a:pathLst>
                </a:custGeom>
                <a:grpFill/>
                <a:ln w="7704" cap="flat">
                  <a:noFill/>
                  <a:prstDash val="solid"/>
                  <a:miter/>
                </a:ln>
              </p:spPr>
              <p:txBody>
                <a:bodyPr rtlCol="0" anchor="ctr"/>
                <a:lstStyle/>
                <a:p>
                  <a:endParaRPr lang="en-US" dirty="0">
                    <a:solidFill>
                      <a:srgbClr val="C00000"/>
                    </a:solidFill>
                    <a:latin typeface="Times New Roman" panose="02020603050405020304" pitchFamily="18" charset="0"/>
                    <a:cs typeface="Times New Roman" pitchFamily="18" charset="0"/>
                  </a:endParaRPr>
                </a:p>
              </p:txBody>
            </p:sp>
            <p:sp>
              <p:nvSpPr>
                <p:cNvPr id="28" name="Freeform: Shape 27">
                  <a:extLst>
                    <a:ext uri="{FF2B5EF4-FFF2-40B4-BE49-F238E27FC236}">
                      <a16:creationId xmlns:a16="http://schemas.microsoft.com/office/drawing/2014/main" id="{BA25F615-E11E-4379-BA54-9819ACDC6FD8}"/>
                    </a:ext>
                  </a:extLst>
                </p:cNvPr>
                <p:cNvSpPr/>
                <p:nvPr/>
              </p:nvSpPr>
              <p:spPr>
                <a:xfrm>
                  <a:off x="6159871" y="2926127"/>
                  <a:ext cx="37550" cy="2397464"/>
                </a:xfrm>
                <a:custGeom>
                  <a:avLst/>
                  <a:gdLst>
                    <a:gd name="connsiteX0" fmla="*/ 0 w 100173"/>
                    <a:gd name="connsiteY0" fmla="*/ 6395663 h 6395662"/>
                    <a:gd name="connsiteX1" fmla="*/ 0 w 100173"/>
                    <a:gd name="connsiteY1" fmla="*/ 0 h 6395662"/>
                    <a:gd name="connsiteX2" fmla="*/ 52398 w 100173"/>
                    <a:gd name="connsiteY2" fmla="*/ 0 h 6395662"/>
                    <a:gd name="connsiteX3" fmla="*/ 103255 w 100173"/>
                    <a:gd name="connsiteY3" fmla="*/ 0 h 6395662"/>
                    <a:gd name="connsiteX4" fmla="*/ 103255 w 100173"/>
                    <a:gd name="connsiteY4" fmla="*/ 6395663 h 6395662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  <a:cxn ang="0">
                      <a:pos x="connsiteX4" y="connsiteY4"/>
                    </a:cxn>
                  </a:cxnLst>
                  <a:rect l="l" t="t" r="r" b="b"/>
                  <a:pathLst>
                    <a:path w="100173" h="6395662">
                      <a:moveTo>
                        <a:pt x="0" y="6395663"/>
                      </a:moveTo>
                      <a:cubicBezTo>
                        <a:pt x="0" y="4265060"/>
                        <a:pt x="0" y="2135227"/>
                        <a:pt x="0" y="0"/>
                      </a:cubicBezTo>
                      <a:cubicBezTo>
                        <a:pt x="17723" y="0"/>
                        <a:pt x="34675" y="0"/>
                        <a:pt x="52398" y="0"/>
                      </a:cubicBezTo>
                      <a:cubicBezTo>
                        <a:pt x="68580" y="0"/>
                        <a:pt x="84762" y="0"/>
                        <a:pt x="103255" y="0"/>
                      </a:cubicBezTo>
                      <a:cubicBezTo>
                        <a:pt x="103255" y="2132915"/>
                        <a:pt x="103255" y="4261977"/>
                        <a:pt x="103255" y="6395663"/>
                      </a:cubicBezTo>
                    </a:path>
                  </a:pathLst>
                </a:custGeom>
                <a:grpFill/>
                <a:ln w="7704" cap="flat">
                  <a:noFill/>
                  <a:prstDash val="solid"/>
                  <a:miter/>
                </a:ln>
              </p:spPr>
              <p:txBody>
                <a:bodyPr rtlCol="0" anchor="ctr"/>
                <a:lstStyle/>
                <a:p>
                  <a:endParaRPr lang="en-US" dirty="0">
                    <a:solidFill>
                      <a:srgbClr val="C00000"/>
                    </a:solidFill>
                    <a:latin typeface="Times New Roman" panose="02020603050405020304" pitchFamily="18" charset="0"/>
                    <a:cs typeface="Times New Roman" pitchFamily="18" charset="0"/>
                  </a:endParaRPr>
                </a:p>
              </p:txBody>
            </p:sp>
            <p:sp>
              <p:nvSpPr>
                <p:cNvPr id="29" name="Freeform: Shape 28">
                  <a:extLst>
                    <a:ext uri="{FF2B5EF4-FFF2-40B4-BE49-F238E27FC236}">
                      <a16:creationId xmlns:a16="http://schemas.microsoft.com/office/drawing/2014/main" id="{43767ECE-21FE-4B4C-89B1-0E19BEADDA56}"/>
                    </a:ext>
                  </a:extLst>
                </p:cNvPr>
                <p:cNvSpPr/>
                <p:nvPr/>
              </p:nvSpPr>
              <p:spPr>
                <a:xfrm>
                  <a:off x="6231712" y="2926127"/>
                  <a:ext cx="72212" cy="2394576"/>
                </a:xfrm>
                <a:custGeom>
                  <a:avLst/>
                  <a:gdLst>
                    <a:gd name="connsiteX0" fmla="*/ 0 w 192640"/>
                    <a:gd name="connsiteY0" fmla="*/ 6392581 h 6387957"/>
                    <a:gd name="connsiteX1" fmla="*/ 0 w 192640"/>
                    <a:gd name="connsiteY1" fmla="*/ 0 h 6387957"/>
                    <a:gd name="connsiteX2" fmla="*/ 198805 w 192640"/>
                    <a:gd name="connsiteY2" fmla="*/ 0 h 6387957"/>
                    <a:gd name="connsiteX3" fmla="*/ 198805 w 192640"/>
                    <a:gd name="connsiteY3" fmla="*/ 6392581 h 6387957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</a:cxnLst>
                  <a:rect l="l" t="t" r="r" b="b"/>
                  <a:pathLst>
                    <a:path w="192640" h="6387957">
                      <a:moveTo>
                        <a:pt x="0" y="6392581"/>
                      </a:moveTo>
                      <a:cubicBezTo>
                        <a:pt x="0" y="4261207"/>
                        <a:pt x="0" y="2132145"/>
                        <a:pt x="0" y="0"/>
                      </a:cubicBezTo>
                      <a:cubicBezTo>
                        <a:pt x="66268" y="0"/>
                        <a:pt x="131766" y="0"/>
                        <a:pt x="198805" y="0"/>
                      </a:cubicBezTo>
                      <a:cubicBezTo>
                        <a:pt x="198805" y="2131374"/>
                        <a:pt x="198805" y="4261207"/>
                        <a:pt x="198805" y="6392581"/>
                      </a:cubicBezTo>
                    </a:path>
                  </a:pathLst>
                </a:custGeom>
                <a:grpFill/>
                <a:ln w="7704" cap="flat">
                  <a:noFill/>
                  <a:prstDash val="solid"/>
                  <a:miter/>
                </a:ln>
              </p:spPr>
              <p:txBody>
                <a:bodyPr rtlCol="0" anchor="ctr"/>
                <a:lstStyle/>
                <a:p>
                  <a:endParaRPr lang="en-US" dirty="0">
                    <a:solidFill>
                      <a:srgbClr val="C00000"/>
                    </a:solidFill>
                    <a:latin typeface="Times New Roman" panose="02020603050405020304" pitchFamily="18" charset="0"/>
                    <a:cs typeface="Times New Roman" pitchFamily="18" charset="0"/>
                  </a:endParaRPr>
                </a:p>
              </p:txBody>
            </p:sp>
            <p:sp>
              <p:nvSpPr>
                <p:cNvPr id="30" name="Freeform: Shape 29">
                  <a:extLst>
                    <a:ext uri="{FF2B5EF4-FFF2-40B4-BE49-F238E27FC236}">
                      <a16:creationId xmlns:a16="http://schemas.microsoft.com/office/drawing/2014/main" id="{E117A468-C0B3-46FD-8EC1-6AE134264BA0}"/>
                    </a:ext>
                  </a:extLst>
                </p:cNvPr>
                <p:cNvSpPr/>
                <p:nvPr/>
              </p:nvSpPr>
              <p:spPr>
                <a:xfrm>
                  <a:off x="6598401" y="2927282"/>
                  <a:ext cx="37550" cy="2394576"/>
                </a:xfrm>
                <a:custGeom>
                  <a:avLst/>
                  <a:gdLst>
                    <a:gd name="connsiteX0" fmla="*/ 0 w 100173"/>
                    <a:gd name="connsiteY0" fmla="*/ 6392581 h 6387957"/>
                    <a:gd name="connsiteX1" fmla="*/ 0 w 100173"/>
                    <a:gd name="connsiteY1" fmla="*/ 0 h 6387957"/>
                    <a:gd name="connsiteX2" fmla="*/ 103255 w 100173"/>
                    <a:gd name="connsiteY2" fmla="*/ 0 h 6387957"/>
                    <a:gd name="connsiteX3" fmla="*/ 103255 w 100173"/>
                    <a:gd name="connsiteY3" fmla="*/ 6392581 h 6387957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</a:cxnLst>
                  <a:rect l="l" t="t" r="r" b="b"/>
                  <a:pathLst>
                    <a:path w="100173" h="6387957">
                      <a:moveTo>
                        <a:pt x="0" y="6392581"/>
                      </a:moveTo>
                      <a:cubicBezTo>
                        <a:pt x="0" y="4261207"/>
                        <a:pt x="0" y="2131374"/>
                        <a:pt x="0" y="0"/>
                      </a:cubicBezTo>
                      <a:cubicBezTo>
                        <a:pt x="34675" y="0"/>
                        <a:pt x="67809" y="0"/>
                        <a:pt x="103255" y="0"/>
                      </a:cubicBezTo>
                      <a:cubicBezTo>
                        <a:pt x="103255" y="2130603"/>
                        <a:pt x="103255" y="4260437"/>
                        <a:pt x="103255" y="6392581"/>
                      </a:cubicBezTo>
                    </a:path>
                  </a:pathLst>
                </a:custGeom>
                <a:grpFill/>
                <a:ln w="7704" cap="flat">
                  <a:noFill/>
                  <a:prstDash val="solid"/>
                  <a:miter/>
                </a:ln>
              </p:spPr>
              <p:txBody>
                <a:bodyPr rtlCol="0" anchor="ctr"/>
                <a:lstStyle/>
                <a:p>
                  <a:endParaRPr lang="en-US" dirty="0">
                    <a:solidFill>
                      <a:srgbClr val="C00000"/>
                    </a:solidFill>
                    <a:latin typeface="Times New Roman" panose="02020603050405020304" pitchFamily="18" charset="0"/>
                    <a:cs typeface="Times New Roman" pitchFamily="18" charset="0"/>
                  </a:endParaRPr>
                </a:p>
              </p:txBody>
            </p:sp>
            <p:sp>
              <p:nvSpPr>
                <p:cNvPr id="31" name="Freeform: Shape 30">
                  <a:extLst>
                    <a:ext uri="{FF2B5EF4-FFF2-40B4-BE49-F238E27FC236}">
                      <a16:creationId xmlns:a16="http://schemas.microsoft.com/office/drawing/2014/main" id="{939B7FCC-CDDF-4A11-A2F1-C8F70FF2EEB4}"/>
                    </a:ext>
                  </a:extLst>
                </p:cNvPr>
                <p:cNvSpPr/>
                <p:nvPr/>
              </p:nvSpPr>
              <p:spPr>
                <a:xfrm>
                  <a:off x="6680669" y="2927282"/>
                  <a:ext cx="37550" cy="2394576"/>
                </a:xfrm>
                <a:custGeom>
                  <a:avLst/>
                  <a:gdLst>
                    <a:gd name="connsiteX0" fmla="*/ 0 w 100173"/>
                    <a:gd name="connsiteY0" fmla="*/ 6392581 h 6387957"/>
                    <a:gd name="connsiteX1" fmla="*/ 0 w 100173"/>
                    <a:gd name="connsiteY1" fmla="*/ 0 h 6387957"/>
                    <a:gd name="connsiteX2" fmla="*/ 103255 w 100173"/>
                    <a:gd name="connsiteY2" fmla="*/ 0 h 6387957"/>
                    <a:gd name="connsiteX3" fmla="*/ 103255 w 100173"/>
                    <a:gd name="connsiteY3" fmla="*/ 6392581 h 6387957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</a:cxnLst>
                  <a:rect l="l" t="t" r="r" b="b"/>
                  <a:pathLst>
                    <a:path w="100173" h="6387957">
                      <a:moveTo>
                        <a:pt x="0" y="6392581"/>
                      </a:moveTo>
                      <a:cubicBezTo>
                        <a:pt x="0" y="4261978"/>
                        <a:pt x="0" y="2132145"/>
                        <a:pt x="0" y="0"/>
                      </a:cubicBezTo>
                      <a:cubicBezTo>
                        <a:pt x="33905" y="0"/>
                        <a:pt x="67810" y="0"/>
                        <a:pt x="103255" y="0"/>
                      </a:cubicBezTo>
                      <a:cubicBezTo>
                        <a:pt x="103255" y="2131374"/>
                        <a:pt x="103255" y="4260436"/>
                        <a:pt x="103255" y="6392581"/>
                      </a:cubicBezTo>
                    </a:path>
                  </a:pathLst>
                </a:custGeom>
                <a:grpFill/>
                <a:ln w="7704" cap="flat">
                  <a:noFill/>
                  <a:prstDash val="solid"/>
                  <a:miter/>
                </a:ln>
              </p:spPr>
              <p:txBody>
                <a:bodyPr rtlCol="0" anchor="ctr"/>
                <a:lstStyle/>
                <a:p>
                  <a:endParaRPr lang="en-US" dirty="0">
                    <a:solidFill>
                      <a:srgbClr val="C00000"/>
                    </a:solidFill>
                    <a:latin typeface="Times New Roman" panose="02020603050405020304" pitchFamily="18" charset="0"/>
                    <a:cs typeface="Times New Roman" pitchFamily="18" charset="0"/>
                  </a:endParaRPr>
                </a:p>
              </p:txBody>
            </p:sp>
            <p:sp>
              <p:nvSpPr>
                <p:cNvPr id="32" name="Freeform: Shape 31">
                  <a:extLst>
                    <a:ext uri="{FF2B5EF4-FFF2-40B4-BE49-F238E27FC236}">
                      <a16:creationId xmlns:a16="http://schemas.microsoft.com/office/drawing/2014/main" id="{79A45683-A3FC-4243-9523-B723BBD003A1}"/>
                    </a:ext>
                  </a:extLst>
                </p:cNvPr>
                <p:cNvSpPr/>
                <p:nvPr/>
              </p:nvSpPr>
              <p:spPr>
                <a:xfrm>
                  <a:off x="6516134" y="2927282"/>
                  <a:ext cx="37550" cy="2394576"/>
                </a:xfrm>
                <a:custGeom>
                  <a:avLst/>
                  <a:gdLst>
                    <a:gd name="connsiteX0" fmla="*/ 0 w 100173"/>
                    <a:gd name="connsiteY0" fmla="*/ 6391811 h 6387957"/>
                    <a:gd name="connsiteX1" fmla="*/ 0 w 100173"/>
                    <a:gd name="connsiteY1" fmla="*/ 0 h 6387957"/>
                    <a:gd name="connsiteX2" fmla="*/ 103255 w 100173"/>
                    <a:gd name="connsiteY2" fmla="*/ 0 h 6387957"/>
                    <a:gd name="connsiteX3" fmla="*/ 103255 w 100173"/>
                    <a:gd name="connsiteY3" fmla="*/ 6391811 h 6387957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</a:cxnLst>
                  <a:rect l="l" t="t" r="r" b="b"/>
                  <a:pathLst>
                    <a:path w="100173" h="6387957">
                      <a:moveTo>
                        <a:pt x="0" y="6391811"/>
                      </a:moveTo>
                      <a:cubicBezTo>
                        <a:pt x="0" y="4261978"/>
                        <a:pt x="0" y="2132145"/>
                        <a:pt x="0" y="0"/>
                      </a:cubicBezTo>
                      <a:cubicBezTo>
                        <a:pt x="33134" y="0"/>
                        <a:pt x="67039" y="0"/>
                        <a:pt x="103255" y="0"/>
                      </a:cubicBezTo>
                      <a:cubicBezTo>
                        <a:pt x="103255" y="2130603"/>
                        <a:pt x="103255" y="4260436"/>
                        <a:pt x="103255" y="6391811"/>
                      </a:cubicBezTo>
                    </a:path>
                  </a:pathLst>
                </a:custGeom>
                <a:grpFill/>
                <a:ln w="7704" cap="flat">
                  <a:noFill/>
                  <a:prstDash val="solid"/>
                  <a:miter/>
                </a:ln>
              </p:spPr>
              <p:txBody>
                <a:bodyPr rtlCol="0" anchor="ctr"/>
                <a:lstStyle/>
                <a:p>
                  <a:endParaRPr lang="en-US" dirty="0">
                    <a:solidFill>
                      <a:srgbClr val="C00000"/>
                    </a:solidFill>
                    <a:latin typeface="Times New Roman" panose="02020603050405020304" pitchFamily="18" charset="0"/>
                    <a:cs typeface="Times New Roman" pitchFamily="18" charset="0"/>
                  </a:endParaRPr>
                </a:p>
              </p:txBody>
            </p:sp>
            <p:sp>
              <p:nvSpPr>
                <p:cNvPr id="33" name="Freeform: Shape 32">
                  <a:extLst>
                    <a:ext uri="{FF2B5EF4-FFF2-40B4-BE49-F238E27FC236}">
                      <a16:creationId xmlns:a16="http://schemas.microsoft.com/office/drawing/2014/main" id="{B40B3F0D-8DF8-4702-99BD-23B1475CD452}"/>
                    </a:ext>
                  </a:extLst>
                </p:cNvPr>
                <p:cNvSpPr/>
                <p:nvPr/>
              </p:nvSpPr>
              <p:spPr>
                <a:xfrm>
                  <a:off x="6399205" y="2927282"/>
                  <a:ext cx="72212" cy="2394576"/>
                </a:xfrm>
                <a:custGeom>
                  <a:avLst/>
                  <a:gdLst>
                    <a:gd name="connsiteX0" fmla="*/ 0 w 192640"/>
                    <a:gd name="connsiteY0" fmla="*/ 6392581 h 6387957"/>
                    <a:gd name="connsiteX1" fmla="*/ 0 w 192640"/>
                    <a:gd name="connsiteY1" fmla="*/ 0 h 6387957"/>
                    <a:gd name="connsiteX2" fmla="*/ 198805 w 192640"/>
                    <a:gd name="connsiteY2" fmla="*/ 0 h 6387957"/>
                    <a:gd name="connsiteX3" fmla="*/ 198805 w 192640"/>
                    <a:gd name="connsiteY3" fmla="*/ 6392581 h 6387957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</a:cxnLst>
                  <a:rect l="l" t="t" r="r" b="b"/>
                  <a:pathLst>
                    <a:path w="192640" h="6387957">
                      <a:moveTo>
                        <a:pt x="0" y="6392581"/>
                      </a:moveTo>
                      <a:cubicBezTo>
                        <a:pt x="0" y="4261207"/>
                        <a:pt x="0" y="2132145"/>
                        <a:pt x="0" y="0"/>
                      </a:cubicBezTo>
                      <a:cubicBezTo>
                        <a:pt x="66268" y="0"/>
                        <a:pt x="131766" y="0"/>
                        <a:pt x="198805" y="0"/>
                      </a:cubicBezTo>
                      <a:cubicBezTo>
                        <a:pt x="198805" y="2131374"/>
                        <a:pt x="198805" y="4261207"/>
                        <a:pt x="198805" y="6392581"/>
                      </a:cubicBezTo>
                    </a:path>
                  </a:pathLst>
                </a:custGeom>
                <a:grpFill/>
                <a:ln w="7704" cap="flat">
                  <a:noFill/>
                  <a:prstDash val="solid"/>
                  <a:miter/>
                </a:ln>
              </p:spPr>
              <p:txBody>
                <a:bodyPr rtlCol="0" anchor="ctr"/>
                <a:lstStyle/>
                <a:p>
                  <a:endParaRPr lang="en-US" dirty="0">
                    <a:solidFill>
                      <a:srgbClr val="C00000"/>
                    </a:solidFill>
                    <a:latin typeface="Times New Roman" panose="02020603050405020304" pitchFamily="18" charset="0"/>
                    <a:cs typeface="Times New Roman" pitchFamily="18" charset="0"/>
                  </a:endParaRPr>
                </a:p>
              </p:txBody>
            </p:sp>
            <p:sp>
              <p:nvSpPr>
                <p:cNvPr id="34" name="Freeform: Shape 33">
                  <a:extLst>
                    <a:ext uri="{FF2B5EF4-FFF2-40B4-BE49-F238E27FC236}">
                      <a16:creationId xmlns:a16="http://schemas.microsoft.com/office/drawing/2014/main" id="{0B972A39-D5F1-4DBE-B2F6-AA9010526F16}"/>
                    </a:ext>
                  </a:extLst>
                </p:cNvPr>
                <p:cNvSpPr/>
                <p:nvPr/>
              </p:nvSpPr>
              <p:spPr>
                <a:xfrm>
                  <a:off x="5237391" y="2926127"/>
                  <a:ext cx="144425" cy="2394576"/>
                </a:xfrm>
                <a:custGeom>
                  <a:avLst/>
                  <a:gdLst>
                    <a:gd name="connsiteX0" fmla="*/ 0 w 385280"/>
                    <a:gd name="connsiteY0" fmla="*/ 6393351 h 6387957"/>
                    <a:gd name="connsiteX1" fmla="*/ 0 w 385280"/>
                    <a:gd name="connsiteY1" fmla="*/ 0 h 6387957"/>
                    <a:gd name="connsiteX2" fmla="*/ 387593 w 385280"/>
                    <a:gd name="connsiteY2" fmla="*/ 0 h 6387957"/>
                    <a:gd name="connsiteX3" fmla="*/ 387593 w 385280"/>
                    <a:gd name="connsiteY3" fmla="*/ 6393351 h 6387957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</a:cxnLst>
                  <a:rect l="l" t="t" r="r" b="b"/>
                  <a:pathLst>
                    <a:path w="385280" h="6387957">
                      <a:moveTo>
                        <a:pt x="0" y="6393351"/>
                      </a:moveTo>
                      <a:cubicBezTo>
                        <a:pt x="0" y="4262748"/>
                        <a:pt x="0" y="2132145"/>
                        <a:pt x="0" y="0"/>
                      </a:cubicBezTo>
                      <a:cubicBezTo>
                        <a:pt x="128684" y="0"/>
                        <a:pt x="256597" y="0"/>
                        <a:pt x="387593" y="0"/>
                      </a:cubicBezTo>
                      <a:cubicBezTo>
                        <a:pt x="387593" y="2130603"/>
                        <a:pt x="387593" y="4261207"/>
                        <a:pt x="387593" y="6393351"/>
                      </a:cubicBezTo>
                    </a:path>
                  </a:pathLst>
                </a:custGeom>
                <a:grpFill/>
                <a:ln w="7704" cap="flat">
                  <a:noFill/>
                  <a:prstDash val="solid"/>
                  <a:miter/>
                </a:ln>
              </p:spPr>
              <p:txBody>
                <a:bodyPr rtlCol="0" anchor="ctr"/>
                <a:lstStyle/>
                <a:p>
                  <a:endParaRPr lang="en-US" dirty="0">
                    <a:solidFill>
                      <a:srgbClr val="C00000"/>
                    </a:solidFill>
                    <a:latin typeface="Times New Roman" panose="02020603050405020304" pitchFamily="18" charset="0"/>
                    <a:cs typeface="Times New Roman" pitchFamily="18" charset="0"/>
                  </a:endParaRPr>
                </a:p>
              </p:txBody>
            </p:sp>
            <p:sp>
              <p:nvSpPr>
                <p:cNvPr id="35" name="Freeform: Shape 34">
                  <a:extLst>
                    <a:ext uri="{FF2B5EF4-FFF2-40B4-BE49-F238E27FC236}">
                      <a16:creationId xmlns:a16="http://schemas.microsoft.com/office/drawing/2014/main" id="{C6F21A28-C5C3-423E-816C-EFF154B420AF}"/>
                    </a:ext>
                  </a:extLst>
                </p:cNvPr>
                <p:cNvSpPr/>
                <p:nvPr/>
              </p:nvSpPr>
              <p:spPr>
                <a:xfrm>
                  <a:off x="5123269" y="2926994"/>
                  <a:ext cx="72212" cy="2394576"/>
                </a:xfrm>
                <a:custGeom>
                  <a:avLst/>
                  <a:gdLst>
                    <a:gd name="connsiteX0" fmla="*/ 0 w 192640"/>
                    <a:gd name="connsiteY0" fmla="*/ 6392581 h 6387957"/>
                    <a:gd name="connsiteX1" fmla="*/ 0 w 192640"/>
                    <a:gd name="connsiteY1" fmla="*/ 0 h 6387957"/>
                    <a:gd name="connsiteX2" fmla="*/ 198805 w 192640"/>
                    <a:gd name="connsiteY2" fmla="*/ 0 h 6387957"/>
                    <a:gd name="connsiteX3" fmla="*/ 198805 w 192640"/>
                    <a:gd name="connsiteY3" fmla="*/ 6392581 h 6387957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</a:cxnLst>
                  <a:rect l="l" t="t" r="r" b="b"/>
                  <a:pathLst>
                    <a:path w="192640" h="6387957">
                      <a:moveTo>
                        <a:pt x="0" y="6392581"/>
                      </a:moveTo>
                      <a:cubicBezTo>
                        <a:pt x="0" y="4261207"/>
                        <a:pt x="0" y="2132145"/>
                        <a:pt x="0" y="0"/>
                      </a:cubicBezTo>
                      <a:cubicBezTo>
                        <a:pt x="67039" y="0"/>
                        <a:pt x="131766" y="0"/>
                        <a:pt x="198805" y="0"/>
                      </a:cubicBezTo>
                      <a:cubicBezTo>
                        <a:pt x="198805" y="2130603"/>
                        <a:pt x="198805" y="4259666"/>
                        <a:pt x="198805" y="6392581"/>
                      </a:cubicBezTo>
                    </a:path>
                  </a:pathLst>
                </a:custGeom>
                <a:grpFill/>
                <a:ln w="7704" cap="flat">
                  <a:noFill/>
                  <a:prstDash val="solid"/>
                  <a:miter/>
                </a:ln>
              </p:spPr>
              <p:txBody>
                <a:bodyPr rtlCol="0" anchor="ctr"/>
                <a:lstStyle/>
                <a:p>
                  <a:endParaRPr lang="en-US" dirty="0">
                    <a:solidFill>
                      <a:srgbClr val="C00000"/>
                    </a:solidFill>
                    <a:latin typeface="Times New Roman" panose="02020603050405020304" pitchFamily="18" charset="0"/>
                    <a:cs typeface="Times New Roman" pitchFamily="18" charset="0"/>
                  </a:endParaRPr>
                </a:p>
              </p:txBody>
            </p:sp>
            <p:sp>
              <p:nvSpPr>
                <p:cNvPr id="36" name="Freeform: Shape 35">
                  <a:extLst>
                    <a:ext uri="{FF2B5EF4-FFF2-40B4-BE49-F238E27FC236}">
                      <a16:creationId xmlns:a16="http://schemas.microsoft.com/office/drawing/2014/main" id="{CD2D5180-3504-4AF5-A04B-07F487071B22}"/>
                    </a:ext>
                  </a:extLst>
                </p:cNvPr>
                <p:cNvSpPr/>
                <p:nvPr/>
              </p:nvSpPr>
              <p:spPr>
                <a:xfrm>
                  <a:off x="5611343" y="2927282"/>
                  <a:ext cx="72212" cy="2394576"/>
                </a:xfrm>
                <a:custGeom>
                  <a:avLst/>
                  <a:gdLst>
                    <a:gd name="connsiteX0" fmla="*/ 0 w 192640"/>
                    <a:gd name="connsiteY0" fmla="*/ 6392581 h 6387957"/>
                    <a:gd name="connsiteX1" fmla="*/ 0 w 192640"/>
                    <a:gd name="connsiteY1" fmla="*/ 0 h 6387957"/>
                    <a:gd name="connsiteX2" fmla="*/ 198805 w 192640"/>
                    <a:gd name="connsiteY2" fmla="*/ 0 h 6387957"/>
                    <a:gd name="connsiteX3" fmla="*/ 198805 w 192640"/>
                    <a:gd name="connsiteY3" fmla="*/ 6392581 h 6387957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</a:cxnLst>
                  <a:rect l="l" t="t" r="r" b="b"/>
                  <a:pathLst>
                    <a:path w="192640" h="6387957">
                      <a:moveTo>
                        <a:pt x="0" y="6392581"/>
                      </a:moveTo>
                      <a:cubicBezTo>
                        <a:pt x="0" y="4261207"/>
                        <a:pt x="0" y="2132145"/>
                        <a:pt x="0" y="0"/>
                      </a:cubicBezTo>
                      <a:cubicBezTo>
                        <a:pt x="66268" y="0"/>
                        <a:pt x="131766" y="0"/>
                        <a:pt x="198805" y="0"/>
                      </a:cubicBezTo>
                      <a:cubicBezTo>
                        <a:pt x="198805" y="2131374"/>
                        <a:pt x="198805" y="4261207"/>
                        <a:pt x="198805" y="6392581"/>
                      </a:cubicBezTo>
                    </a:path>
                  </a:pathLst>
                </a:custGeom>
                <a:grpFill/>
                <a:ln w="7704" cap="flat">
                  <a:noFill/>
                  <a:prstDash val="solid"/>
                  <a:miter/>
                </a:ln>
              </p:spPr>
              <p:txBody>
                <a:bodyPr rtlCol="0" anchor="ctr"/>
                <a:lstStyle/>
                <a:p>
                  <a:endParaRPr lang="en-US" dirty="0">
                    <a:solidFill>
                      <a:srgbClr val="C00000"/>
                    </a:solidFill>
                    <a:latin typeface="Times New Roman" panose="02020603050405020304" pitchFamily="18" charset="0"/>
                    <a:cs typeface="Times New Roman" pitchFamily="18" charset="0"/>
                  </a:endParaRPr>
                </a:p>
              </p:txBody>
            </p:sp>
            <p:sp>
              <p:nvSpPr>
                <p:cNvPr id="37" name="Freeform: Shape 36">
                  <a:extLst>
                    <a:ext uri="{FF2B5EF4-FFF2-40B4-BE49-F238E27FC236}">
                      <a16:creationId xmlns:a16="http://schemas.microsoft.com/office/drawing/2014/main" id="{6078D920-7771-4459-9280-C4992F522CBA}"/>
                    </a:ext>
                  </a:extLst>
                </p:cNvPr>
                <p:cNvSpPr/>
                <p:nvPr/>
              </p:nvSpPr>
              <p:spPr>
                <a:xfrm>
                  <a:off x="5407259" y="2926994"/>
                  <a:ext cx="37550" cy="2394576"/>
                </a:xfrm>
                <a:custGeom>
                  <a:avLst/>
                  <a:gdLst>
                    <a:gd name="connsiteX0" fmla="*/ 0 w 100173"/>
                    <a:gd name="connsiteY0" fmla="*/ 6392581 h 6387957"/>
                    <a:gd name="connsiteX1" fmla="*/ 0 w 100173"/>
                    <a:gd name="connsiteY1" fmla="*/ 0 h 6387957"/>
                    <a:gd name="connsiteX2" fmla="*/ 103255 w 100173"/>
                    <a:gd name="connsiteY2" fmla="*/ 0 h 6387957"/>
                    <a:gd name="connsiteX3" fmla="*/ 103255 w 100173"/>
                    <a:gd name="connsiteY3" fmla="*/ 6392581 h 6387957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</a:cxnLst>
                  <a:rect l="l" t="t" r="r" b="b"/>
                  <a:pathLst>
                    <a:path w="100173" h="6387957">
                      <a:moveTo>
                        <a:pt x="0" y="6392581"/>
                      </a:moveTo>
                      <a:cubicBezTo>
                        <a:pt x="0" y="4261978"/>
                        <a:pt x="0" y="2132145"/>
                        <a:pt x="0" y="0"/>
                      </a:cubicBezTo>
                      <a:cubicBezTo>
                        <a:pt x="34675" y="0"/>
                        <a:pt x="67810" y="0"/>
                        <a:pt x="103255" y="0"/>
                      </a:cubicBezTo>
                      <a:cubicBezTo>
                        <a:pt x="103255" y="2130603"/>
                        <a:pt x="103255" y="4259666"/>
                        <a:pt x="103255" y="6392581"/>
                      </a:cubicBezTo>
                    </a:path>
                  </a:pathLst>
                </a:custGeom>
                <a:grpFill/>
                <a:ln w="7704" cap="flat">
                  <a:noFill/>
                  <a:prstDash val="solid"/>
                  <a:miter/>
                </a:ln>
              </p:spPr>
              <p:txBody>
                <a:bodyPr rtlCol="0" anchor="ctr"/>
                <a:lstStyle/>
                <a:p>
                  <a:endParaRPr lang="en-US" dirty="0">
                    <a:solidFill>
                      <a:srgbClr val="C00000"/>
                    </a:solidFill>
                    <a:latin typeface="Times New Roman" panose="02020603050405020304" pitchFamily="18" charset="0"/>
                    <a:cs typeface="Times New Roman" pitchFamily="18" charset="0"/>
                  </a:endParaRPr>
                </a:p>
              </p:txBody>
            </p:sp>
            <p:sp>
              <p:nvSpPr>
                <p:cNvPr id="38" name="Freeform: Shape 37">
                  <a:extLst>
                    <a:ext uri="{FF2B5EF4-FFF2-40B4-BE49-F238E27FC236}">
                      <a16:creationId xmlns:a16="http://schemas.microsoft.com/office/drawing/2014/main" id="{C3F5AF82-D5F9-4252-B824-36671DB16639}"/>
                    </a:ext>
                  </a:extLst>
                </p:cNvPr>
                <p:cNvSpPr/>
                <p:nvPr/>
              </p:nvSpPr>
              <p:spPr>
                <a:xfrm>
                  <a:off x="5470252" y="2926994"/>
                  <a:ext cx="37550" cy="2394576"/>
                </a:xfrm>
                <a:custGeom>
                  <a:avLst/>
                  <a:gdLst>
                    <a:gd name="connsiteX0" fmla="*/ 0 w 100173"/>
                    <a:gd name="connsiteY0" fmla="*/ 6392581 h 6387957"/>
                    <a:gd name="connsiteX1" fmla="*/ 0 w 100173"/>
                    <a:gd name="connsiteY1" fmla="*/ 0 h 6387957"/>
                    <a:gd name="connsiteX2" fmla="*/ 103255 w 100173"/>
                    <a:gd name="connsiteY2" fmla="*/ 0 h 6387957"/>
                    <a:gd name="connsiteX3" fmla="*/ 103255 w 100173"/>
                    <a:gd name="connsiteY3" fmla="*/ 6392581 h 6387957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</a:cxnLst>
                  <a:rect l="l" t="t" r="r" b="b"/>
                  <a:pathLst>
                    <a:path w="100173" h="6387957">
                      <a:moveTo>
                        <a:pt x="0" y="6392581"/>
                      </a:moveTo>
                      <a:cubicBezTo>
                        <a:pt x="0" y="4261978"/>
                        <a:pt x="0" y="2132145"/>
                        <a:pt x="0" y="0"/>
                      </a:cubicBezTo>
                      <a:cubicBezTo>
                        <a:pt x="34675" y="0"/>
                        <a:pt x="67809" y="0"/>
                        <a:pt x="103255" y="0"/>
                      </a:cubicBezTo>
                      <a:cubicBezTo>
                        <a:pt x="103255" y="2130603"/>
                        <a:pt x="103255" y="4259666"/>
                        <a:pt x="103255" y="6392581"/>
                      </a:cubicBezTo>
                    </a:path>
                  </a:pathLst>
                </a:custGeom>
                <a:grpFill/>
                <a:ln w="7704" cap="flat">
                  <a:noFill/>
                  <a:prstDash val="solid"/>
                  <a:miter/>
                </a:ln>
              </p:spPr>
              <p:txBody>
                <a:bodyPr rtlCol="0" anchor="ctr"/>
                <a:lstStyle/>
                <a:p>
                  <a:endParaRPr lang="en-US" dirty="0">
                    <a:solidFill>
                      <a:srgbClr val="C00000"/>
                    </a:solidFill>
                    <a:latin typeface="Times New Roman" panose="02020603050405020304" pitchFamily="18" charset="0"/>
                    <a:cs typeface="Times New Roman" pitchFamily="18" charset="0"/>
                  </a:endParaRPr>
                </a:p>
              </p:txBody>
            </p:sp>
            <p:sp>
              <p:nvSpPr>
                <p:cNvPr id="39" name="Freeform: Shape 38">
                  <a:extLst>
                    <a:ext uri="{FF2B5EF4-FFF2-40B4-BE49-F238E27FC236}">
                      <a16:creationId xmlns:a16="http://schemas.microsoft.com/office/drawing/2014/main" id="{608790BC-CF74-4127-A790-27CC4E8D7766}"/>
                    </a:ext>
                  </a:extLst>
                </p:cNvPr>
                <p:cNvSpPr/>
                <p:nvPr/>
              </p:nvSpPr>
              <p:spPr>
                <a:xfrm>
                  <a:off x="5533244" y="2926127"/>
                  <a:ext cx="37550" cy="2394576"/>
                </a:xfrm>
                <a:custGeom>
                  <a:avLst/>
                  <a:gdLst>
                    <a:gd name="connsiteX0" fmla="*/ 0 w 100173"/>
                    <a:gd name="connsiteY0" fmla="*/ 6392581 h 6387957"/>
                    <a:gd name="connsiteX1" fmla="*/ 0 w 100173"/>
                    <a:gd name="connsiteY1" fmla="*/ 0 h 6387957"/>
                    <a:gd name="connsiteX2" fmla="*/ 103255 w 100173"/>
                    <a:gd name="connsiteY2" fmla="*/ 0 h 6387957"/>
                    <a:gd name="connsiteX3" fmla="*/ 103255 w 100173"/>
                    <a:gd name="connsiteY3" fmla="*/ 6392581 h 6387957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</a:cxnLst>
                  <a:rect l="l" t="t" r="r" b="b"/>
                  <a:pathLst>
                    <a:path w="100173" h="6387957">
                      <a:moveTo>
                        <a:pt x="0" y="6392581"/>
                      </a:moveTo>
                      <a:cubicBezTo>
                        <a:pt x="0" y="4261978"/>
                        <a:pt x="0" y="2132145"/>
                        <a:pt x="0" y="0"/>
                      </a:cubicBezTo>
                      <a:cubicBezTo>
                        <a:pt x="34675" y="0"/>
                        <a:pt x="67809" y="0"/>
                        <a:pt x="103255" y="0"/>
                      </a:cubicBezTo>
                      <a:cubicBezTo>
                        <a:pt x="103255" y="2130603"/>
                        <a:pt x="103255" y="4259666"/>
                        <a:pt x="103255" y="6392581"/>
                      </a:cubicBezTo>
                    </a:path>
                  </a:pathLst>
                </a:custGeom>
                <a:grpFill/>
                <a:ln w="7704" cap="flat">
                  <a:noFill/>
                  <a:prstDash val="solid"/>
                  <a:miter/>
                </a:ln>
              </p:spPr>
              <p:txBody>
                <a:bodyPr rtlCol="0" anchor="ctr"/>
                <a:lstStyle/>
                <a:p>
                  <a:endParaRPr lang="en-US" dirty="0">
                    <a:solidFill>
                      <a:srgbClr val="C00000"/>
                    </a:solidFill>
                    <a:latin typeface="Times New Roman" panose="02020603050405020304" pitchFamily="18" charset="0"/>
                    <a:cs typeface="Times New Roman" pitchFamily="18" charset="0"/>
                  </a:endParaRPr>
                </a:p>
              </p:txBody>
            </p:sp>
          </p:grpSp>
        </p:grpSp>
        <p:grpSp>
          <p:nvGrpSpPr>
            <p:cNvPr id="40" name="Group 39">
              <a:extLst>
                <a:ext uri="{FF2B5EF4-FFF2-40B4-BE49-F238E27FC236}">
                  <a16:creationId xmlns:a16="http://schemas.microsoft.com/office/drawing/2014/main" id="{79445F8C-1794-4081-97F9-DDCDE8889481}"/>
                </a:ext>
              </a:extLst>
            </p:cNvPr>
            <p:cNvGrpSpPr/>
            <p:nvPr/>
          </p:nvGrpSpPr>
          <p:grpSpPr>
            <a:xfrm>
              <a:off x="166248" y="6490548"/>
              <a:ext cx="4247655" cy="273466"/>
              <a:chOff x="4366684" y="2926127"/>
              <a:chExt cx="3278335" cy="2571063"/>
            </a:xfrm>
          </p:grpSpPr>
          <p:sp>
            <p:nvSpPr>
              <p:cNvPr id="41" name="Freeform: Shape 4">
                <a:extLst>
                  <a:ext uri="{FF2B5EF4-FFF2-40B4-BE49-F238E27FC236}">
                    <a16:creationId xmlns:a16="http://schemas.microsoft.com/office/drawing/2014/main" id="{74D575C7-16A7-4D8B-BCCC-3A2CC2EAF554}"/>
                  </a:ext>
                </a:extLst>
              </p:cNvPr>
              <p:cNvSpPr/>
              <p:nvPr/>
            </p:nvSpPr>
            <p:spPr>
              <a:xfrm>
                <a:off x="4744501" y="2926994"/>
                <a:ext cx="72212" cy="2394576"/>
              </a:xfrm>
              <a:custGeom>
                <a:avLst/>
                <a:gdLst>
                  <a:gd name="connsiteX0" fmla="*/ 0 w 192640"/>
                  <a:gd name="connsiteY0" fmla="*/ 6393351 h 6387957"/>
                  <a:gd name="connsiteX1" fmla="*/ 0 w 192640"/>
                  <a:gd name="connsiteY1" fmla="*/ 0 h 6387957"/>
                  <a:gd name="connsiteX2" fmla="*/ 198034 w 192640"/>
                  <a:gd name="connsiteY2" fmla="*/ 0 h 6387957"/>
                  <a:gd name="connsiteX3" fmla="*/ 198034 w 192640"/>
                  <a:gd name="connsiteY3" fmla="*/ 6393351 h 6387957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</a:cxnLst>
                <a:rect l="l" t="t" r="r" b="b"/>
                <a:pathLst>
                  <a:path w="192640" h="6387957">
                    <a:moveTo>
                      <a:pt x="0" y="6393351"/>
                    </a:moveTo>
                    <a:cubicBezTo>
                      <a:pt x="0" y="4261207"/>
                      <a:pt x="0" y="2132145"/>
                      <a:pt x="0" y="0"/>
                    </a:cubicBezTo>
                    <a:cubicBezTo>
                      <a:pt x="67039" y="0"/>
                      <a:pt x="131766" y="0"/>
                      <a:pt x="198034" y="0"/>
                    </a:cubicBezTo>
                    <a:cubicBezTo>
                      <a:pt x="198034" y="2132145"/>
                      <a:pt x="198034" y="4261207"/>
                      <a:pt x="198034" y="6393351"/>
                    </a:cubicBezTo>
                  </a:path>
                </a:pathLst>
              </a:custGeom>
              <a:solidFill>
                <a:schemeClr val="accent5"/>
              </a:solidFill>
              <a:ln w="7704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US" dirty="0">
                  <a:latin typeface="Times New Roman" panose="02020603050405020304" pitchFamily="18" charset="0"/>
                  <a:cs typeface="Times New Roman" pitchFamily="18" charset="0"/>
                </a:endParaRPr>
              </a:p>
            </p:txBody>
          </p:sp>
          <p:sp>
            <p:nvSpPr>
              <p:cNvPr id="42" name="Freeform: Shape 5">
                <a:extLst>
                  <a:ext uri="{FF2B5EF4-FFF2-40B4-BE49-F238E27FC236}">
                    <a16:creationId xmlns:a16="http://schemas.microsoft.com/office/drawing/2014/main" id="{F6284352-7A7E-48DA-8B26-7B51CCB5A721}"/>
                  </a:ext>
                </a:extLst>
              </p:cNvPr>
              <p:cNvSpPr/>
              <p:nvPr/>
            </p:nvSpPr>
            <p:spPr>
              <a:xfrm>
                <a:off x="4676621" y="2926994"/>
                <a:ext cx="37550" cy="2394576"/>
              </a:xfrm>
              <a:custGeom>
                <a:avLst/>
                <a:gdLst>
                  <a:gd name="connsiteX0" fmla="*/ 0 w 100173"/>
                  <a:gd name="connsiteY0" fmla="*/ 6392581 h 6387957"/>
                  <a:gd name="connsiteX1" fmla="*/ 0 w 100173"/>
                  <a:gd name="connsiteY1" fmla="*/ 0 h 6387957"/>
                  <a:gd name="connsiteX2" fmla="*/ 103255 w 100173"/>
                  <a:gd name="connsiteY2" fmla="*/ 0 h 6387957"/>
                  <a:gd name="connsiteX3" fmla="*/ 103255 w 100173"/>
                  <a:gd name="connsiteY3" fmla="*/ 6392581 h 6387957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</a:cxnLst>
                <a:rect l="l" t="t" r="r" b="b"/>
                <a:pathLst>
                  <a:path w="100173" h="6387957">
                    <a:moveTo>
                      <a:pt x="0" y="6392581"/>
                    </a:moveTo>
                    <a:cubicBezTo>
                      <a:pt x="0" y="4261207"/>
                      <a:pt x="0" y="2131374"/>
                      <a:pt x="0" y="0"/>
                    </a:cubicBezTo>
                    <a:cubicBezTo>
                      <a:pt x="34675" y="0"/>
                      <a:pt x="67809" y="0"/>
                      <a:pt x="103255" y="0"/>
                    </a:cubicBezTo>
                    <a:cubicBezTo>
                      <a:pt x="103255" y="2130603"/>
                      <a:pt x="103255" y="4260437"/>
                      <a:pt x="103255" y="6392581"/>
                    </a:cubicBezTo>
                  </a:path>
                </a:pathLst>
              </a:custGeom>
              <a:solidFill>
                <a:schemeClr val="accent5"/>
              </a:solidFill>
              <a:ln w="7704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US" dirty="0">
                  <a:latin typeface="Times New Roman" panose="02020603050405020304" pitchFamily="18" charset="0"/>
                  <a:cs typeface="Times New Roman" pitchFamily="18" charset="0"/>
                </a:endParaRPr>
              </a:p>
            </p:txBody>
          </p:sp>
          <p:sp>
            <p:nvSpPr>
              <p:cNvPr id="43" name="Freeform: Shape 6">
                <a:extLst>
                  <a:ext uri="{FF2B5EF4-FFF2-40B4-BE49-F238E27FC236}">
                    <a16:creationId xmlns:a16="http://schemas.microsoft.com/office/drawing/2014/main" id="{8AB1A5A0-486E-4510-BCA8-845A3DA94D58}"/>
                  </a:ext>
                </a:extLst>
              </p:cNvPr>
              <p:cNvSpPr/>
              <p:nvPr/>
            </p:nvSpPr>
            <p:spPr>
              <a:xfrm>
                <a:off x="5706626" y="2927282"/>
                <a:ext cx="109764" cy="2394576"/>
              </a:xfrm>
              <a:custGeom>
                <a:avLst/>
                <a:gdLst>
                  <a:gd name="connsiteX0" fmla="*/ 0 w 292813"/>
                  <a:gd name="connsiteY0" fmla="*/ 6392581 h 6387957"/>
                  <a:gd name="connsiteX1" fmla="*/ 0 w 292813"/>
                  <a:gd name="connsiteY1" fmla="*/ 0 h 6387957"/>
                  <a:gd name="connsiteX2" fmla="*/ 295125 w 292813"/>
                  <a:gd name="connsiteY2" fmla="*/ 0 h 6387957"/>
                  <a:gd name="connsiteX3" fmla="*/ 295125 w 292813"/>
                  <a:gd name="connsiteY3" fmla="*/ 6392581 h 6387957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</a:cxnLst>
                <a:rect l="l" t="t" r="r" b="b"/>
                <a:pathLst>
                  <a:path w="292813" h="6387957">
                    <a:moveTo>
                      <a:pt x="0" y="6392581"/>
                    </a:moveTo>
                    <a:cubicBezTo>
                      <a:pt x="0" y="4261978"/>
                      <a:pt x="0" y="2132145"/>
                      <a:pt x="0" y="0"/>
                    </a:cubicBezTo>
                    <a:cubicBezTo>
                      <a:pt x="97091" y="0"/>
                      <a:pt x="194952" y="0"/>
                      <a:pt x="295125" y="0"/>
                    </a:cubicBezTo>
                    <a:cubicBezTo>
                      <a:pt x="295125" y="2130603"/>
                      <a:pt x="295125" y="4259666"/>
                      <a:pt x="295125" y="6392581"/>
                    </a:cubicBezTo>
                  </a:path>
                </a:pathLst>
              </a:custGeom>
              <a:solidFill>
                <a:schemeClr val="accent2"/>
              </a:solidFill>
              <a:ln w="7704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US" dirty="0">
                  <a:latin typeface="Times New Roman" panose="02020603050405020304" pitchFamily="18" charset="0"/>
                  <a:cs typeface="Times New Roman" pitchFamily="18" charset="0"/>
                </a:endParaRPr>
              </a:p>
            </p:txBody>
          </p:sp>
          <p:sp>
            <p:nvSpPr>
              <p:cNvPr id="44" name="Freeform: Shape 7">
                <a:extLst>
                  <a:ext uri="{FF2B5EF4-FFF2-40B4-BE49-F238E27FC236}">
                    <a16:creationId xmlns:a16="http://schemas.microsoft.com/office/drawing/2014/main" id="{D81590AB-AD28-44BD-8461-22FE3E26E6E0}"/>
                  </a:ext>
                </a:extLst>
              </p:cNvPr>
              <p:cNvSpPr/>
              <p:nvPr/>
            </p:nvSpPr>
            <p:spPr>
              <a:xfrm>
                <a:off x="5022376" y="2926994"/>
                <a:ext cx="75101" cy="2394576"/>
              </a:xfrm>
              <a:custGeom>
                <a:avLst/>
                <a:gdLst>
                  <a:gd name="connsiteX0" fmla="*/ 0 w 200346"/>
                  <a:gd name="connsiteY0" fmla="*/ 6392581 h 6387957"/>
                  <a:gd name="connsiteX1" fmla="*/ 0 w 200346"/>
                  <a:gd name="connsiteY1" fmla="*/ 0 h 6387957"/>
                  <a:gd name="connsiteX2" fmla="*/ 201117 w 200346"/>
                  <a:gd name="connsiteY2" fmla="*/ 0 h 6387957"/>
                  <a:gd name="connsiteX3" fmla="*/ 201117 w 200346"/>
                  <a:gd name="connsiteY3" fmla="*/ 6392581 h 6387957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</a:cxnLst>
                <a:rect l="l" t="t" r="r" b="b"/>
                <a:pathLst>
                  <a:path w="200346" h="6387957">
                    <a:moveTo>
                      <a:pt x="0" y="6392581"/>
                    </a:moveTo>
                    <a:cubicBezTo>
                      <a:pt x="0" y="4261207"/>
                      <a:pt x="0" y="2132145"/>
                      <a:pt x="0" y="0"/>
                    </a:cubicBezTo>
                    <a:cubicBezTo>
                      <a:pt x="67039" y="0"/>
                      <a:pt x="133307" y="0"/>
                      <a:pt x="201117" y="0"/>
                    </a:cubicBezTo>
                    <a:cubicBezTo>
                      <a:pt x="201117" y="2131374"/>
                      <a:pt x="201117" y="4260437"/>
                      <a:pt x="201117" y="6392581"/>
                    </a:cubicBezTo>
                  </a:path>
                </a:pathLst>
              </a:custGeom>
              <a:solidFill>
                <a:schemeClr val="accent4"/>
              </a:solidFill>
              <a:ln w="7704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US" dirty="0">
                  <a:latin typeface="Times New Roman" panose="02020603050405020304" pitchFamily="18" charset="0"/>
                  <a:cs typeface="Times New Roman" pitchFamily="18" charset="0"/>
                </a:endParaRPr>
              </a:p>
            </p:txBody>
          </p:sp>
          <p:sp>
            <p:nvSpPr>
              <p:cNvPr id="45" name="Freeform: Shape 8">
                <a:extLst>
                  <a:ext uri="{FF2B5EF4-FFF2-40B4-BE49-F238E27FC236}">
                    <a16:creationId xmlns:a16="http://schemas.microsoft.com/office/drawing/2014/main" id="{C3640730-A67E-4C43-A7C2-B4C32BF965C4}"/>
                  </a:ext>
                </a:extLst>
              </p:cNvPr>
              <p:cNvSpPr/>
              <p:nvPr/>
            </p:nvSpPr>
            <p:spPr>
              <a:xfrm>
                <a:off x="4877829" y="2926994"/>
                <a:ext cx="72212" cy="2394576"/>
              </a:xfrm>
              <a:custGeom>
                <a:avLst/>
                <a:gdLst>
                  <a:gd name="connsiteX0" fmla="*/ 0 w 192640"/>
                  <a:gd name="connsiteY0" fmla="*/ 6392581 h 6387957"/>
                  <a:gd name="connsiteX1" fmla="*/ 0 w 192640"/>
                  <a:gd name="connsiteY1" fmla="*/ 0 h 6387957"/>
                  <a:gd name="connsiteX2" fmla="*/ 198805 w 192640"/>
                  <a:gd name="connsiteY2" fmla="*/ 0 h 6387957"/>
                  <a:gd name="connsiteX3" fmla="*/ 198805 w 192640"/>
                  <a:gd name="connsiteY3" fmla="*/ 6392581 h 6387957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</a:cxnLst>
                <a:rect l="l" t="t" r="r" b="b"/>
                <a:pathLst>
                  <a:path w="192640" h="6387957">
                    <a:moveTo>
                      <a:pt x="0" y="6392581"/>
                    </a:moveTo>
                    <a:cubicBezTo>
                      <a:pt x="0" y="4261207"/>
                      <a:pt x="0" y="2131374"/>
                      <a:pt x="0" y="0"/>
                    </a:cubicBezTo>
                    <a:cubicBezTo>
                      <a:pt x="67039" y="0"/>
                      <a:pt x="131766" y="0"/>
                      <a:pt x="198805" y="0"/>
                    </a:cubicBezTo>
                    <a:cubicBezTo>
                      <a:pt x="198805" y="2130603"/>
                      <a:pt x="198805" y="4260437"/>
                      <a:pt x="198805" y="6392581"/>
                    </a:cubicBezTo>
                  </a:path>
                </a:pathLst>
              </a:custGeom>
              <a:solidFill>
                <a:schemeClr val="accent4"/>
              </a:solidFill>
              <a:ln w="7704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US" dirty="0">
                  <a:latin typeface="Times New Roman" panose="02020603050405020304" pitchFamily="18" charset="0"/>
                  <a:cs typeface="Times New Roman" pitchFamily="18" charset="0"/>
                </a:endParaRPr>
              </a:p>
            </p:txBody>
          </p:sp>
          <p:sp>
            <p:nvSpPr>
              <p:cNvPr id="46" name="Freeform: Shape 9">
                <a:extLst>
                  <a:ext uri="{FF2B5EF4-FFF2-40B4-BE49-F238E27FC236}">
                    <a16:creationId xmlns:a16="http://schemas.microsoft.com/office/drawing/2014/main" id="{8F91D3B5-0631-4E10-8E8F-A90BDB6CEF8C}"/>
                  </a:ext>
                </a:extLst>
              </p:cNvPr>
              <p:cNvSpPr/>
              <p:nvPr/>
            </p:nvSpPr>
            <p:spPr>
              <a:xfrm>
                <a:off x="4559765" y="2926994"/>
                <a:ext cx="72212" cy="2394576"/>
              </a:xfrm>
              <a:custGeom>
                <a:avLst/>
                <a:gdLst>
                  <a:gd name="connsiteX0" fmla="*/ 0 w 192640"/>
                  <a:gd name="connsiteY0" fmla="*/ 6393351 h 6387957"/>
                  <a:gd name="connsiteX1" fmla="*/ 0 w 192640"/>
                  <a:gd name="connsiteY1" fmla="*/ 0 h 6387957"/>
                  <a:gd name="connsiteX2" fmla="*/ 198034 w 192640"/>
                  <a:gd name="connsiteY2" fmla="*/ 0 h 6387957"/>
                  <a:gd name="connsiteX3" fmla="*/ 198034 w 192640"/>
                  <a:gd name="connsiteY3" fmla="*/ 6393351 h 6387957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</a:cxnLst>
                <a:rect l="l" t="t" r="r" b="b"/>
                <a:pathLst>
                  <a:path w="192640" h="6387957">
                    <a:moveTo>
                      <a:pt x="0" y="6393351"/>
                    </a:moveTo>
                    <a:cubicBezTo>
                      <a:pt x="0" y="4261207"/>
                      <a:pt x="0" y="2132145"/>
                      <a:pt x="0" y="0"/>
                    </a:cubicBezTo>
                    <a:cubicBezTo>
                      <a:pt x="67039" y="0"/>
                      <a:pt x="131766" y="0"/>
                      <a:pt x="198034" y="0"/>
                    </a:cubicBezTo>
                    <a:cubicBezTo>
                      <a:pt x="198034" y="2132145"/>
                      <a:pt x="198034" y="4261207"/>
                      <a:pt x="198034" y="6393351"/>
                    </a:cubicBezTo>
                  </a:path>
                </a:pathLst>
              </a:custGeom>
              <a:solidFill>
                <a:schemeClr val="accent6"/>
              </a:solidFill>
              <a:ln w="7704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US" dirty="0">
                  <a:latin typeface="Times New Roman" panose="02020603050405020304" pitchFamily="18" charset="0"/>
                  <a:cs typeface="Times New Roman" pitchFamily="18" charset="0"/>
                </a:endParaRPr>
              </a:p>
            </p:txBody>
          </p:sp>
          <p:sp>
            <p:nvSpPr>
              <p:cNvPr id="47" name="Freeform: Shape 10">
                <a:extLst>
                  <a:ext uri="{FF2B5EF4-FFF2-40B4-BE49-F238E27FC236}">
                    <a16:creationId xmlns:a16="http://schemas.microsoft.com/office/drawing/2014/main" id="{9833ED5E-247A-4AFE-956E-D90EE783EDB3}"/>
                  </a:ext>
                </a:extLst>
              </p:cNvPr>
              <p:cNvSpPr/>
              <p:nvPr/>
            </p:nvSpPr>
            <p:spPr>
              <a:xfrm>
                <a:off x="4433987" y="2926705"/>
                <a:ext cx="37550" cy="2567886"/>
              </a:xfrm>
              <a:custGeom>
                <a:avLst/>
                <a:gdLst>
                  <a:gd name="connsiteX0" fmla="*/ 0 w 100173"/>
                  <a:gd name="connsiteY0" fmla="*/ 6854918 h 6850294"/>
                  <a:gd name="connsiteX1" fmla="*/ 0 w 100173"/>
                  <a:gd name="connsiteY1" fmla="*/ 0 h 6850294"/>
                  <a:gd name="connsiteX2" fmla="*/ 103255 w 100173"/>
                  <a:gd name="connsiteY2" fmla="*/ 0 h 6850294"/>
                  <a:gd name="connsiteX3" fmla="*/ 103255 w 100173"/>
                  <a:gd name="connsiteY3" fmla="*/ 6854918 h 6850294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</a:cxnLst>
                <a:rect l="l" t="t" r="r" b="b"/>
                <a:pathLst>
                  <a:path w="100173" h="6850294">
                    <a:moveTo>
                      <a:pt x="0" y="6854918"/>
                    </a:moveTo>
                    <a:cubicBezTo>
                      <a:pt x="0" y="4570202"/>
                      <a:pt x="0" y="2286257"/>
                      <a:pt x="0" y="0"/>
                    </a:cubicBezTo>
                    <a:cubicBezTo>
                      <a:pt x="34675" y="0"/>
                      <a:pt x="67809" y="0"/>
                      <a:pt x="103255" y="0"/>
                    </a:cubicBezTo>
                    <a:cubicBezTo>
                      <a:pt x="103255" y="2284716"/>
                      <a:pt x="103255" y="4567891"/>
                      <a:pt x="103255" y="6854918"/>
                    </a:cubicBezTo>
                  </a:path>
                </a:pathLst>
              </a:custGeom>
              <a:solidFill>
                <a:schemeClr val="accent6"/>
              </a:solidFill>
              <a:ln w="7704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US" dirty="0">
                  <a:latin typeface="Times New Roman" panose="02020603050405020304" pitchFamily="18" charset="0"/>
                  <a:cs typeface="Times New Roman" pitchFamily="18" charset="0"/>
                </a:endParaRPr>
              </a:p>
            </p:txBody>
          </p:sp>
          <p:sp>
            <p:nvSpPr>
              <p:cNvPr id="48" name="Freeform: Shape 11">
                <a:extLst>
                  <a:ext uri="{FF2B5EF4-FFF2-40B4-BE49-F238E27FC236}">
                    <a16:creationId xmlns:a16="http://schemas.microsoft.com/office/drawing/2014/main" id="{E5EC525C-3908-4545-B9F0-C982F2420877}"/>
                  </a:ext>
                </a:extLst>
              </p:cNvPr>
              <p:cNvSpPr/>
              <p:nvPr/>
            </p:nvSpPr>
            <p:spPr>
              <a:xfrm>
                <a:off x="4366684" y="2927282"/>
                <a:ext cx="37550" cy="2567886"/>
              </a:xfrm>
              <a:custGeom>
                <a:avLst/>
                <a:gdLst>
                  <a:gd name="connsiteX0" fmla="*/ 0 w 100173"/>
                  <a:gd name="connsiteY0" fmla="*/ 6854148 h 6850294"/>
                  <a:gd name="connsiteX1" fmla="*/ 0 w 100173"/>
                  <a:gd name="connsiteY1" fmla="*/ 0 h 6850294"/>
                  <a:gd name="connsiteX2" fmla="*/ 103255 w 100173"/>
                  <a:gd name="connsiteY2" fmla="*/ 0 h 6850294"/>
                  <a:gd name="connsiteX3" fmla="*/ 103255 w 100173"/>
                  <a:gd name="connsiteY3" fmla="*/ 6854918 h 6850294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</a:cxnLst>
                <a:rect l="l" t="t" r="r" b="b"/>
                <a:pathLst>
                  <a:path w="100173" h="6850294">
                    <a:moveTo>
                      <a:pt x="0" y="6854148"/>
                    </a:moveTo>
                    <a:cubicBezTo>
                      <a:pt x="0" y="4569432"/>
                      <a:pt x="0" y="2286257"/>
                      <a:pt x="0" y="0"/>
                    </a:cubicBezTo>
                    <a:cubicBezTo>
                      <a:pt x="33905" y="0"/>
                      <a:pt x="67809" y="0"/>
                      <a:pt x="103255" y="0"/>
                    </a:cubicBezTo>
                    <a:cubicBezTo>
                      <a:pt x="103255" y="2285486"/>
                      <a:pt x="103255" y="4568661"/>
                      <a:pt x="103255" y="6854918"/>
                    </a:cubicBezTo>
                  </a:path>
                </a:pathLst>
              </a:custGeom>
              <a:solidFill>
                <a:schemeClr val="accent6"/>
              </a:solidFill>
              <a:ln w="7704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US" dirty="0">
                  <a:latin typeface="Times New Roman" panose="02020603050405020304" pitchFamily="18" charset="0"/>
                  <a:cs typeface="Times New Roman" pitchFamily="18" charset="0"/>
                </a:endParaRPr>
              </a:p>
            </p:txBody>
          </p:sp>
          <p:sp>
            <p:nvSpPr>
              <p:cNvPr id="49" name="Freeform: Shape 12">
                <a:extLst>
                  <a:ext uri="{FF2B5EF4-FFF2-40B4-BE49-F238E27FC236}">
                    <a16:creationId xmlns:a16="http://schemas.microsoft.com/office/drawing/2014/main" id="{09C432BF-83BF-44C7-8A68-9B35111165C4}"/>
                  </a:ext>
                </a:extLst>
              </p:cNvPr>
              <p:cNvSpPr/>
              <p:nvPr/>
            </p:nvSpPr>
            <p:spPr>
              <a:xfrm>
                <a:off x="5957386" y="2926705"/>
                <a:ext cx="37550" cy="2567886"/>
              </a:xfrm>
              <a:custGeom>
                <a:avLst/>
                <a:gdLst>
                  <a:gd name="connsiteX0" fmla="*/ 0 w 100173"/>
                  <a:gd name="connsiteY0" fmla="*/ 6854918 h 6850294"/>
                  <a:gd name="connsiteX1" fmla="*/ 0 w 100173"/>
                  <a:gd name="connsiteY1" fmla="*/ 0 h 6850294"/>
                  <a:gd name="connsiteX2" fmla="*/ 103255 w 100173"/>
                  <a:gd name="connsiteY2" fmla="*/ 0 h 6850294"/>
                  <a:gd name="connsiteX3" fmla="*/ 103255 w 100173"/>
                  <a:gd name="connsiteY3" fmla="*/ 6854918 h 6850294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</a:cxnLst>
                <a:rect l="l" t="t" r="r" b="b"/>
                <a:pathLst>
                  <a:path w="100173" h="6850294">
                    <a:moveTo>
                      <a:pt x="0" y="6854918"/>
                    </a:moveTo>
                    <a:cubicBezTo>
                      <a:pt x="0" y="4570202"/>
                      <a:pt x="0" y="2286257"/>
                      <a:pt x="0" y="0"/>
                    </a:cubicBezTo>
                    <a:cubicBezTo>
                      <a:pt x="34675" y="0"/>
                      <a:pt x="67809" y="0"/>
                      <a:pt x="103255" y="0"/>
                    </a:cubicBezTo>
                    <a:cubicBezTo>
                      <a:pt x="103255" y="2283945"/>
                      <a:pt x="103255" y="4567891"/>
                      <a:pt x="103255" y="6854918"/>
                    </a:cubicBezTo>
                  </a:path>
                </a:pathLst>
              </a:custGeom>
              <a:solidFill>
                <a:schemeClr val="accent6"/>
              </a:solidFill>
              <a:ln w="7704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US" dirty="0">
                  <a:latin typeface="Times New Roman" panose="02020603050405020304" pitchFamily="18" charset="0"/>
                  <a:cs typeface="Times New Roman" pitchFamily="18" charset="0"/>
                </a:endParaRPr>
              </a:p>
            </p:txBody>
          </p:sp>
          <p:sp>
            <p:nvSpPr>
              <p:cNvPr id="50" name="Freeform: Shape 13">
                <a:extLst>
                  <a:ext uri="{FF2B5EF4-FFF2-40B4-BE49-F238E27FC236}">
                    <a16:creationId xmlns:a16="http://schemas.microsoft.com/office/drawing/2014/main" id="{4D5F14F6-BD9C-4471-B822-35693E0ECCEE}"/>
                  </a:ext>
                </a:extLst>
              </p:cNvPr>
              <p:cNvSpPr/>
              <p:nvPr/>
            </p:nvSpPr>
            <p:spPr>
              <a:xfrm>
                <a:off x="6024689" y="2926127"/>
                <a:ext cx="37550" cy="2567886"/>
              </a:xfrm>
              <a:custGeom>
                <a:avLst/>
                <a:gdLst>
                  <a:gd name="connsiteX0" fmla="*/ 0 w 100173"/>
                  <a:gd name="connsiteY0" fmla="*/ 6857230 h 6850294"/>
                  <a:gd name="connsiteX1" fmla="*/ 0 w 100173"/>
                  <a:gd name="connsiteY1" fmla="*/ 0 h 6850294"/>
                  <a:gd name="connsiteX2" fmla="*/ 52398 w 100173"/>
                  <a:gd name="connsiteY2" fmla="*/ 0 h 6850294"/>
                  <a:gd name="connsiteX3" fmla="*/ 103255 w 100173"/>
                  <a:gd name="connsiteY3" fmla="*/ 0 h 6850294"/>
                  <a:gd name="connsiteX4" fmla="*/ 103255 w 100173"/>
                  <a:gd name="connsiteY4" fmla="*/ 6857230 h 6850294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</a:cxnLst>
                <a:rect l="l" t="t" r="r" b="b"/>
                <a:pathLst>
                  <a:path w="100173" h="6850294">
                    <a:moveTo>
                      <a:pt x="0" y="6857230"/>
                    </a:moveTo>
                    <a:cubicBezTo>
                      <a:pt x="0" y="4572514"/>
                      <a:pt x="0" y="2288569"/>
                      <a:pt x="0" y="0"/>
                    </a:cubicBezTo>
                    <a:cubicBezTo>
                      <a:pt x="17723" y="0"/>
                      <a:pt x="34675" y="0"/>
                      <a:pt x="52398" y="0"/>
                    </a:cubicBezTo>
                    <a:cubicBezTo>
                      <a:pt x="68580" y="0"/>
                      <a:pt x="84762" y="0"/>
                      <a:pt x="103255" y="0"/>
                    </a:cubicBezTo>
                    <a:cubicBezTo>
                      <a:pt x="103255" y="2287798"/>
                      <a:pt x="103255" y="4571743"/>
                      <a:pt x="103255" y="6857230"/>
                    </a:cubicBezTo>
                  </a:path>
                </a:pathLst>
              </a:custGeom>
              <a:solidFill>
                <a:schemeClr val="accent6"/>
              </a:solidFill>
              <a:ln w="7704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US" dirty="0">
                  <a:latin typeface="Times New Roman" panose="02020603050405020304" pitchFamily="18" charset="0"/>
                  <a:cs typeface="Times New Roman" pitchFamily="18" charset="0"/>
                </a:endParaRPr>
              </a:p>
            </p:txBody>
          </p:sp>
          <p:sp>
            <p:nvSpPr>
              <p:cNvPr id="51" name="Freeform: Shape 14">
                <a:extLst>
                  <a:ext uri="{FF2B5EF4-FFF2-40B4-BE49-F238E27FC236}">
                    <a16:creationId xmlns:a16="http://schemas.microsoft.com/office/drawing/2014/main" id="{35B6ED53-E8E4-4DE2-BE76-D07542427D91}"/>
                  </a:ext>
                </a:extLst>
              </p:cNvPr>
              <p:cNvSpPr/>
              <p:nvPr/>
            </p:nvSpPr>
            <p:spPr>
              <a:xfrm>
                <a:off x="5890084" y="2926994"/>
                <a:ext cx="37550" cy="2394576"/>
              </a:xfrm>
              <a:custGeom>
                <a:avLst/>
                <a:gdLst>
                  <a:gd name="connsiteX0" fmla="*/ 0 w 100173"/>
                  <a:gd name="connsiteY0" fmla="*/ 6392581 h 6387957"/>
                  <a:gd name="connsiteX1" fmla="*/ 0 w 100173"/>
                  <a:gd name="connsiteY1" fmla="*/ 0 h 6387957"/>
                  <a:gd name="connsiteX2" fmla="*/ 101714 w 100173"/>
                  <a:gd name="connsiteY2" fmla="*/ 0 h 6387957"/>
                  <a:gd name="connsiteX3" fmla="*/ 101714 w 100173"/>
                  <a:gd name="connsiteY3" fmla="*/ 6392581 h 6387957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</a:cxnLst>
                <a:rect l="l" t="t" r="r" b="b"/>
                <a:pathLst>
                  <a:path w="100173" h="6387957">
                    <a:moveTo>
                      <a:pt x="0" y="6392581"/>
                    </a:moveTo>
                    <a:cubicBezTo>
                      <a:pt x="0" y="4262748"/>
                      <a:pt x="0" y="2132145"/>
                      <a:pt x="0" y="0"/>
                    </a:cubicBezTo>
                    <a:cubicBezTo>
                      <a:pt x="33904" y="0"/>
                      <a:pt x="67039" y="0"/>
                      <a:pt x="101714" y="0"/>
                    </a:cubicBezTo>
                    <a:cubicBezTo>
                      <a:pt x="101714" y="2130603"/>
                      <a:pt x="101714" y="4260437"/>
                      <a:pt x="101714" y="6392581"/>
                    </a:cubicBezTo>
                  </a:path>
                </a:pathLst>
              </a:custGeom>
              <a:solidFill>
                <a:schemeClr val="accent6"/>
              </a:solidFill>
              <a:ln w="7704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US" dirty="0">
                  <a:latin typeface="Times New Roman" panose="02020603050405020304" pitchFamily="18" charset="0"/>
                  <a:cs typeface="Times New Roman" pitchFamily="18" charset="0"/>
                </a:endParaRPr>
              </a:p>
            </p:txBody>
          </p:sp>
          <p:sp>
            <p:nvSpPr>
              <p:cNvPr id="52" name="Freeform: Shape 15">
                <a:extLst>
                  <a:ext uri="{FF2B5EF4-FFF2-40B4-BE49-F238E27FC236}">
                    <a16:creationId xmlns:a16="http://schemas.microsoft.com/office/drawing/2014/main" id="{A8A97A24-DC2C-49EC-B707-A0A7A527B0A9}"/>
                  </a:ext>
                </a:extLst>
              </p:cNvPr>
              <p:cNvSpPr/>
              <p:nvPr/>
            </p:nvSpPr>
            <p:spPr>
              <a:xfrm>
                <a:off x="6091991" y="2926994"/>
                <a:ext cx="37550" cy="2394576"/>
              </a:xfrm>
              <a:custGeom>
                <a:avLst/>
                <a:gdLst>
                  <a:gd name="connsiteX0" fmla="*/ 0 w 100173"/>
                  <a:gd name="connsiteY0" fmla="*/ 6393351 h 6387957"/>
                  <a:gd name="connsiteX1" fmla="*/ 0 w 100173"/>
                  <a:gd name="connsiteY1" fmla="*/ 0 h 6387957"/>
                  <a:gd name="connsiteX2" fmla="*/ 103255 w 100173"/>
                  <a:gd name="connsiteY2" fmla="*/ 0 h 6387957"/>
                  <a:gd name="connsiteX3" fmla="*/ 103255 w 100173"/>
                  <a:gd name="connsiteY3" fmla="*/ 6393351 h 6387957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</a:cxnLst>
                <a:rect l="l" t="t" r="r" b="b"/>
                <a:pathLst>
                  <a:path w="100173" h="6387957">
                    <a:moveTo>
                      <a:pt x="0" y="6393351"/>
                    </a:moveTo>
                    <a:cubicBezTo>
                      <a:pt x="0" y="4261978"/>
                      <a:pt x="0" y="2132915"/>
                      <a:pt x="0" y="0"/>
                    </a:cubicBezTo>
                    <a:cubicBezTo>
                      <a:pt x="34675" y="0"/>
                      <a:pt x="67809" y="0"/>
                      <a:pt x="103255" y="0"/>
                    </a:cubicBezTo>
                    <a:cubicBezTo>
                      <a:pt x="103255" y="2131374"/>
                      <a:pt x="103255" y="4261207"/>
                      <a:pt x="103255" y="6393351"/>
                    </a:cubicBezTo>
                  </a:path>
                </a:pathLst>
              </a:custGeom>
              <a:solidFill>
                <a:schemeClr val="accent6"/>
              </a:solidFill>
              <a:ln w="7704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US" dirty="0">
                  <a:latin typeface="Times New Roman" panose="02020603050405020304" pitchFamily="18" charset="0"/>
                  <a:cs typeface="Times New Roman" pitchFamily="18" charset="0"/>
                </a:endParaRPr>
              </a:p>
            </p:txBody>
          </p:sp>
          <p:sp>
            <p:nvSpPr>
              <p:cNvPr id="53" name="Freeform: Shape 16">
                <a:extLst>
                  <a:ext uri="{FF2B5EF4-FFF2-40B4-BE49-F238E27FC236}">
                    <a16:creationId xmlns:a16="http://schemas.microsoft.com/office/drawing/2014/main" id="{4ED0FC69-47AA-4FC9-8D08-3147EA5A1734}"/>
                  </a:ext>
                </a:extLst>
              </p:cNvPr>
              <p:cNvSpPr/>
              <p:nvPr/>
            </p:nvSpPr>
            <p:spPr>
              <a:xfrm>
                <a:off x="7139759" y="2926994"/>
                <a:ext cx="109764" cy="2394576"/>
              </a:xfrm>
              <a:custGeom>
                <a:avLst/>
                <a:gdLst>
                  <a:gd name="connsiteX0" fmla="*/ 0 w 292813"/>
                  <a:gd name="connsiteY0" fmla="*/ 6393351 h 6387957"/>
                  <a:gd name="connsiteX1" fmla="*/ 0 w 292813"/>
                  <a:gd name="connsiteY1" fmla="*/ 0 h 6387957"/>
                  <a:gd name="connsiteX2" fmla="*/ 295125 w 292813"/>
                  <a:gd name="connsiteY2" fmla="*/ 0 h 6387957"/>
                  <a:gd name="connsiteX3" fmla="*/ 295125 w 292813"/>
                  <a:gd name="connsiteY3" fmla="*/ 6393351 h 6387957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</a:cxnLst>
                <a:rect l="l" t="t" r="r" b="b"/>
                <a:pathLst>
                  <a:path w="292813" h="6387957">
                    <a:moveTo>
                      <a:pt x="0" y="6393351"/>
                    </a:moveTo>
                    <a:cubicBezTo>
                      <a:pt x="0" y="4261207"/>
                      <a:pt x="0" y="2131374"/>
                      <a:pt x="0" y="0"/>
                    </a:cubicBezTo>
                    <a:cubicBezTo>
                      <a:pt x="99403" y="0"/>
                      <a:pt x="196493" y="0"/>
                      <a:pt x="295125" y="0"/>
                    </a:cubicBezTo>
                    <a:cubicBezTo>
                      <a:pt x="295125" y="2132145"/>
                      <a:pt x="295125" y="4261207"/>
                      <a:pt x="295125" y="6393351"/>
                    </a:cubicBezTo>
                  </a:path>
                </a:pathLst>
              </a:custGeom>
              <a:solidFill>
                <a:schemeClr val="accent2"/>
              </a:solidFill>
              <a:ln w="7704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US" dirty="0">
                  <a:latin typeface="Times New Roman" panose="02020603050405020304" pitchFamily="18" charset="0"/>
                  <a:cs typeface="Times New Roman" pitchFamily="18" charset="0"/>
                </a:endParaRPr>
              </a:p>
            </p:txBody>
          </p:sp>
          <p:sp>
            <p:nvSpPr>
              <p:cNvPr id="54" name="Freeform: Shape 17">
                <a:extLst>
                  <a:ext uri="{FF2B5EF4-FFF2-40B4-BE49-F238E27FC236}">
                    <a16:creationId xmlns:a16="http://schemas.microsoft.com/office/drawing/2014/main" id="{2757EAE5-8C6A-452C-9A4B-7A71BBF68BB8}"/>
                  </a:ext>
                </a:extLst>
              </p:cNvPr>
              <p:cNvSpPr/>
              <p:nvPr/>
            </p:nvSpPr>
            <p:spPr>
              <a:xfrm>
                <a:off x="7280788" y="2926994"/>
                <a:ext cx="37550" cy="2394576"/>
              </a:xfrm>
              <a:custGeom>
                <a:avLst/>
                <a:gdLst>
                  <a:gd name="connsiteX0" fmla="*/ 0 w 100173"/>
                  <a:gd name="connsiteY0" fmla="*/ 6392581 h 6387957"/>
                  <a:gd name="connsiteX1" fmla="*/ 0 w 100173"/>
                  <a:gd name="connsiteY1" fmla="*/ 0 h 6387957"/>
                  <a:gd name="connsiteX2" fmla="*/ 103255 w 100173"/>
                  <a:gd name="connsiteY2" fmla="*/ 0 h 6387957"/>
                  <a:gd name="connsiteX3" fmla="*/ 103255 w 100173"/>
                  <a:gd name="connsiteY3" fmla="*/ 6392581 h 6387957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</a:cxnLst>
                <a:rect l="l" t="t" r="r" b="b"/>
                <a:pathLst>
                  <a:path w="100173" h="6387957">
                    <a:moveTo>
                      <a:pt x="0" y="6392581"/>
                    </a:moveTo>
                    <a:cubicBezTo>
                      <a:pt x="0" y="4261207"/>
                      <a:pt x="0" y="2131374"/>
                      <a:pt x="0" y="0"/>
                    </a:cubicBezTo>
                    <a:cubicBezTo>
                      <a:pt x="34675" y="0"/>
                      <a:pt x="67809" y="0"/>
                      <a:pt x="103255" y="0"/>
                    </a:cubicBezTo>
                    <a:cubicBezTo>
                      <a:pt x="103255" y="2130603"/>
                      <a:pt x="103255" y="4260437"/>
                      <a:pt x="103255" y="6392581"/>
                    </a:cubicBezTo>
                  </a:path>
                </a:pathLst>
              </a:custGeom>
              <a:solidFill>
                <a:schemeClr val="accent2"/>
              </a:solidFill>
              <a:ln w="7704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US" dirty="0">
                  <a:latin typeface="Times New Roman" panose="02020603050405020304" pitchFamily="18" charset="0"/>
                  <a:cs typeface="Times New Roman" pitchFamily="18" charset="0"/>
                </a:endParaRPr>
              </a:p>
            </p:txBody>
          </p:sp>
          <p:sp>
            <p:nvSpPr>
              <p:cNvPr id="55" name="Freeform: Shape 18">
                <a:extLst>
                  <a:ext uri="{FF2B5EF4-FFF2-40B4-BE49-F238E27FC236}">
                    <a16:creationId xmlns:a16="http://schemas.microsoft.com/office/drawing/2014/main" id="{9A398514-6CBA-493F-8416-AE84CB3E34D9}"/>
                  </a:ext>
                </a:extLst>
              </p:cNvPr>
              <p:cNvSpPr/>
              <p:nvPr/>
            </p:nvSpPr>
            <p:spPr>
              <a:xfrm>
                <a:off x="7349773" y="2926994"/>
                <a:ext cx="109764" cy="2394576"/>
              </a:xfrm>
              <a:custGeom>
                <a:avLst/>
                <a:gdLst>
                  <a:gd name="connsiteX0" fmla="*/ 0 w 292813"/>
                  <a:gd name="connsiteY0" fmla="*/ 6393351 h 6387957"/>
                  <a:gd name="connsiteX1" fmla="*/ 0 w 292813"/>
                  <a:gd name="connsiteY1" fmla="*/ 0 h 6387957"/>
                  <a:gd name="connsiteX2" fmla="*/ 295125 w 292813"/>
                  <a:gd name="connsiteY2" fmla="*/ 0 h 6387957"/>
                  <a:gd name="connsiteX3" fmla="*/ 295125 w 292813"/>
                  <a:gd name="connsiteY3" fmla="*/ 6393351 h 6387957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</a:cxnLst>
                <a:rect l="l" t="t" r="r" b="b"/>
                <a:pathLst>
                  <a:path w="292813" h="6387957">
                    <a:moveTo>
                      <a:pt x="0" y="6393351"/>
                    </a:moveTo>
                    <a:cubicBezTo>
                      <a:pt x="0" y="4261207"/>
                      <a:pt x="0" y="2132145"/>
                      <a:pt x="0" y="0"/>
                    </a:cubicBezTo>
                    <a:cubicBezTo>
                      <a:pt x="99402" y="0"/>
                      <a:pt x="195722" y="0"/>
                      <a:pt x="295125" y="0"/>
                    </a:cubicBezTo>
                    <a:cubicBezTo>
                      <a:pt x="295125" y="2132145"/>
                      <a:pt x="295125" y="4261207"/>
                      <a:pt x="295125" y="6393351"/>
                    </a:cubicBezTo>
                  </a:path>
                </a:pathLst>
              </a:custGeom>
              <a:solidFill>
                <a:schemeClr val="accent1"/>
              </a:solidFill>
              <a:ln w="7704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US" dirty="0">
                  <a:latin typeface="Times New Roman" panose="02020603050405020304" pitchFamily="18" charset="0"/>
                  <a:cs typeface="Times New Roman" pitchFamily="18" charset="0"/>
                </a:endParaRPr>
              </a:p>
            </p:txBody>
          </p:sp>
          <p:sp>
            <p:nvSpPr>
              <p:cNvPr id="56" name="Freeform: Shape 19">
                <a:extLst>
                  <a:ext uri="{FF2B5EF4-FFF2-40B4-BE49-F238E27FC236}">
                    <a16:creationId xmlns:a16="http://schemas.microsoft.com/office/drawing/2014/main" id="{248BDF24-2CD8-4F98-A671-38A09AFC3B84}"/>
                  </a:ext>
                </a:extLst>
              </p:cNvPr>
              <p:cNvSpPr/>
              <p:nvPr/>
            </p:nvSpPr>
            <p:spPr>
              <a:xfrm>
                <a:off x="7548511" y="2927282"/>
                <a:ext cx="41911" cy="2569908"/>
              </a:xfrm>
              <a:custGeom>
                <a:avLst/>
                <a:gdLst>
                  <a:gd name="connsiteX0" fmla="*/ 0 w 115584"/>
                  <a:gd name="connsiteY0" fmla="*/ 6753975 h 6850294"/>
                  <a:gd name="connsiteX1" fmla="*/ 13099 w 115584"/>
                  <a:gd name="connsiteY1" fmla="*/ 0 h 6850294"/>
                  <a:gd name="connsiteX2" fmla="*/ 118666 w 115584"/>
                  <a:gd name="connsiteY2" fmla="*/ 0 h 6850294"/>
                  <a:gd name="connsiteX3" fmla="*/ 118666 w 115584"/>
                  <a:gd name="connsiteY3" fmla="*/ 6855688 h 6850294"/>
                  <a:gd name="connsiteX0" fmla="*/ 0 w 111805"/>
                  <a:gd name="connsiteY0" fmla="*/ 6836322 h 6855688"/>
                  <a:gd name="connsiteX1" fmla="*/ 6237 w 111805"/>
                  <a:gd name="connsiteY1" fmla="*/ 0 h 6855688"/>
                  <a:gd name="connsiteX2" fmla="*/ 111804 w 111805"/>
                  <a:gd name="connsiteY2" fmla="*/ 0 h 6855688"/>
                  <a:gd name="connsiteX3" fmla="*/ 111804 w 111805"/>
                  <a:gd name="connsiteY3" fmla="*/ 6855688 h 6855688"/>
                  <a:gd name="connsiteX0" fmla="*/ 0 w 111804"/>
                  <a:gd name="connsiteY0" fmla="*/ 6853478 h 6855688"/>
                  <a:gd name="connsiteX1" fmla="*/ 6237 w 111804"/>
                  <a:gd name="connsiteY1" fmla="*/ 0 h 6855688"/>
                  <a:gd name="connsiteX2" fmla="*/ 111804 w 111804"/>
                  <a:gd name="connsiteY2" fmla="*/ 0 h 6855688"/>
                  <a:gd name="connsiteX3" fmla="*/ 111804 w 111804"/>
                  <a:gd name="connsiteY3" fmla="*/ 6855688 h 6855688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</a:cxnLst>
                <a:rect l="l" t="t" r="r" b="b"/>
                <a:pathLst>
                  <a:path w="111804" h="6855688">
                    <a:moveTo>
                      <a:pt x="0" y="6853478"/>
                    </a:moveTo>
                    <a:cubicBezTo>
                      <a:pt x="14640" y="4603437"/>
                      <a:pt x="3155" y="2253123"/>
                      <a:pt x="6237" y="0"/>
                    </a:cubicBezTo>
                    <a:lnTo>
                      <a:pt x="111804" y="0"/>
                    </a:lnTo>
                    <a:lnTo>
                      <a:pt x="111804" y="6855688"/>
                    </a:lnTo>
                  </a:path>
                </a:pathLst>
              </a:custGeom>
              <a:solidFill>
                <a:schemeClr val="accent1"/>
              </a:solidFill>
              <a:ln w="7704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US" dirty="0">
                  <a:latin typeface="Times New Roman" panose="02020603050405020304" pitchFamily="18" charset="0"/>
                  <a:cs typeface="Times New Roman" pitchFamily="18" charset="0"/>
                </a:endParaRPr>
              </a:p>
            </p:txBody>
          </p:sp>
          <p:sp>
            <p:nvSpPr>
              <p:cNvPr id="57" name="Freeform: Shape 20">
                <a:extLst>
                  <a:ext uri="{FF2B5EF4-FFF2-40B4-BE49-F238E27FC236}">
                    <a16:creationId xmlns:a16="http://schemas.microsoft.com/office/drawing/2014/main" id="{7984C3E4-7628-40C8-85CA-E19FCBCEF3F1}"/>
                  </a:ext>
                </a:extLst>
              </p:cNvPr>
              <p:cNvSpPr/>
              <p:nvPr/>
            </p:nvSpPr>
            <p:spPr>
              <a:xfrm>
                <a:off x="7485249" y="2926994"/>
                <a:ext cx="37550" cy="2394576"/>
              </a:xfrm>
              <a:custGeom>
                <a:avLst/>
                <a:gdLst>
                  <a:gd name="connsiteX0" fmla="*/ 0 w 100173"/>
                  <a:gd name="connsiteY0" fmla="*/ 6392581 h 6387957"/>
                  <a:gd name="connsiteX1" fmla="*/ 0 w 100173"/>
                  <a:gd name="connsiteY1" fmla="*/ 0 h 6387957"/>
                  <a:gd name="connsiteX2" fmla="*/ 103255 w 100173"/>
                  <a:gd name="connsiteY2" fmla="*/ 0 h 6387957"/>
                  <a:gd name="connsiteX3" fmla="*/ 103255 w 100173"/>
                  <a:gd name="connsiteY3" fmla="*/ 6392581 h 6387957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</a:cxnLst>
                <a:rect l="l" t="t" r="r" b="b"/>
                <a:pathLst>
                  <a:path w="100173" h="6387957">
                    <a:moveTo>
                      <a:pt x="0" y="6392581"/>
                    </a:moveTo>
                    <a:cubicBezTo>
                      <a:pt x="0" y="4261207"/>
                      <a:pt x="0" y="2131374"/>
                      <a:pt x="0" y="0"/>
                    </a:cubicBezTo>
                    <a:cubicBezTo>
                      <a:pt x="34675" y="0"/>
                      <a:pt x="67809" y="0"/>
                      <a:pt x="103255" y="0"/>
                    </a:cubicBezTo>
                    <a:cubicBezTo>
                      <a:pt x="103255" y="2130603"/>
                      <a:pt x="103255" y="4260437"/>
                      <a:pt x="103255" y="6392581"/>
                    </a:cubicBezTo>
                  </a:path>
                </a:pathLst>
              </a:custGeom>
              <a:solidFill>
                <a:schemeClr val="accent1"/>
              </a:solidFill>
              <a:ln w="7704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US" dirty="0">
                  <a:latin typeface="Times New Roman" panose="02020603050405020304" pitchFamily="18" charset="0"/>
                  <a:cs typeface="Times New Roman" pitchFamily="18" charset="0"/>
                </a:endParaRPr>
              </a:p>
            </p:txBody>
          </p:sp>
          <p:sp>
            <p:nvSpPr>
              <p:cNvPr id="58" name="Freeform: Shape 21">
                <a:extLst>
                  <a:ext uri="{FF2B5EF4-FFF2-40B4-BE49-F238E27FC236}">
                    <a16:creationId xmlns:a16="http://schemas.microsoft.com/office/drawing/2014/main" id="{8C53762C-C9DB-488B-A6C3-D2EF997D4824}"/>
                  </a:ext>
                </a:extLst>
              </p:cNvPr>
              <p:cNvSpPr/>
              <p:nvPr/>
            </p:nvSpPr>
            <p:spPr>
              <a:xfrm>
                <a:off x="7616134" y="2926994"/>
                <a:ext cx="28885" cy="2567886"/>
              </a:xfrm>
              <a:custGeom>
                <a:avLst/>
                <a:gdLst>
                  <a:gd name="connsiteX0" fmla="*/ 0 w 77056"/>
                  <a:gd name="connsiteY0" fmla="*/ 6854918 h 6850294"/>
                  <a:gd name="connsiteX1" fmla="*/ 0 w 77056"/>
                  <a:gd name="connsiteY1" fmla="*/ 0 h 6850294"/>
                  <a:gd name="connsiteX2" fmla="*/ 78597 w 77056"/>
                  <a:gd name="connsiteY2" fmla="*/ 0 h 6850294"/>
                  <a:gd name="connsiteX3" fmla="*/ 78597 w 77056"/>
                  <a:gd name="connsiteY3" fmla="*/ 6854918 h 6850294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</a:cxnLst>
                <a:rect l="l" t="t" r="r" b="b"/>
                <a:pathLst>
                  <a:path w="77056" h="6850294">
                    <a:moveTo>
                      <a:pt x="0" y="6854918"/>
                    </a:moveTo>
                    <a:cubicBezTo>
                      <a:pt x="0" y="4570202"/>
                      <a:pt x="0" y="2286257"/>
                      <a:pt x="0" y="0"/>
                    </a:cubicBezTo>
                    <a:cubicBezTo>
                      <a:pt x="25428" y="0"/>
                      <a:pt x="50087" y="0"/>
                      <a:pt x="78597" y="0"/>
                    </a:cubicBezTo>
                    <a:cubicBezTo>
                      <a:pt x="78597" y="2283175"/>
                      <a:pt x="78597" y="4566350"/>
                      <a:pt x="78597" y="6854918"/>
                    </a:cubicBezTo>
                  </a:path>
                </a:pathLst>
              </a:custGeom>
              <a:solidFill>
                <a:schemeClr val="accent1"/>
              </a:solidFill>
              <a:ln w="7704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US" dirty="0">
                  <a:latin typeface="Times New Roman" panose="02020603050405020304" pitchFamily="18" charset="0"/>
                  <a:cs typeface="Times New Roman" pitchFamily="18" charset="0"/>
                </a:endParaRPr>
              </a:p>
            </p:txBody>
          </p:sp>
          <p:sp>
            <p:nvSpPr>
              <p:cNvPr id="59" name="Freeform: Shape 22">
                <a:extLst>
                  <a:ext uri="{FF2B5EF4-FFF2-40B4-BE49-F238E27FC236}">
                    <a16:creationId xmlns:a16="http://schemas.microsoft.com/office/drawing/2014/main" id="{1A8ED041-2586-48E4-ACBE-6C2ED338E966}"/>
                  </a:ext>
                </a:extLst>
              </p:cNvPr>
              <p:cNvSpPr/>
              <p:nvPr/>
            </p:nvSpPr>
            <p:spPr>
              <a:xfrm>
                <a:off x="6838507" y="2926994"/>
                <a:ext cx="109764" cy="2394576"/>
              </a:xfrm>
              <a:custGeom>
                <a:avLst/>
                <a:gdLst>
                  <a:gd name="connsiteX0" fmla="*/ 0 w 292813"/>
                  <a:gd name="connsiteY0" fmla="*/ 6393351 h 6387957"/>
                  <a:gd name="connsiteX1" fmla="*/ 0 w 292813"/>
                  <a:gd name="connsiteY1" fmla="*/ 0 h 6387957"/>
                  <a:gd name="connsiteX2" fmla="*/ 295125 w 292813"/>
                  <a:gd name="connsiteY2" fmla="*/ 0 h 6387957"/>
                  <a:gd name="connsiteX3" fmla="*/ 295125 w 292813"/>
                  <a:gd name="connsiteY3" fmla="*/ 6393351 h 6387957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</a:cxnLst>
                <a:rect l="l" t="t" r="r" b="b"/>
                <a:pathLst>
                  <a:path w="292813" h="6387957">
                    <a:moveTo>
                      <a:pt x="0" y="6393351"/>
                    </a:moveTo>
                    <a:cubicBezTo>
                      <a:pt x="0" y="4261207"/>
                      <a:pt x="0" y="2131374"/>
                      <a:pt x="0" y="0"/>
                    </a:cubicBezTo>
                    <a:cubicBezTo>
                      <a:pt x="99403" y="0"/>
                      <a:pt x="196493" y="0"/>
                      <a:pt x="295125" y="0"/>
                    </a:cubicBezTo>
                    <a:cubicBezTo>
                      <a:pt x="295125" y="2132145"/>
                      <a:pt x="295125" y="4261207"/>
                      <a:pt x="295125" y="6393351"/>
                    </a:cubicBezTo>
                  </a:path>
                </a:pathLst>
              </a:custGeom>
              <a:solidFill>
                <a:schemeClr val="accent3"/>
              </a:solidFill>
              <a:ln w="7704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US" dirty="0">
                  <a:latin typeface="Times New Roman" panose="02020603050405020304" pitchFamily="18" charset="0"/>
                  <a:cs typeface="Times New Roman" pitchFamily="18" charset="0"/>
                </a:endParaRPr>
              </a:p>
            </p:txBody>
          </p:sp>
          <p:sp>
            <p:nvSpPr>
              <p:cNvPr id="60" name="Freeform: Shape 23">
                <a:extLst>
                  <a:ext uri="{FF2B5EF4-FFF2-40B4-BE49-F238E27FC236}">
                    <a16:creationId xmlns:a16="http://schemas.microsoft.com/office/drawing/2014/main" id="{E2E2C08D-AFC1-4D38-B19D-ECAA791E7E03}"/>
                  </a:ext>
                </a:extLst>
              </p:cNvPr>
              <p:cNvSpPr/>
              <p:nvPr/>
            </p:nvSpPr>
            <p:spPr>
              <a:xfrm>
                <a:off x="6980994" y="2927282"/>
                <a:ext cx="37550" cy="2394576"/>
              </a:xfrm>
              <a:custGeom>
                <a:avLst/>
                <a:gdLst>
                  <a:gd name="connsiteX0" fmla="*/ 0 w 100173"/>
                  <a:gd name="connsiteY0" fmla="*/ 6392581 h 6387957"/>
                  <a:gd name="connsiteX1" fmla="*/ 0 w 100173"/>
                  <a:gd name="connsiteY1" fmla="*/ 0 h 6387957"/>
                  <a:gd name="connsiteX2" fmla="*/ 103255 w 100173"/>
                  <a:gd name="connsiteY2" fmla="*/ 0 h 6387957"/>
                  <a:gd name="connsiteX3" fmla="*/ 103255 w 100173"/>
                  <a:gd name="connsiteY3" fmla="*/ 6392581 h 6387957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</a:cxnLst>
                <a:rect l="l" t="t" r="r" b="b"/>
                <a:pathLst>
                  <a:path w="100173" h="6387957">
                    <a:moveTo>
                      <a:pt x="0" y="6392581"/>
                    </a:moveTo>
                    <a:cubicBezTo>
                      <a:pt x="0" y="4261978"/>
                      <a:pt x="0" y="2132145"/>
                      <a:pt x="0" y="0"/>
                    </a:cubicBezTo>
                    <a:cubicBezTo>
                      <a:pt x="33904" y="0"/>
                      <a:pt x="67809" y="0"/>
                      <a:pt x="103255" y="0"/>
                    </a:cubicBezTo>
                    <a:cubicBezTo>
                      <a:pt x="103255" y="2130603"/>
                      <a:pt x="103255" y="4258895"/>
                      <a:pt x="103255" y="6392581"/>
                    </a:cubicBezTo>
                  </a:path>
                </a:pathLst>
              </a:custGeom>
              <a:solidFill>
                <a:schemeClr val="accent3"/>
              </a:solidFill>
              <a:ln w="7704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US" dirty="0">
                  <a:latin typeface="Times New Roman" panose="02020603050405020304" pitchFamily="18" charset="0"/>
                  <a:cs typeface="Times New Roman" pitchFamily="18" charset="0"/>
                </a:endParaRPr>
              </a:p>
            </p:txBody>
          </p:sp>
          <p:sp>
            <p:nvSpPr>
              <p:cNvPr id="61" name="Freeform: Shape 24">
                <a:extLst>
                  <a:ext uri="{FF2B5EF4-FFF2-40B4-BE49-F238E27FC236}">
                    <a16:creationId xmlns:a16="http://schemas.microsoft.com/office/drawing/2014/main" id="{53B015E2-EB41-454F-B249-A3924B2C56A7}"/>
                  </a:ext>
                </a:extLst>
              </p:cNvPr>
              <p:cNvSpPr/>
              <p:nvPr/>
            </p:nvSpPr>
            <p:spPr>
              <a:xfrm>
                <a:off x="7065051" y="2926994"/>
                <a:ext cx="37550" cy="2394576"/>
              </a:xfrm>
              <a:custGeom>
                <a:avLst/>
                <a:gdLst>
                  <a:gd name="connsiteX0" fmla="*/ 0 w 100173"/>
                  <a:gd name="connsiteY0" fmla="*/ 6392581 h 6387957"/>
                  <a:gd name="connsiteX1" fmla="*/ 0 w 100173"/>
                  <a:gd name="connsiteY1" fmla="*/ 0 h 6387957"/>
                  <a:gd name="connsiteX2" fmla="*/ 103255 w 100173"/>
                  <a:gd name="connsiteY2" fmla="*/ 0 h 6387957"/>
                  <a:gd name="connsiteX3" fmla="*/ 103255 w 100173"/>
                  <a:gd name="connsiteY3" fmla="*/ 6392581 h 6387957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</a:cxnLst>
                <a:rect l="l" t="t" r="r" b="b"/>
                <a:pathLst>
                  <a:path w="100173" h="6387957">
                    <a:moveTo>
                      <a:pt x="0" y="6392581"/>
                    </a:moveTo>
                    <a:cubicBezTo>
                      <a:pt x="0" y="4261978"/>
                      <a:pt x="0" y="2132145"/>
                      <a:pt x="0" y="0"/>
                    </a:cubicBezTo>
                    <a:cubicBezTo>
                      <a:pt x="33904" y="0"/>
                      <a:pt x="67809" y="0"/>
                      <a:pt x="103255" y="0"/>
                    </a:cubicBezTo>
                    <a:cubicBezTo>
                      <a:pt x="103255" y="2130603"/>
                      <a:pt x="103255" y="4258895"/>
                      <a:pt x="103255" y="6392581"/>
                    </a:cubicBezTo>
                  </a:path>
                </a:pathLst>
              </a:custGeom>
              <a:solidFill>
                <a:schemeClr val="accent3"/>
              </a:solidFill>
              <a:ln w="7704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US" dirty="0">
                  <a:latin typeface="Times New Roman" panose="02020603050405020304" pitchFamily="18" charset="0"/>
                  <a:cs typeface="Times New Roman" pitchFamily="18" charset="0"/>
                </a:endParaRPr>
              </a:p>
            </p:txBody>
          </p:sp>
          <p:sp>
            <p:nvSpPr>
              <p:cNvPr id="62" name="Freeform: Shape 25">
                <a:extLst>
                  <a:ext uri="{FF2B5EF4-FFF2-40B4-BE49-F238E27FC236}">
                    <a16:creationId xmlns:a16="http://schemas.microsoft.com/office/drawing/2014/main" id="{018D5BE2-ED44-4289-8EFA-42F5721FBB85}"/>
                  </a:ext>
                </a:extLst>
              </p:cNvPr>
              <p:cNvSpPr/>
              <p:nvPr/>
            </p:nvSpPr>
            <p:spPr>
              <a:xfrm>
                <a:off x="6754449" y="2926127"/>
                <a:ext cx="37550" cy="2394576"/>
              </a:xfrm>
              <a:custGeom>
                <a:avLst/>
                <a:gdLst>
                  <a:gd name="connsiteX0" fmla="*/ 0 w 100173"/>
                  <a:gd name="connsiteY0" fmla="*/ 6392581 h 6387957"/>
                  <a:gd name="connsiteX1" fmla="*/ 0 w 100173"/>
                  <a:gd name="connsiteY1" fmla="*/ 0 h 6387957"/>
                  <a:gd name="connsiteX2" fmla="*/ 103255 w 100173"/>
                  <a:gd name="connsiteY2" fmla="*/ 0 h 6387957"/>
                  <a:gd name="connsiteX3" fmla="*/ 103255 w 100173"/>
                  <a:gd name="connsiteY3" fmla="*/ 6392581 h 6387957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</a:cxnLst>
                <a:rect l="l" t="t" r="r" b="b"/>
                <a:pathLst>
                  <a:path w="100173" h="6387957">
                    <a:moveTo>
                      <a:pt x="0" y="6392581"/>
                    </a:moveTo>
                    <a:cubicBezTo>
                      <a:pt x="0" y="4261978"/>
                      <a:pt x="0" y="2132145"/>
                      <a:pt x="0" y="0"/>
                    </a:cubicBezTo>
                    <a:cubicBezTo>
                      <a:pt x="33905" y="0"/>
                      <a:pt x="67810" y="0"/>
                      <a:pt x="103255" y="0"/>
                    </a:cubicBezTo>
                    <a:cubicBezTo>
                      <a:pt x="103255" y="2131374"/>
                      <a:pt x="103255" y="4260436"/>
                      <a:pt x="103255" y="6392581"/>
                    </a:cubicBezTo>
                  </a:path>
                </a:pathLst>
              </a:custGeom>
              <a:solidFill>
                <a:schemeClr val="accent3"/>
              </a:solidFill>
              <a:ln w="7704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US" dirty="0">
                  <a:latin typeface="Times New Roman" panose="02020603050405020304" pitchFamily="18" charset="0"/>
                  <a:cs typeface="Times New Roman" pitchFamily="18" charset="0"/>
                </a:endParaRPr>
              </a:p>
            </p:txBody>
          </p:sp>
          <p:sp>
            <p:nvSpPr>
              <p:cNvPr id="63" name="Freeform: Shape 26">
                <a:extLst>
                  <a:ext uri="{FF2B5EF4-FFF2-40B4-BE49-F238E27FC236}">
                    <a16:creationId xmlns:a16="http://schemas.microsoft.com/office/drawing/2014/main" id="{FEBA9FA3-A7E2-4C7A-A66C-36068833FD70}"/>
                  </a:ext>
                </a:extLst>
              </p:cNvPr>
              <p:cNvSpPr/>
              <p:nvPr/>
            </p:nvSpPr>
            <p:spPr>
              <a:xfrm>
                <a:off x="6334914" y="2927282"/>
                <a:ext cx="37550" cy="2394576"/>
              </a:xfrm>
              <a:custGeom>
                <a:avLst/>
                <a:gdLst>
                  <a:gd name="connsiteX0" fmla="*/ 0 w 100173"/>
                  <a:gd name="connsiteY0" fmla="*/ 6393351 h 6387957"/>
                  <a:gd name="connsiteX1" fmla="*/ 0 w 100173"/>
                  <a:gd name="connsiteY1" fmla="*/ 0 h 6387957"/>
                  <a:gd name="connsiteX2" fmla="*/ 103255 w 100173"/>
                  <a:gd name="connsiteY2" fmla="*/ 0 h 6387957"/>
                  <a:gd name="connsiteX3" fmla="*/ 103255 w 100173"/>
                  <a:gd name="connsiteY3" fmla="*/ 6393351 h 6387957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</a:cxnLst>
                <a:rect l="l" t="t" r="r" b="b"/>
                <a:pathLst>
                  <a:path w="100173" h="6387957">
                    <a:moveTo>
                      <a:pt x="0" y="6393351"/>
                    </a:moveTo>
                    <a:cubicBezTo>
                      <a:pt x="0" y="4262748"/>
                      <a:pt x="0" y="2132915"/>
                      <a:pt x="0" y="0"/>
                    </a:cubicBezTo>
                    <a:cubicBezTo>
                      <a:pt x="33904" y="0"/>
                      <a:pt x="67809" y="0"/>
                      <a:pt x="103255" y="0"/>
                    </a:cubicBezTo>
                    <a:cubicBezTo>
                      <a:pt x="103255" y="2131374"/>
                      <a:pt x="103255" y="4260436"/>
                      <a:pt x="103255" y="6393351"/>
                    </a:cubicBezTo>
                  </a:path>
                </a:pathLst>
              </a:custGeom>
              <a:solidFill>
                <a:schemeClr val="accent5"/>
              </a:solidFill>
              <a:ln w="7704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US" dirty="0">
                  <a:latin typeface="Times New Roman" panose="02020603050405020304" pitchFamily="18" charset="0"/>
                  <a:cs typeface="Times New Roman" pitchFamily="18" charset="0"/>
                </a:endParaRPr>
              </a:p>
            </p:txBody>
          </p:sp>
          <p:sp>
            <p:nvSpPr>
              <p:cNvPr id="64" name="Freeform: Shape 27">
                <a:extLst>
                  <a:ext uri="{FF2B5EF4-FFF2-40B4-BE49-F238E27FC236}">
                    <a16:creationId xmlns:a16="http://schemas.microsoft.com/office/drawing/2014/main" id="{DCE49181-A192-4FDD-8E4A-6CE1DB81A373}"/>
                  </a:ext>
                </a:extLst>
              </p:cNvPr>
              <p:cNvSpPr/>
              <p:nvPr/>
            </p:nvSpPr>
            <p:spPr>
              <a:xfrm>
                <a:off x="6159871" y="2926127"/>
                <a:ext cx="37550" cy="2397464"/>
              </a:xfrm>
              <a:custGeom>
                <a:avLst/>
                <a:gdLst>
                  <a:gd name="connsiteX0" fmla="*/ 0 w 100173"/>
                  <a:gd name="connsiteY0" fmla="*/ 6395663 h 6395662"/>
                  <a:gd name="connsiteX1" fmla="*/ 0 w 100173"/>
                  <a:gd name="connsiteY1" fmla="*/ 0 h 6395662"/>
                  <a:gd name="connsiteX2" fmla="*/ 52398 w 100173"/>
                  <a:gd name="connsiteY2" fmla="*/ 0 h 6395662"/>
                  <a:gd name="connsiteX3" fmla="*/ 103255 w 100173"/>
                  <a:gd name="connsiteY3" fmla="*/ 0 h 6395662"/>
                  <a:gd name="connsiteX4" fmla="*/ 103255 w 100173"/>
                  <a:gd name="connsiteY4" fmla="*/ 6395663 h 6395662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</a:cxnLst>
                <a:rect l="l" t="t" r="r" b="b"/>
                <a:pathLst>
                  <a:path w="100173" h="6395662">
                    <a:moveTo>
                      <a:pt x="0" y="6395663"/>
                    </a:moveTo>
                    <a:cubicBezTo>
                      <a:pt x="0" y="4265060"/>
                      <a:pt x="0" y="2135227"/>
                      <a:pt x="0" y="0"/>
                    </a:cubicBezTo>
                    <a:cubicBezTo>
                      <a:pt x="17723" y="0"/>
                      <a:pt x="34675" y="0"/>
                      <a:pt x="52398" y="0"/>
                    </a:cubicBezTo>
                    <a:cubicBezTo>
                      <a:pt x="68580" y="0"/>
                      <a:pt x="84762" y="0"/>
                      <a:pt x="103255" y="0"/>
                    </a:cubicBezTo>
                    <a:cubicBezTo>
                      <a:pt x="103255" y="2132915"/>
                      <a:pt x="103255" y="4261977"/>
                      <a:pt x="103255" y="6395663"/>
                    </a:cubicBezTo>
                  </a:path>
                </a:pathLst>
              </a:custGeom>
              <a:solidFill>
                <a:schemeClr val="accent5"/>
              </a:solidFill>
              <a:ln w="7704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US" dirty="0">
                  <a:latin typeface="Times New Roman" panose="02020603050405020304" pitchFamily="18" charset="0"/>
                  <a:cs typeface="Times New Roman" pitchFamily="18" charset="0"/>
                </a:endParaRPr>
              </a:p>
            </p:txBody>
          </p:sp>
          <p:sp>
            <p:nvSpPr>
              <p:cNvPr id="65" name="Freeform: Shape 28">
                <a:extLst>
                  <a:ext uri="{FF2B5EF4-FFF2-40B4-BE49-F238E27FC236}">
                    <a16:creationId xmlns:a16="http://schemas.microsoft.com/office/drawing/2014/main" id="{08B99DFA-675D-47CD-AAA5-48F4B7263F7F}"/>
                  </a:ext>
                </a:extLst>
              </p:cNvPr>
              <p:cNvSpPr/>
              <p:nvPr/>
            </p:nvSpPr>
            <p:spPr>
              <a:xfrm>
                <a:off x="6231712" y="2926127"/>
                <a:ext cx="72212" cy="2394576"/>
              </a:xfrm>
              <a:custGeom>
                <a:avLst/>
                <a:gdLst>
                  <a:gd name="connsiteX0" fmla="*/ 0 w 192640"/>
                  <a:gd name="connsiteY0" fmla="*/ 6392581 h 6387957"/>
                  <a:gd name="connsiteX1" fmla="*/ 0 w 192640"/>
                  <a:gd name="connsiteY1" fmla="*/ 0 h 6387957"/>
                  <a:gd name="connsiteX2" fmla="*/ 198805 w 192640"/>
                  <a:gd name="connsiteY2" fmla="*/ 0 h 6387957"/>
                  <a:gd name="connsiteX3" fmla="*/ 198805 w 192640"/>
                  <a:gd name="connsiteY3" fmla="*/ 6392581 h 6387957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</a:cxnLst>
                <a:rect l="l" t="t" r="r" b="b"/>
                <a:pathLst>
                  <a:path w="192640" h="6387957">
                    <a:moveTo>
                      <a:pt x="0" y="6392581"/>
                    </a:moveTo>
                    <a:cubicBezTo>
                      <a:pt x="0" y="4261207"/>
                      <a:pt x="0" y="2132145"/>
                      <a:pt x="0" y="0"/>
                    </a:cubicBezTo>
                    <a:cubicBezTo>
                      <a:pt x="66268" y="0"/>
                      <a:pt x="131766" y="0"/>
                      <a:pt x="198805" y="0"/>
                    </a:cubicBezTo>
                    <a:cubicBezTo>
                      <a:pt x="198805" y="2131374"/>
                      <a:pt x="198805" y="4261207"/>
                      <a:pt x="198805" y="6392581"/>
                    </a:cubicBezTo>
                  </a:path>
                </a:pathLst>
              </a:custGeom>
              <a:solidFill>
                <a:schemeClr val="accent5"/>
              </a:solidFill>
              <a:ln w="7704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US" dirty="0">
                  <a:latin typeface="Times New Roman" panose="02020603050405020304" pitchFamily="18" charset="0"/>
                  <a:cs typeface="Times New Roman" pitchFamily="18" charset="0"/>
                </a:endParaRPr>
              </a:p>
            </p:txBody>
          </p:sp>
          <p:sp>
            <p:nvSpPr>
              <p:cNvPr id="66" name="Freeform: Shape 29">
                <a:extLst>
                  <a:ext uri="{FF2B5EF4-FFF2-40B4-BE49-F238E27FC236}">
                    <a16:creationId xmlns:a16="http://schemas.microsoft.com/office/drawing/2014/main" id="{A3A52561-2F81-45D4-BB63-98DD6D95E5E9}"/>
                  </a:ext>
                </a:extLst>
              </p:cNvPr>
              <p:cNvSpPr/>
              <p:nvPr/>
            </p:nvSpPr>
            <p:spPr>
              <a:xfrm>
                <a:off x="6598401" y="2927282"/>
                <a:ext cx="37550" cy="2394576"/>
              </a:xfrm>
              <a:custGeom>
                <a:avLst/>
                <a:gdLst>
                  <a:gd name="connsiteX0" fmla="*/ 0 w 100173"/>
                  <a:gd name="connsiteY0" fmla="*/ 6392581 h 6387957"/>
                  <a:gd name="connsiteX1" fmla="*/ 0 w 100173"/>
                  <a:gd name="connsiteY1" fmla="*/ 0 h 6387957"/>
                  <a:gd name="connsiteX2" fmla="*/ 103255 w 100173"/>
                  <a:gd name="connsiteY2" fmla="*/ 0 h 6387957"/>
                  <a:gd name="connsiteX3" fmla="*/ 103255 w 100173"/>
                  <a:gd name="connsiteY3" fmla="*/ 6392581 h 6387957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</a:cxnLst>
                <a:rect l="l" t="t" r="r" b="b"/>
                <a:pathLst>
                  <a:path w="100173" h="6387957">
                    <a:moveTo>
                      <a:pt x="0" y="6392581"/>
                    </a:moveTo>
                    <a:cubicBezTo>
                      <a:pt x="0" y="4261207"/>
                      <a:pt x="0" y="2131374"/>
                      <a:pt x="0" y="0"/>
                    </a:cubicBezTo>
                    <a:cubicBezTo>
                      <a:pt x="34675" y="0"/>
                      <a:pt x="67809" y="0"/>
                      <a:pt x="103255" y="0"/>
                    </a:cubicBezTo>
                    <a:cubicBezTo>
                      <a:pt x="103255" y="2130603"/>
                      <a:pt x="103255" y="4260437"/>
                      <a:pt x="103255" y="6392581"/>
                    </a:cubicBezTo>
                  </a:path>
                </a:pathLst>
              </a:custGeom>
              <a:solidFill>
                <a:schemeClr val="accent4"/>
              </a:solidFill>
              <a:ln w="7704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US" dirty="0">
                  <a:latin typeface="Times New Roman" panose="02020603050405020304" pitchFamily="18" charset="0"/>
                  <a:cs typeface="Times New Roman" pitchFamily="18" charset="0"/>
                </a:endParaRPr>
              </a:p>
            </p:txBody>
          </p:sp>
          <p:sp>
            <p:nvSpPr>
              <p:cNvPr id="67" name="Freeform: Shape 30">
                <a:extLst>
                  <a:ext uri="{FF2B5EF4-FFF2-40B4-BE49-F238E27FC236}">
                    <a16:creationId xmlns:a16="http://schemas.microsoft.com/office/drawing/2014/main" id="{53780AFD-C7BF-438C-8ACF-ADB70736488F}"/>
                  </a:ext>
                </a:extLst>
              </p:cNvPr>
              <p:cNvSpPr/>
              <p:nvPr/>
            </p:nvSpPr>
            <p:spPr>
              <a:xfrm>
                <a:off x="6680669" y="2927282"/>
                <a:ext cx="37550" cy="2394576"/>
              </a:xfrm>
              <a:custGeom>
                <a:avLst/>
                <a:gdLst>
                  <a:gd name="connsiteX0" fmla="*/ 0 w 100173"/>
                  <a:gd name="connsiteY0" fmla="*/ 6392581 h 6387957"/>
                  <a:gd name="connsiteX1" fmla="*/ 0 w 100173"/>
                  <a:gd name="connsiteY1" fmla="*/ 0 h 6387957"/>
                  <a:gd name="connsiteX2" fmla="*/ 103255 w 100173"/>
                  <a:gd name="connsiteY2" fmla="*/ 0 h 6387957"/>
                  <a:gd name="connsiteX3" fmla="*/ 103255 w 100173"/>
                  <a:gd name="connsiteY3" fmla="*/ 6392581 h 6387957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</a:cxnLst>
                <a:rect l="l" t="t" r="r" b="b"/>
                <a:pathLst>
                  <a:path w="100173" h="6387957">
                    <a:moveTo>
                      <a:pt x="0" y="6392581"/>
                    </a:moveTo>
                    <a:cubicBezTo>
                      <a:pt x="0" y="4261978"/>
                      <a:pt x="0" y="2132145"/>
                      <a:pt x="0" y="0"/>
                    </a:cubicBezTo>
                    <a:cubicBezTo>
                      <a:pt x="33905" y="0"/>
                      <a:pt x="67810" y="0"/>
                      <a:pt x="103255" y="0"/>
                    </a:cubicBezTo>
                    <a:cubicBezTo>
                      <a:pt x="103255" y="2131374"/>
                      <a:pt x="103255" y="4260436"/>
                      <a:pt x="103255" y="6392581"/>
                    </a:cubicBezTo>
                  </a:path>
                </a:pathLst>
              </a:custGeom>
              <a:solidFill>
                <a:schemeClr val="accent4"/>
              </a:solidFill>
              <a:ln w="7704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US" dirty="0">
                  <a:latin typeface="Times New Roman" panose="02020603050405020304" pitchFamily="18" charset="0"/>
                  <a:cs typeface="Times New Roman" pitchFamily="18" charset="0"/>
                </a:endParaRPr>
              </a:p>
            </p:txBody>
          </p:sp>
          <p:sp>
            <p:nvSpPr>
              <p:cNvPr id="68" name="Freeform: Shape 31">
                <a:extLst>
                  <a:ext uri="{FF2B5EF4-FFF2-40B4-BE49-F238E27FC236}">
                    <a16:creationId xmlns:a16="http://schemas.microsoft.com/office/drawing/2014/main" id="{D1DA5EF5-6153-4FA1-B3B6-C7EA4D7C45C7}"/>
                  </a:ext>
                </a:extLst>
              </p:cNvPr>
              <p:cNvSpPr/>
              <p:nvPr/>
            </p:nvSpPr>
            <p:spPr>
              <a:xfrm>
                <a:off x="6516134" y="2927282"/>
                <a:ext cx="37550" cy="2394576"/>
              </a:xfrm>
              <a:custGeom>
                <a:avLst/>
                <a:gdLst>
                  <a:gd name="connsiteX0" fmla="*/ 0 w 100173"/>
                  <a:gd name="connsiteY0" fmla="*/ 6391811 h 6387957"/>
                  <a:gd name="connsiteX1" fmla="*/ 0 w 100173"/>
                  <a:gd name="connsiteY1" fmla="*/ 0 h 6387957"/>
                  <a:gd name="connsiteX2" fmla="*/ 103255 w 100173"/>
                  <a:gd name="connsiteY2" fmla="*/ 0 h 6387957"/>
                  <a:gd name="connsiteX3" fmla="*/ 103255 w 100173"/>
                  <a:gd name="connsiteY3" fmla="*/ 6391811 h 6387957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</a:cxnLst>
                <a:rect l="l" t="t" r="r" b="b"/>
                <a:pathLst>
                  <a:path w="100173" h="6387957">
                    <a:moveTo>
                      <a:pt x="0" y="6391811"/>
                    </a:moveTo>
                    <a:cubicBezTo>
                      <a:pt x="0" y="4261978"/>
                      <a:pt x="0" y="2132145"/>
                      <a:pt x="0" y="0"/>
                    </a:cubicBezTo>
                    <a:cubicBezTo>
                      <a:pt x="33134" y="0"/>
                      <a:pt x="67039" y="0"/>
                      <a:pt x="103255" y="0"/>
                    </a:cubicBezTo>
                    <a:cubicBezTo>
                      <a:pt x="103255" y="2130603"/>
                      <a:pt x="103255" y="4260436"/>
                      <a:pt x="103255" y="6391811"/>
                    </a:cubicBezTo>
                  </a:path>
                </a:pathLst>
              </a:custGeom>
              <a:solidFill>
                <a:schemeClr val="accent4"/>
              </a:solidFill>
              <a:ln w="7704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US" dirty="0">
                  <a:latin typeface="Times New Roman" panose="02020603050405020304" pitchFamily="18" charset="0"/>
                  <a:cs typeface="Times New Roman" pitchFamily="18" charset="0"/>
                </a:endParaRPr>
              </a:p>
            </p:txBody>
          </p:sp>
          <p:sp>
            <p:nvSpPr>
              <p:cNvPr id="69" name="Freeform: Shape 32">
                <a:extLst>
                  <a:ext uri="{FF2B5EF4-FFF2-40B4-BE49-F238E27FC236}">
                    <a16:creationId xmlns:a16="http://schemas.microsoft.com/office/drawing/2014/main" id="{F80C8E45-AA03-497B-9ABE-2E9B8BC26557}"/>
                  </a:ext>
                </a:extLst>
              </p:cNvPr>
              <p:cNvSpPr/>
              <p:nvPr/>
            </p:nvSpPr>
            <p:spPr>
              <a:xfrm>
                <a:off x="6399205" y="2927282"/>
                <a:ext cx="72212" cy="2394576"/>
              </a:xfrm>
              <a:custGeom>
                <a:avLst/>
                <a:gdLst>
                  <a:gd name="connsiteX0" fmla="*/ 0 w 192640"/>
                  <a:gd name="connsiteY0" fmla="*/ 6392581 h 6387957"/>
                  <a:gd name="connsiteX1" fmla="*/ 0 w 192640"/>
                  <a:gd name="connsiteY1" fmla="*/ 0 h 6387957"/>
                  <a:gd name="connsiteX2" fmla="*/ 198805 w 192640"/>
                  <a:gd name="connsiteY2" fmla="*/ 0 h 6387957"/>
                  <a:gd name="connsiteX3" fmla="*/ 198805 w 192640"/>
                  <a:gd name="connsiteY3" fmla="*/ 6392581 h 6387957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</a:cxnLst>
                <a:rect l="l" t="t" r="r" b="b"/>
                <a:pathLst>
                  <a:path w="192640" h="6387957">
                    <a:moveTo>
                      <a:pt x="0" y="6392581"/>
                    </a:moveTo>
                    <a:cubicBezTo>
                      <a:pt x="0" y="4261207"/>
                      <a:pt x="0" y="2132145"/>
                      <a:pt x="0" y="0"/>
                    </a:cubicBezTo>
                    <a:cubicBezTo>
                      <a:pt x="66268" y="0"/>
                      <a:pt x="131766" y="0"/>
                      <a:pt x="198805" y="0"/>
                    </a:cubicBezTo>
                    <a:cubicBezTo>
                      <a:pt x="198805" y="2131374"/>
                      <a:pt x="198805" y="4261207"/>
                      <a:pt x="198805" y="6392581"/>
                    </a:cubicBezTo>
                  </a:path>
                </a:pathLst>
              </a:custGeom>
              <a:solidFill>
                <a:schemeClr val="accent4"/>
              </a:solidFill>
              <a:ln w="7704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US" dirty="0">
                  <a:latin typeface="Times New Roman" panose="02020603050405020304" pitchFamily="18" charset="0"/>
                  <a:cs typeface="Times New Roman" pitchFamily="18" charset="0"/>
                </a:endParaRPr>
              </a:p>
            </p:txBody>
          </p:sp>
          <p:sp>
            <p:nvSpPr>
              <p:cNvPr id="70" name="Freeform: Shape 33">
                <a:extLst>
                  <a:ext uri="{FF2B5EF4-FFF2-40B4-BE49-F238E27FC236}">
                    <a16:creationId xmlns:a16="http://schemas.microsoft.com/office/drawing/2014/main" id="{B33154AB-DAF1-4E1D-AED0-2C8B79C6FE97}"/>
                  </a:ext>
                </a:extLst>
              </p:cNvPr>
              <p:cNvSpPr/>
              <p:nvPr/>
            </p:nvSpPr>
            <p:spPr>
              <a:xfrm>
                <a:off x="5237391" y="2926127"/>
                <a:ext cx="144425" cy="2394576"/>
              </a:xfrm>
              <a:custGeom>
                <a:avLst/>
                <a:gdLst>
                  <a:gd name="connsiteX0" fmla="*/ 0 w 385280"/>
                  <a:gd name="connsiteY0" fmla="*/ 6393351 h 6387957"/>
                  <a:gd name="connsiteX1" fmla="*/ 0 w 385280"/>
                  <a:gd name="connsiteY1" fmla="*/ 0 h 6387957"/>
                  <a:gd name="connsiteX2" fmla="*/ 387593 w 385280"/>
                  <a:gd name="connsiteY2" fmla="*/ 0 h 6387957"/>
                  <a:gd name="connsiteX3" fmla="*/ 387593 w 385280"/>
                  <a:gd name="connsiteY3" fmla="*/ 6393351 h 6387957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</a:cxnLst>
                <a:rect l="l" t="t" r="r" b="b"/>
                <a:pathLst>
                  <a:path w="385280" h="6387957">
                    <a:moveTo>
                      <a:pt x="0" y="6393351"/>
                    </a:moveTo>
                    <a:cubicBezTo>
                      <a:pt x="0" y="4262748"/>
                      <a:pt x="0" y="2132145"/>
                      <a:pt x="0" y="0"/>
                    </a:cubicBezTo>
                    <a:cubicBezTo>
                      <a:pt x="128684" y="0"/>
                      <a:pt x="256597" y="0"/>
                      <a:pt x="387593" y="0"/>
                    </a:cubicBezTo>
                    <a:cubicBezTo>
                      <a:pt x="387593" y="2130603"/>
                      <a:pt x="387593" y="4261207"/>
                      <a:pt x="387593" y="6393351"/>
                    </a:cubicBezTo>
                  </a:path>
                </a:pathLst>
              </a:custGeom>
              <a:solidFill>
                <a:schemeClr val="accent3"/>
              </a:solidFill>
              <a:ln w="7704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US" dirty="0">
                  <a:latin typeface="Times New Roman" panose="02020603050405020304" pitchFamily="18" charset="0"/>
                  <a:cs typeface="Times New Roman" pitchFamily="18" charset="0"/>
                </a:endParaRPr>
              </a:p>
            </p:txBody>
          </p:sp>
          <p:sp>
            <p:nvSpPr>
              <p:cNvPr id="71" name="Freeform: Shape 34">
                <a:extLst>
                  <a:ext uri="{FF2B5EF4-FFF2-40B4-BE49-F238E27FC236}">
                    <a16:creationId xmlns:a16="http://schemas.microsoft.com/office/drawing/2014/main" id="{6E905E38-B653-4270-89DB-6739B8AED375}"/>
                  </a:ext>
                </a:extLst>
              </p:cNvPr>
              <p:cNvSpPr/>
              <p:nvPr/>
            </p:nvSpPr>
            <p:spPr>
              <a:xfrm>
                <a:off x="5123269" y="2926994"/>
                <a:ext cx="72212" cy="2394576"/>
              </a:xfrm>
              <a:custGeom>
                <a:avLst/>
                <a:gdLst>
                  <a:gd name="connsiteX0" fmla="*/ 0 w 192640"/>
                  <a:gd name="connsiteY0" fmla="*/ 6392581 h 6387957"/>
                  <a:gd name="connsiteX1" fmla="*/ 0 w 192640"/>
                  <a:gd name="connsiteY1" fmla="*/ 0 h 6387957"/>
                  <a:gd name="connsiteX2" fmla="*/ 198805 w 192640"/>
                  <a:gd name="connsiteY2" fmla="*/ 0 h 6387957"/>
                  <a:gd name="connsiteX3" fmla="*/ 198805 w 192640"/>
                  <a:gd name="connsiteY3" fmla="*/ 6392581 h 6387957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</a:cxnLst>
                <a:rect l="l" t="t" r="r" b="b"/>
                <a:pathLst>
                  <a:path w="192640" h="6387957">
                    <a:moveTo>
                      <a:pt x="0" y="6392581"/>
                    </a:moveTo>
                    <a:cubicBezTo>
                      <a:pt x="0" y="4261207"/>
                      <a:pt x="0" y="2132145"/>
                      <a:pt x="0" y="0"/>
                    </a:cubicBezTo>
                    <a:cubicBezTo>
                      <a:pt x="67039" y="0"/>
                      <a:pt x="131766" y="0"/>
                      <a:pt x="198805" y="0"/>
                    </a:cubicBezTo>
                    <a:cubicBezTo>
                      <a:pt x="198805" y="2130603"/>
                      <a:pt x="198805" y="4259666"/>
                      <a:pt x="198805" y="6392581"/>
                    </a:cubicBezTo>
                  </a:path>
                </a:pathLst>
              </a:custGeom>
              <a:solidFill>
                <a:schemeClr val="accent3"/>
              </a:solidFill>
              <a:ln w="7704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US" dirty="0">
                  <a:latin typeface="Times New Roman" panose="02020603050405020304" pitchFamily="18" charset="0"/>
                  <a:cs typeface="Times New Roman" pitchFamily="18" charset="0"/>
                </a:endParaRPr>
              </a:p>
            </p:txBody>
          </p:sp>
          <p:sp>
            <p:nvSpPr>
              <p:cNvPr id="72" name="Freeform: Shape 35">
                <a:extLst>
                  <a:ext uri="{FF2B5EF4-FFF2-40B4-BE49-F238E27FC236}">
                    <a16:creationId xmlns:a16="http://schemas.microsoft.com/office/drawing/2014/main" id="{C46E5A34-F6FC-40B7-8BD9-CA4870D3EACB}"/>
                  </a:ext>
                </a:extLst>
              </p:cNvPr>
              <p:cNvSpPr/>
              <p:nvPr/>
            </p:nvSpPr>
            <p:spPr>
              <a:xfrm>
                <a:off x="5611343" y="2927282"/>
                <a:ext cx="72212" cy="2394576"/>
              </a:xfrm>
              <a:custGeom>
                <a:avLst/>
                <a:gdLst>
                  <a:gd name="connsiteX0" fmla="*/ 0 w 192640"/>
                  <a:gd name="connsiteY0" fmla="*/ 6392581 h 6387957"/>
                  <a:gd name="connsiteX1" fmla="*/ 0 w 192640"/>
                  <a:gd name="connsiteY1" fmla="*/ 0 h 6387957"/>
                  <a:gd name="connsiteX2" fmla="*/ 198805 w 192640"/>
                  <a:gd name="connsiteY2" fmla="*/ 0 h 6387957"/>
                  <a:gd name="connsiteX3" fmla="*/ 198805 w 192640"/>
                  <a:gd name="connsiteY3" fmla="*/ 6392581 h 6387957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</a:cxnLst>
                <a:rect l="l" t="t" r="r" b="b"/>
                <a:pathLst>
                  <a:path w="192640" h="6387957">
                    <a:moveTo>
                      <a:pt x="0" y="6392581"/>
                    </a:moveTo>
                    <a:cubicBezTo>
                      <a:pt x="0" y="4261207"/>
                      <a:pt x="0" y="2132145"/>
                      <a:pt x="0" y="0"/>
                    </a:cubicBezTo>
                    <a:cubicBezTo>
                      <a:pt x="66268" y="0"/>
                      <a:pt x="131766" y="0"/>
                      <a:pt x="198805" y="0"/>
                    </a:cubicBezTo>
                    <a:cubicBezTo>
                      <a:pt x="198805" y="2131374"/>
                      <a:pt x="198805" y="4261207"/>
                      <a:pt x="198805" y="6392581"/>
                    </a:cubicBezTo>
                  </a:path>
                </a:pathLst>
              </a:custGeom>
              <a:solidFill>
                <a:schemeClr val="accent3"/>
              </a:solidFill>
              <a:ln w="7704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US" dirty="0">
                  <a:latin typeface="Times New Roman" panose="02020603050405020304" pitchFamily="18" charset="0"/>
                  <a:cs typeface="Times New Roman" pitchFamily="18" charset="0"/>
                </a:endParaRPr>
              </a:p>
            </p:txBody>
          </p:sp>
          <p:sp>
            <p:nvSpPr>
              <p:cNvPr id="73" name="Freeform: Shape 36">
                <a:extLst>
                  <a:ext uri="{FF2B5EF4-FFF2-40B4-BE49-F238E27FC236}">
                    <a16:creationId xmlns:a16="http://schemas.microsoft.com/office/drawing/2014/main" id="{5FA3DBA7-F8ED-45A6-819E-A85FBC355BCB}"/>
                  </a:ext>
                </a:extLst>
              </p:cNvPr>
              <p:cNvSpPr/>
              <p:nvPr/>
            </p:nvSpPr>
            <p:spPr>
              <a:xfrm>
                <a:off x="5407259" y="2926994"/>
                <a:ext cx="37550" cy="2394576"/>
              </a:xfrm>
              <a:custGeom>
                <a:avLst/>
                <a:gdLst>
                  <a:gd name="connsiteX0" fmla="*/ 0 w 100173"/>
                  <a:gd name="connsiteY0" fmla="*/ 6392581 h 6387957"/>
                  <a:gd name="connsiteX1" fmla="*/ 0 w 100173"/>
                  <a:gd name="connsiteY1" fmla="*/ 0 h 6387957"/>
                  <a:gd name="connsiteX2" fmla="*/ 103255 w 100173"/>
                  <a:gd name="connsiteY2" fmla="*/ 0 h 6387957"/>
                  <a:gd name="connsiteX3" fmla="*/ 103255 w 100173"/>
                  <a:gd name="connsiteY3" fmla="*/ 6392581 h 6387957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</a:cxnLst>
                <a:rect l="l" t="t" r="r" b="b"/>
                <a:pathLst>
                  <a:path w="100173" h="6387957">
                    <a:moveTo>
                      <a:pt x="0" y="6392581"/>
                    </a:moveTo>
                    <a:cubicBezTo>
                      <a:pt x="0" y="4261978"/>
                      <a:pt x="0" y="2132145"/>
                      <a:pt x="0" y="0"/>
                    </a:cubicBezTo>
                    <a:cubicBezTo>
                      <a:pt x="34675" y="0"/>
                      <a:pt x="67810" y="0"/>
                      <a:pt x="103255" y="0"/>
                    </a:cubicBezTo>
                    <a:cubicBezTo>
                      <a:pt x="103255" y="2130603"/>
                      <a:pt x="103255" y="4259666"/>
                      <a:pt x="103255" y="6392581"/>
                    </a:cubicBezTo>
                  </a:path>
                </a:pathLst>
              </a:custGeom>
              <a:solidFill>
                <a:schemeClr val="accent3"/>
              </a:solidFill>
              <a:ln w="7704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US" dirty="0">
                  <a:latin typeface="Times New Roman" panose="02020603050405020304" pitchFamily="18" charset="0"/>
                  <a:cs typeface="Times New Roman" pitchFamily="18" charset="0"/>
                </a:endParaRPr>
              </a:p>
            </p:txBody>
          </p:sp>
          <p:sp>
            <p:nvSpPr>
              <p:cNvPr id="74" name="Freeform: Shape 37">
                <a:extLst>
                  <a:ext uri="{FF2B5EF4-FFF2-40B4-BE49-F238E27FC236}">
                    <a16:creationId xmlns:a16="http://schemas.microsoft.com/office/drawing/2014/main" id="{6D4897DB-997C-4440-9C15-09B6C34994D1}"/>
                  </a:ext>
                </a:extLst>
              </p:cNvPr>
              <p:cNvSpPr/>
              <p:nvPr/>
            </p:nvSpPr>
            <p:spPr>
              <a:xfrm>
                <a:off x="5470252" y="2926994"/>
                <a:ext cx="37550" cy="2394576"/>
              </a:xfrm>
              <a:custGeom>
                <a:avLst/>
                <a:gdLst>
                  <a:gd name="connsiteX0" fmla="*/ 0 w 100173"/>
                  <a:gd name="connsiteY0" fmla="*/ 6392581 h 6387957"/>
                  <a:gd name="connsiteX1" fmla="*/ 0 w 100173"/>
                  <a:gd name="connsiteY1" fmla="*/ 0 h 6387957"/>
                  <a:gd name="connsiteX2" fmla="*/ 103255 w 100173"/>
                  <a:gd name="connsiteY2" fmla="*/ 0 h 6387957"/>
                  <a:gd name="connsiteX3" fmla="*/ 103255 w 100173"/>
                  <a:gd name="connsiteY3" fmla="*/ 6392581 h 6387957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</a:cxnLst>
                <a:rect l="l" t="t" r="r" b="b"/>
                <a:pathLst>
                  <a:path w="100173" h="6387957">
                    <a:moveTo>
                      <a:pt x="0" y="6392581"/>
                    </a:moveTo>
                    <a:cubicBezTo>
                      <a:pt x="0" y="4261978"/>
                      <a:pt x="0" y="2132145"/>
                      <a:pt x="0" y="0"/>
                    </a:cubicBezTo>
                    <a:cubicBezTo>
                      <a:pt x="34675" y="0"/>
                      <a:pt x="67809" y="0"/>
                      <a:pt x="103255" y="0"/>
                    </a:cubicBezTo>
                    <a:cubicBezTo>
                      <a:pt x="103255" y="2130603"/>
                      <a:pt x="103255" y="4259666"/>
                      <a:pt x="103255" y="6392581"/>
                    </a:cubicBezTo>
                  </a:path>
                </a:pathLst>
              </a:custGeom>
              <a:solidFill>
                <a:schemeClr val="accent3"/>
              </a:solidFill>
              <a:ln w="7704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US" dirty="0">
                  <a:latin typeface="Times New Roman" panose="02020603050405020304" pitchFamily="18" charset="0"/>
                  <a:cs typeface="Times New Roman" pitchFamily="18" charset="0"/>
                </a:endParaRPr>
              </a:p>
            </p:txBody>
          </p:sp>
          <p:sp>
            <p:nvSpPr>
              <p:cNvPr id="75" name="Freeform: Shape 38">
                <a:extLst>
                  <a:ext uri="{FF2B5EF4-FFF2-40B4-BE49-F238E27FC236}">
                    <a16:creationId xmlns:a16="http://schemas.microsoft.com/office/drawing/2014/main" id="{60C5513F-881C-4B26-9ADB-6A46166CB483}"/>
                  </a:ext>
                </a:extLst>
              </p:cNvPr>
              <p:cNvSpPr/>
              <p:nvPr/>
            </p:nvSpPr>
            <p:spPr>
              <a:xfrm>
                <a:off x="5533244" y="2926127"/>
                <a:ext cx="37550" cy="2394576"/>
              </a:xfrm>
              <a:custGeom>
                <a:avLst/>
                <a:gdLst>
                  <a:gd name="connsiteX0" fmla="*/ 0 w 100173"/>
                  <a:gd name="connsiteY0" fmla="*/ 6392581 h 6387957"/>
                  <a:gd name="connsiteX1" fmla="*/ 0 w 100173"/>
                  <a:gd name="connsiteY1" fmla="*/ 0 h 6387957"/>
                  <a:gd name="connsiteX2" fmla="*/ 103255 w 100173"/>
                  <a:gd name="connsiteY2" fmla="*/ 0 h 6387957"/>
                  <a:gd name="connsiteX3" fmla="*/ 103255 w 100173"/>
                  <a:gd name="connsiteY3" fmla="*/ 6392581 h 6387957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</a:cxnLst>
                <a:rect l="l" t="t" r="r" b="b"/>
                <a:pathLst>
                  <a:path w="100173" h="6387957">
                    <a:moveTo>
                      <a:pt x="0" y="6392581"/>
                    </a:moveTo>
                    <a:cubicBezTo>
                      <a:pt x="0" y="4261978"/>
                      <a:pt x="0" y="2132145"/>
                      <a:pt x="0" y="0"/>
                    </a:cubicBezTo>
                    <a:cubicBezTo>
                      <a:pt x="34675" y="0"/>
                      <a:pt x="67809" y="0"/>
                      <a:pt x="103255" y="0"/>
                    </a:cubicBezTo>
                    <a:cubicBezTo>
                      <a:pt x="103255" y="2130603"/>
                      <a:pt x="103255" y="4259666"/>
                      <a:pt x="103255" y="6392581"/>
                    </a:cubicBezTo>
                  </a:path>
                </a:pathLst>
              </a:custGeom>
              <a:solidFill>
                <a:schemeClr val="accent3"/>
              </a:solidFill>
              <a:ln w="7704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US" dirty="0">
                  <a:latin typeface="Times New Roman" panose="02020603050405020304" pitchFamily="18" charset="0"/>
                  <a:cs typeface="Times New Roman" pitchFamily="18" charset="0"/>
                </a:endParaRPr>
              </a:p>
            </p:txBody>
          </p:sp>
        </p:grpSp>
        <p:sp>
          <p:nvSpPr>
            <p:cNvPr id="76" name="Rectangle 75">
              <a:extLst>
                <a:ext uri="{FF2B5EF4-FFF2-40B4-BE49-F238E27FC236}">
                  <a16:creationId xmlns:a16="http://schemas.microsoft.com/office/drawing/2014/main" id="{621D202A-5DDC-4586-837E-E89610285CC9}"/>
                </a:ext>
              </a:extLst>
            </p:cNvPr>
            <p:cNvSpPr/>
            <p:nvPr/>
          </p:nvSpPr>
          <p:spPr>
            <a:xfrm>
              <a:off x="0" y="-699"/>
              <a:ext cx="12191999" cy="646331"/>
            </a:xfrm>
            <a:prstGeom prst="rect">
              <a:avLst/>
            </a:prstGeom>
            <a:solidFill>
              <a:schemeClr val="bg1"/>
            </a:solidFill>
            <a:effectLst>
              <a:outerShdw blurRad="50800" dist="38100" dir="2700000" algn="tl" rotWithShape="0">
                <a:prstClr val="black">
                  <a:alpha val="40000"/>
                </a:prstClr>
              </a:outerShdw>
            </a:effectLst>
          </p:spPr>
          <p:txBody>
            <a:bodyPr wrap="square">
              <a:spAutoFit/>
            </a:bodyPr>
            <a:lstStyle/>
            <a:p>
              <a:pPr algn="ctr"/>
              <a:endParaRPr lang="ko-KR" altLang="en-US" sz="3600" dirty="0">
                <a:solidFill>
                  <a:srgbClr val="000099"/>
                </a:solidFill>
                <a:latin typeface="Times New Roman" panose="02020603050405020304" pitchFamily="18" charset="0"/>
                <a:cs typeface="Times New Roman" pitchFamily="18" charset="0"/>
              </a:endParaRPr>
            </a:p>
          </p:txBody>
        </p:sp>
        <p:pic>
          <p:nvPicPr>
            <p:cNvPr id="77" name="Picture 76">
              <a:extLst>
                <a:ext uri="{FF2B5EF4-FFF2-40B4-BE49-F238E27FC236}">
                  <a16:creationId xmlns:a16="http://schemas.microsoft.com/office/drawing/2014/main" id="{C10207E4-A41E-4E56-9165-4F7135FB076B}"/>
                </a:ext>
              </a:extLst>
            </p:cNvPr>
            <p:cNvPicPr>
              <a:picLocks noChangeAspect="1"/>
            </p:cNvPicPr>
            <p:nvPr/>
          </p:nvPicPr>
          <p:blipFill>
            <a:blip r:embed="rId2" cstate="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29587" y="34941"/>
              <a:ext cx="1343005" cy="575049"/>
            </a:xfrm>
            <a:prstGeom prst="rect">
              <a:avLst/>
            </a:prstGeom>
          </p:spPr>
        </p:pic>
        <p:sp>
          <p:nvSpPr>
            <p:cNvPr id="78" name="TextBox 77">
              <a:extLst>
                <a:ext uri="{FF2B5EF4-FFF2-40B4-BE49-F238E27FC236}">
                  <a16:creationId xmlns:a16="http://schemas.microsoft.com/office/drawing/2014/main" id="{8C098857-E541-4069-B9EA-AF75614C0ABE}"/>
                </a:ext>
              </a:extLst>
            </p:cNvPr>
            <p:cNvSpPr txBox="1"/>
            <p:nvPr/>
          </p:nvSpPr>
          <p:spPr>
            <a:xfrm>
              <a:off x="3258798" y="84039"/>
              <a:ext cx="5674404" cy="548099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>
                <a:lnSpc>
                  <a:spcPct val="115000"/>
                </a:lnSpc>
                <a:spcAft>
                  <a:spcPts val="800"/>
                </a:spcAft>
              </a:pPr>
              <a:endParaRPr lang="en-US" sz="2800" b="1" kern="100" dirty="0"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endParaRPr>
            </a:p>
          </p:txBody>
        </p:sp>
      </p:grpSp>
      <p:sp>
        <p:nvSpPr>
          <p:cNvPr id="80" name="TextBox 79">
            <a:extLst>
              <a:ext uri="{FF2B5EF4-FFF2-40B4-BE49-F238E27FC236}">
                <a16:creationId xmlns:a16="http://schemas.microsoft.com/office/drawing/2014/main" id="{A2291F98-3730-A3B2-C025-584D98524A2D}"/>
              </a:ext>
            </a:extLst>
          </p:cNvPr>
          <p:cNvSpPr txBox="1"/>
          <p:nvPr/>
        </p:nvSpPr>
        <p:spPr>
          <a:xfrm>
            <a:off x="3151800" y="30077"/>
            <a:ext cx="5933612" cy="584775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200" b="1"/>
            </a:pPr>
            <a:r>
              <a:rPr lang="en-US" sz="3200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Experiment-Based Improvement</a:t>
            </a:r>
            <a:endParaRPr sz="3200" dirty="0">
              <a:solidFill>
                <a:srgbClr val="FF0000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88" name="TextBox 87">
            <a:extLst>
              <a:ext uri="{FF2B5EF4-FFF2-40B4-BE49-F238E27FC236}">
                <a16:creationId xmlns:a16="http://schemas.microsoft.com/office/drawing/2014/main" id="{542B9F50-A929-BF22-7A8E-15EB72A522EE}"/>
              </a:ext>
            </a:extLst>
          </p:cNvPr>
          <p:cNvSpPr txBox="1"/>
          <p:nvPr/>
        </p:nvSpPr>
        <p:spPr>
          <a:xfrm>
            <a:off x="6896723" y="1139919"/>
            <a:ext cx="5295278" cy="378565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buNone/>
            </a:pPr>
            <a:r>
              <a:rPr lang="en-US" sz="2000" b="1" dirty="0"/>
              <a:t>Step 1 — Baseline Metrics</a:t>
            </a:r>
          </a:p>
          <a:p>
            <a:pPr>
              <a:buNone/>
            </a:pPr>
            <a:r>
              <a:rPr lang="en-US" sz="2000" dirty="0"/>
              <a:t>Simple aggregations + summary modeling.</a:t>
            </a:r>
          </a:p>
          <a:p>
            <a:pPr>
              <a:buNone/>
            </a:pPr>
            <a:r>
              <a:rPr lang="en-US" sz="2000" b="1" dirty="0"/>
              <a:t>Step 2 — Enhanced Segmentation</a:t>
            </a:r>
          </a:p>
          <a:p>
            <a:pPr>
              <a:buNone/>
            </a:pPr>
            <a:r>
              <a:rPr lang="en-US" sz="2000" dirty="0"/>
              <a:t>Using region &amp; population groups to introduce structure.</a:t>
            </a:r>
          </a:p>
          <a:p>
            <a:pPr>
              <a:buNone/>
            </a:pPr>
            <a:r>
              <a:rPr lang="en-US" sz="2000" b="1" dirty="0"/>
              <a:t>Step 3 — ML-Based Predictions</a:t>
            </a:r>
          </a:p>
          <a:p>
            <a:pPr>
              <a:buNone/>
            </a:pPr>
            <a:r>
              <a:rPr lang="en-US" sz="2000" dirty="0"/>
              <a:t>Regression-based modeling to understand key drivers.</a:t>
            </a:r>
          </a:p>
          <a:p>
            <a:pPr>
              <a:buNone/>
            </a:pPr>
            <a:r>
              <a:rPr lang="en-US" sz="2000" b="1" dirty="0"/>
              <a:t>Step 4 — Final System</a:t>
            </a:r>
          </a:p>
          <a:p>
            <a:pPr>
              <a:buNone/>
            </a:pPr>
            <a:r>
              <a:rPr lang="en-US" sz="2000" dirty="0"/>
              <a:t>An interactive interface that connects:</a:t>
            </a:r>
            <a:br>
              <a:rPr lang="en-US" sz="2000" dirty="0"/>
            </a:br>
            <a:r>
              <a:rPr lang="en-US" sz="2000" dirty="0"/>
              <a:t>EDA → Segmentation → Modeling → Visualization</a:t>
            </a:r>
          </a:p>
        </p:txBody>
      </p:sp>
      <p:sp>
        <p:nvSpPr>
          <p:cNvPr id="91" name="TextBox 90">
            <a:extLst>
              <a:ext uri="{FF2B5EF4-FFF2-40B4-BE49-F238E27FC236}">
                <a16:creationId xmlns:a16="http://schemas.microsoft.com/office/drawing/2014/main" id="{1625C821-7E88-89EC-F352-4543B6DB717B}"/>
              </a:ext>
            </a:extLst>
          </p:cNvPr>
          <p:cNvSpPr txBox="1"/>
          <p:nvPr/>
        </p:nvSpPr>
        <p:spPr>
          <a:xfrm>
            <a:off x="3033847" y="5365716"/>
            <a:ext cx="5899355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just"/>
            <a:r>
              <a:rPr lang="en-US" dirty="0">
                <a:solidFill>
                  <a:schemeClr val="accent1">
                    <a:lumMod val="75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📌 </a:t>
            </a:r>
            <a:r>
              <a:rPr lang="en-US" dirty="0" err="1">
                <a:solidFill>
                  <a:schemeClr val="accent1">
                    <a:lumMod val="75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Result:A</a:t>
            </a:r>
            <a:r>
              <a:rPr lang="en-US" dirty="0">
                <a:solidFill>
                  <a:schemeClr val="accent1">
                    <a:lumMod val="75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full analytics system, not just a report.</a:t>
            </a:r>
            <a:endParaRPr lang="en-IN" dirty="0">
              <a:solidFill>
                <a:schemeClr val="accent1">
                  <a:lumMod val="75000"/>
                </a:schemeClr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pic>
        <p:nvPicPr>
          <p:cNvPr id="81" name="Picture 80">
            <a:extLst>
              <a:ext uri="{FF2B5EF4-FFF2-40B4-BE49-F238E27FC236}">
                <a16:creationId xmlns:a16="http://schemas.microsoft.com/office/drawing/2014/main" id="{F38C14E3-C789-277F-0B05-DCF4526D90E6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1772" y="1455109"/>
            <a:ext cx="6594307" cy="315527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636063712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79" name="Group 78">
            <a:extLst>
              <a:ext uri="{FF2B5EF4-FFF2-40B4-BE49-F238E27FC236}">
                <a16:creationId xmlns:a16="http://schemas.microsoft.com/office/drawing/2014/main" id="{8AB83803-82FF-4FDF-A9E4-FA57E548D4DF}"/>
              </a:ext>
            </a:extLst>
          </p:cNvPr>
          <p:cNvGrpSpPr/>
          <p:nvPr/>
        </p:nvGrpSpPr>
        <p:grpSpPr>
          <a:xfrm>
            <a:off x="0" y="-699"/>
            <a:ext cx="12196232" cy="6859933"/>
            <a:chOff x="0" y="-699"/>
            <a:chExt cx="12196232" cy="6859933"/>
          </a:xfrm>
        </p:grpSpPr>
        <p:grpSp>
          <p:nvGrpSpPr>
            <p:cNvPr id="2" name="Group 1">
              <a:extLst>
                <a:ext uri="{FF2B5EF4-FFF2-40B4-BE49-F238E27FC236}">
                  <a16:creationId xmlns:a16="http://schemas.microsoft.com/office/drawing/2014/main" id="{4F7233E0-8B4C-403F-B4DC-1EAABD525929}"/>
                </a:ext>
              </a:extLst>
            </p:cNvPr>
            <p:cNvGrpSpPr/>
            <p:nvPr/>
          </p:nvGrpSpPr>
          <p:grpSpPr>
            <a:xfrm>
              <a:off x="4232" y="6382984"/>
              <a:ext cx="12192000" cy="476250"/>
              <a:chOff x="0" y="6381750"/>
              <a:chExt cx="12192000" cy="476250"/>
            </a:xfrm>
            <a:solidFill>
              <a:srgbClr val="C00000"/>
            </a:solidFill>
          </p:grpSpPr>
          <p:sp>
            <p:nvSpPr>
              <p:cNvPr id="3" name="Rectangle 2">
                <a:extLst>
                  <a:ext uri="{FF2B5EF4-FFF2-40B4-BE49-F238E27FC236}">
                    <a16:creationId xmlns:a16="http://schemas.microsoft.com/office/drawing/2014/main" id="{C3EDFE22-777C-4E40-82E4-FD5DB11D8B63}"/>
                  </a:ext>
                </a:extLst>
              </p:cNvPr>
              <p:cNvSpPr/>
              <p:nvPr/>
            </p:nvSpPr>
            <p:spPr>
              <a:xfrm>
                <a:off x="0" y="6381750"/>
                <a:ext cx="12192000" cy="476250"/>
              </a:xfrm>
              <a:prstGeom prst="rect">
                <a:avLst/>
              </a:prstGeom>
              <a:grpFill/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 dirty="0">
                  <a:solidFill>
                    <a:srgbClr val="C00000"/>
                  </a:solidFill>
                  <a:latin typeface="Times New Roman" panose="02020603050405020304" pitchFamily="18" charset="0"/>
                  <a:cs typeface="Times New Roman" pitchFamily="18" charset="0"/>
                </a:endParaRPr>
              </a:p>
            </p:txBody>
          </p:sp>
          <p:grpSp>
            <p:nvGrpSpPr>
              <p:cNvPr id="4" name="Group 3">
                <a:extLst>
                  <a:ext uri="{FF2B5EF4-FFF2-40B4-BE49-F238E27FC236}">
                    <a16:creationId xmlns:a16="http://schemas.microsoft.com/office/drawing/2014/main" id="{314080B3-0E2C-457A-A722-47CA48E69C19}"/>
                  </a:ext>
                </a:extLst>
              </p:cNvPr>
              <p:cNvGrpSpPr/>
              <p:nvPr/>
            </p:nvGrpSpPr>
            <p:grpSpPr>
              <a:xfrm>
                <a:off x="160089" y="6467143"/>
                <a:ext cx="4087748" cy="273466"/>
                <a:chOff x="4366684" y="2926127"/>
                <a:chExt cx="3278335" cy="2571063"/>
              </a:xfrm>
              <a:grpFill/>
            </p:grpSpPr>
            <p:sp>
              <p:nvSpPr>
                <p:cNvPr id="5" name="Freeform: Shape 4">
                  <a:extLst>
                    <a:ext uri="{FF2B5EF4-FFF2-40B4-BE49-F238E27FC236}">
                      <a16:creationId xmlns:a16="http://schemas.microsoft.com/office/drawing/2014/main" id="{375F0EE2-DB06-4E1C-9F66-EAACEFA99A97}"/>
                    </a:ext>
                  </a:extLst>
                </p:cNvPr>
                <p:cNvSpPr/>
                <p:nvPr/>
              </p:nvSpPr>
              <p:spPr>
                <a:xfrm>
                  <a:off x="4744501" y="2926994"/>
                  <a:ext cx="72212" cy="2394576"/>
                </a:xfrm>
                <a:custGeom>
                  <a:avLst/>
                  <a:gdLst>
                    <a:gd name="connsiteX0" fmla="*/ 0 w 192640"/>
                    <a:gd name="connsiteY0" fmla="*/ 6393351 h 6387957"/>
                    <a:gd name="connsiteX1" fmla="*/ 0 w 192640"/>
                    <a:gd name="connsiteY1" fmla="*/ 0 h 6387957"/>
                    <a:gd name="connsiteX2" fmla="*/ 198034 w 192640"/>
                    <a:gd name="connsiteY2" fmla="*/ 0 h 6387957"/>
                    <a:gd name="connsiteX3" fmla="*/ 198034 w 192640"/>
                    <a:gd name="connsiteY3" fmla="*/ 6393351 h 6387957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</a:cxnLst>
                  <a:rect l="l" t="t" r="r" b="b"/>
                  <a:pathLst>
                    <a:path w="192640" h="6387957">
                      <a:moveTo>
                        <a:pt x="0" y="6393351"/>
                      </a:moveTo>
                      <a:cubicBezTo>
                        <a:pt x="0" y="4261207"/>
                        <a:pt x="0" y="2132145"/>
                        <a:pt x="0" y="0"/>
                      </a:cubicBezTo>
                      <a:cubicBezTo>
                        <a:pt x="67039" y="0"/>
                        <a:pt x="131766" y="0"/>
                        <a:pt x="198034" y="0"/>
                      </a:cubicBezTo>
                      <a:cubicBezTo>
                        <a:pt x="198034" y="2132145"/>
                        <a:pt x="198034" y="4261207"/>
                        <a:pt x="198034" y="6393351"/>
                      </a:cubicBezTo>
                    </a:path>
                  </a:pathLst>
                </a:custGeom>
                <a:grpFill/>
                <a:ln w="7704" cap="flat">
                  <a:noFill/>
                  <a:prstDash val="solid"/>
                  <a:miter/>
                </a:ln>
              </p:spPr>
              <p:txBody>
                <a:bodyPr rtlCol="0" anchor="ctr"/>
                <a:lstStyle/>
                <a:p>
                  <a:endParaRPr lang="en-US" dirty="0">
                    <a:solidFill>
                      <a:srgbClr val="C00000"/>
                    </a:solidFill>
                    <a:latin typeface="Times New Roman" panose="02020603050405020304" pitchFamily="18" charset="0"/>
                    <a:cs typeface="Times New Roman" pitchFamily="18" charset="0"/>
                  </a:endParaRPr>
                </a:p>
              </p:txBody>
            </p:sp>
            <p:sp>
              <p:nvSpPr>
                <p:cNvPr id="6" name="Freeform: Shape 5">
                  <a:extLst>
                    <a:ext uri="{FF2B5EF4-FFF2-40B4-BE49-F238E27FC236}">
                      <a16:creationId xmlns:a16="http://schemas.microsoft.com/office/drawing/2014/main" id="{175E547C-4DF2-4010-A85D-7C2F6E73C80D}"/>
                    </a:ext>
                  </a:extLst>
                </p:cNvPr>
                <p:cNvSpPr/>
                <p:nvPr/>
              </p:nvSpPr>
              <p:spPr>
                <a:xfrm>
                  <a:off x="4676621" y="2926994"/>
                  <a:ext cx="37550" cy="2394576"/>
                </a:xfrm>
                <a:custGeom>
                  <a:avLst/>
                  <a:gdLst>
                    <a:gd name="connsiteX0" fmla="*/ 0 w 100173"/>
                    <a:gd name="connsiteY0" fmla="*/ 6392581 h 6387957"/>
                    <a:gd name="connsiteX1" fmla="*/ 0 w 100173"/>
                    <a:gd name="connsiteY1" fmla="*/ 0 h 6387957"/>
                    <a:gd name="connsiteX2" fmla="*/ 103255 w 100173"/>
                    <a:gd name="connsiteY2" fmla="*/ 0 h 6387957"/>
                    <a:gd name="connsiteX3" fmla="*/ 103255 w 100173"/>
                    <a:gd name="connsiteY3" fmla="*/ 6392581 h 6387957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</a:cxnLst>
                  <a:rect l="l" t="t" r="r" b="b"/>
                  <a:pathLst>
                    <a:path w="100173" h="6387957">
                      <a:moveTo>
                        <a:pt x="0" y="6392581"/>
                      </a:moveTo>
                      <a:cubicBezTo>
                        <a:pt x="0" y="4261207"/>
                        <a:pt x="0" y="2131374"/>
                        <a:pt x="0" y="0"/>
                      </a:cubicBezTo>
                      <a:cubicBezTo>
                        <a:pt x="34675" y="0"/>
                        <a:pt x="67809" y="0"/>
                        <a:pt x="103255" y="0"/>
                      </a:cubicBezTo>
                      <a:cubicBezTo>
                        <a:pt x="103255" y="2130603"/>
                        <a:pt x="103255" y="4260437"/>
                        <a:pt x="103255" y="6392581"/>
                      </a:cubicBezTo>
                    </a:path>
                  </a:pathLst>
                </a:custGeom>
                <a:grpFill/>
                <a:ln w="7704" cap="flat">
                  <a:noFill/>
                  <a:prstDash val="solid"/>
                  <a:miter/>
                </a:ln>
              </p:spPr>
              <p:txBody>
                <a:bodyPr rtlCol="0" anchor="ctr"/>
                <a:lstStyle/>
                <a:p>
                  <a:endParaRPr lang="en-US" dirty="0">
                    <a:solidFill>
                      <a:srgbClr val="C00000"/>
                    </a:solidFill>
                    <a:latin typeface="Times New Roman" panose="02020603050405020304" pitchFamily="18" charset="0"/>
                    <a:cs typeface="Times New Roman" pitchFamily="18" charset="0"/>
                  </a:endParaRPr>
                </a:p>
              </p:txBody>
            </p:sp>
            <p:sp>
              <p:nvSpPr>
                <p:cNvPr id="7" name="Freeform: Shape 6">
                  <a:extLst>
                    <a:ext uri="{FF2B5EF4-FFF2-40B4-BE49-F238E27FC236}">
                      <a16:creationId xmlns:a16="http://schemas.microsoft.com/office/drawing/2014/main" id="{3F8BF4F1-A2B9-4C23-BC26-20CA699DD57A}"/>
                    </a:ext>
                  </a:extLst>
                </p:cNvPr>
                <p:cNvSpPr/>
                <p:nvPr/>
              </p:nvSpPr>
              <p:spPr>
                <a:xfrm>
                  <a:off x="5706626" y="2927282"/>
                  <a:ext cx="109764" cy="2394576"/>
                </a:xfrm>
                <a:custGeom>
                  <a:avLst/>
                  <a:gdLst>
                    <a:gd name="connsiteX0" fmla="*/ 0 w 292813"/>
                    <a:gd name="connsiteY0" fmla="*/ 6392581 h 6387957"/>
                    <a:gd name="connsiteX1" fmla="*/ 0 w 292813"/>
                    <a:gd name="connsiteY1" fmla="*/ 0 h 6387957"/>
                    <a:gd name="connsiteX2" fmla="*/ 295125 w 292813"/>
                    <a:gd name="connsiteY2" fmla="*/ 0 h 6387957"/>
                    <a:gd name="connsiteX3" fmla="*/ 295125 w 292813"/>
                    <a:gd name="connsiteY3" fmla="*/ 6392581 h 6387957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</a:cxnLst>
                  <a:rect l="l" t="t" r="r" b="b"/>
                  <a:pathLst>
                    <a:path w="292813" h="6387957">
                      <a:moveTo>
                        <a:pt x="0" y="6392581"/>
                      </a:moveTo>
                      <a:cubicBezTo>
                        <a:pt x="0" y="4261978"/>
                        <a:pt x="0" y="2132145"/>
                        <a:pt x="0" y="0"/>
                      </a:cubicBezTo>
                      <a:cubicBezTo>
                        <a:pt x="97091" y="0"/>
                        <a:pt x="194952" y="0"/>
                        <a:pt x="295125" y="0"/>
                      </a:cubicBezTo>
                      <a:cubicBezTo>
                        <a:pt x="295125" y="2130603"/>
                        <a:pt x="295125" y="4259666"/>
                        <a:pt x="295125" y="6392581"/>
                      </a:cubicBezTo>
                    </a:path>
                  </a:pathLst>
                </a:custGeom>
                <a:grpFill/>
                <a:ln w="7704" cap="flat">
                  <a:noFill/>
                  <a:prstDash val="solid"/>
                  <a:miter/>
                </a:ln>
              </p:spPr>
              <p:txBody>
                <a:bodyPr rtlCol="0" anchor="ctr"/>
                <a:lstStyle/>
                <a:p>
                  <a:endParaRPr lang="en-US" dirty="0">
                    <a:solidFill>
                      <a:srgbClr val="C00000"/>
                    </a:solidFill>
                    <a:latin typeface="Times New Roman" panose="02020603050405020304" pitchFamily="18" charset="0"/>
                    <a:cs typeface="Times New Roman" pitchFamily="18" charset="0"/>
                  </a:endParaRPr>
                </a:p>
              </p:txBody>
            </p:sp>
            <p:sp>
              <p:nvSpPr>
                <p:cNvPr id="8" name="Freeform: Shape 7">
                  <a:extLst>
                    <a:ext uri="{FF2B5EF4-FFF2-40B4-BE49-F238E27FC236}">
                      <a16:creationId xmlns:a16="http://schemas.microsoft.com/office/drawing/2014/main" id="{1BB7A337-F067-4346-AD27-97742504B3F6}"/>
                    </a:ext>
                  </a:extLst>
                </p:cNvPr>
                <p:cNvSpPr/>
                <p:nvPr/>
              </p:nvSpPr>
              <p:spPr>
                <a:xfrm>
                  <a:off x="5022376" y="2926994"/>
                  <a:ext cx="75101" cy="2394576"/>
                </a:xfrm>
                <a:custGeom>
                  <a:avLst/>
                  <a:gdLst>
                    <a:gd name="connsiteX0" fmla="*/ 0 w 200346"/>
                    <a:gd name="connsiteY0" fmla="*/ 6392581 h 6387957"/>
                    <a:gd name="connsiteX1" fmla="*/ 0 w 200346"/>
                    <a:gd name="connsiteY1" fmla="*/ 0 h 6387957"/>
                    <a:gd name="connsiteX2" fmla="*/ 201117 w 200346"/>
                    <a:gd name="connsiteY2" fmla="*/ 0 h 6387957"/>
                    <a:gd name="connsiteX3" fmla="*/ 201117 w 200346"/>
                    <a:gd name="connsiteY3" fmla="*/ 6392581 h 6387957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</a:cxnLst>
                  <a:rect l="l" t="t" r="r" b="b"/>
                  <a:pathLst>
                    <a:path w="200346" h="6387957">
                      <a:moveTo>
                        <a:pt x="0" y="6392581"/>
                      </a:moveTo>
                      <a:cubicBezTo>
                        <a:pt x="0" y="4261207"/>
                        <a:pt x="0" y="2132145"/>
                        <a:pt x="0" y="0"/>
                      </a:cubicBezTo>
                      <a:cubicBezTo>
                        <a:pt x="67039" y="0"/>
                        <a:pt x="133307" y="0"/>
                        <a:pt x="201117" y="0"/>
                      </a:cubicBezTo>
                      <a:cubicBezTo>
                        <a:pt x="201117" y="2131374"/>
                        <a:pt x="201117" y="4260437"/>
                        <a:pt x="201117" y="6392581"/>
                      </a:cubicBezTo>
                    </a:path>
                  </a:pathLst>
                </a:custGeom>
                <a:grpFill/>
                <a:ln w="7704" cap="flat">
                  <a:noFill/>
                  <a:prstDash val="solid"/>
                  <a:miter/>
                </a:ln>
              </p:spPr>
              <p:txBody>
                <a:bodyPr rtlCol="0" anchor="ctr"/>
                <a:lstStyle/>
                <a:p>
                  <a:endParaRPr lang="en-US" dirty="0">
                    <a:solidFill>
                      <a:srgbClr val="C00000"/>
                    </a:solidFill>
                    <a:latin typeface="Times New Roman" panose="02020603050405020304" pitchFamily="18" charset="0"/>
                    <a:cs typeface="Times New Roman" pitchFamily="18" charset="0"/>
                  </a:endParaRPr>
                </a:p>
              </p:txBody>
            </p:sp>
            <p:sp>
              <p:nvSpPr>
                <p:cNvPr id="9" name="Freeform: Shape 8">
                  <a:extLst>
                    <a:ext uri="{FF2B5EF4-FFF2-40B4-BE49-F238E27FC236}">
                      <a16:creationId xmlns:a16="http://schemas.microsoft.com/office/drawing/2014/main" id="{8E795506-C19E-4D33-8ECE-0DF520B3AEFE}"/>
                    </a:ext>
                  </a:extLst>
                </p:cNvPr>
                <p:cNvSpPr/>
                <p:nvPr/>
              </p:nvSpPr>
              <p:spPr>
                <a:xfrm>
                  <a:off x="4877829" y="2926994"/>
                  <a:ext cx="72212" cy="2394576"/>
                </a:xfrm>
                <a:custGeom>
                  <a:avLst/>
                  <a:gdLst>
                    <a:gd name="connsiteX0" fmla="*/ 0 w 192640"/>
                    <a:gd name="connsiteY0" fmla="*/ 6392581 h 6387957"/>
                    <a:gd name="connsiteX1" fmla="*/ 0 w 192640"/>
                    <a:gd name="connsiteY1" fmla="*/ 0 h 6387957"/>
                    <a:gd name="connsiteX2" fmla="*/ 198805 w 192640"/>
                    <a:gd name="connsiteY2" fmla="*/ 0 h 6387957"/>
                    <a:gd name="connsiteX3" fmla="*/ 198805 w 192640"/>
                    <a:gd name="connsiteY3" fmla="*/ 6392581 h 6387957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</a:cxnLst>
                  <a:rect l="l" t="t" r="r" b="b"/>
                  <a:pathLst>
                    <a:path w="192640" h="6387957">
                      <a:moveTo>
                        <a:pt x="0" y="6392581"/>
                      </a:moveTo>
                      <a:cubicBezTo>
                        <a:pt x="0" y="4261207"/>
                        <a:pt x="0" y="2131374"/>
                        <a:pt x="0" y="0"/>
                      </a:cubicBezTo>
                      <a:cubicBezTo>
                        <a:pt x="67039" y="0"/>
                        <a:pt x="131766" y="0"/>
                        <a:pt x="198805" y="0"/>
                      </a:cubicBezTo>
                      <a:cubicBezTo>
                        <a:pt x="198805" y="2130603"/>
                        <a:pt x="198805" y="4260437"/>
                        <a:pt x="198805" y="6392581"/>
                      </a:cubicBezTo>
                    </a:path>
                  </a:pathLst>
                </a:custGeom>
                <a:grpFill/>
                <a:ln w="7704" cap="flat">
                  <a:noFill/>
                  <a:prstDash val="solid"/>
                  <a:miter/>
                </a:ln>
              </p:spPr>
              <p:txBody>
                <a:bodyPr rtlCol="0" anchor="ctr"/>
                <a:lstStyle/>
                <a:p>
                  <a:endParaRPr lang="en-US" dirty="0">
                    <a:solidFill>
                      <a:srgbClr val="C00000"/>
                    </a:solidFill>
                    <a:latin typeface="Times New Roman" panose="02020603050405020304" pitchFamily="18" charset="0"/>
                    <a:cs typeface="Times New Roman" pitchFamily="18" charset="0"/>
                  </a:endParaRPr>
                </a:p>
              </p:txBody>
            </p:sp>
            <p:sp>
              <p:nvSpPr>
                <p:cNvPr id="10" name="Freeform: Shape 9">
                  <a:extLst>
                    <a:ext uri="{FF2B5EF4-FFF2-40B4-BE49-F238E27FC236}">
                      <a16:creationId xmlns:a16="http://schemas.microsoft.com/office/drawing/2014/main" id="{3735ADE9-DFBC-40FF-A853-DDEAE403ED0E}"/>
                    </a:ext>
                  </a:extLst>
                </p:cNvPr>
                <p:cNvSpPr/>
                <p:nvPr/>
              </p:nvSpPr>
              <p:spPr>
                <a:xfrm>
                  <a:off x="4559765" y="2926994"/>
                  <a:ext cx="72212" cy="2394576"/>
                </a:xfrm>
                <a:custGeom>
                  <a:avLst/>
                  <a:gdLst>
                    <a:gd name="connsiteX0" fmla="*/ 0 w 192640"/>
                    <a:gd name="connsiteY0" fmla="*/ 6393351 h 6387957"/>
                    <a:gd name="connsiteX1" fmla="*/ 0 w 192640"/>
                    <a:gd name="connsiteY1" fmla="*/ 0 h 6387957"/>
                    <a:gd name="connsiteX2" fmla="*/ 198034 w 192640"/>
                    <a:gd name="connsiteY2" fmla="*/ 0 h 6387957"/>
                    <a:gd name="connsiteX3" fmla="*/ 198034 w 192640"/>
                    <a:gd name="connsiteY3" fmla="*/ 6393351 h 6387957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</a:cxnLst>
                  <a:rect l="l" t="t" r="r" b="b"/>
                  <a:pathLst>
                    <a:path w="192640" h="6387957">
                      <a:moveTo>
                        <a:pt x="0" y="6393351"/>
                      </a:moveTo>
                      <a:cubicBezTo>
                        <a:pt x="0" y="4261207"/>
                        <a:pt x="0" y="2132145"/>
                        <a:pt x="0" y="0"/>
                      </a:cubicBezTo>
                      <a:cubicBezTo>
                        <a:pt x="67039" y="0"/>
                        <a:pt x="131766" y="0"/>
                        <a:pt x="198034" y="0"/>
                      </a:cubicBezTo>
                      <a:cubicBezTo>
                        <a:pt x="198034" y="2132145"/>
                        <a:pt x="198034" y="4261207"/>
                        <a:pt x="198034" y="6393351"/>
                      </a:cubicBezTo>
                    </a:path>
                  </a:pathLst>
                </a:custGeom>
                <a:grpFill/>
                <a:ln w="7704" cap="flat">
                  <a:noFill/>
                  <a:prstDash val="solid"/>
                  <a:miter/>
                </a:ln>
              </p:spPr>
              <p:txBody>
                <a:bodyPr rtlCol="0" anchor="ctr"/>
                <a:lstStyle/>
                <a:p>
                  <a:endParaRPr lang="en-US" dirty="0">
                    <a:solidFill>
                      <a:srgbClr val="C00000"/>
                    </a:solidFill>
                    <a:latin typeface="Times New Roman" panose="02020603050405020304" pitchFamily="18" charset="0"/>
                    <a:cs typeface="Times New Roman" pitchFamily="18" charset="0"/>
                  </a:endParaRPr>
                </a:p>
              </p:txBody>
            </p:sp>
            <p:sp>
              <p:nvSpPr>
                <p:cNvPr id="11" name="Freeform: Shape 10">
                  <a:extLst>
                    <a:ext uri="{FF2B5EF4-FFF2-40B4-BE49-F238E27FC236}">
                      <a16:creationId xmlns:a16="http://schemas.microsoft.com/office/drawing/2014/main" id="{45B816DB-E16D-434D-9DDC-1E4BB22E411A}"/>
                    </a:ext>
                  </a:extLst>
                </p:cNvPr>
                <p:cNvSpPr/>
                <p:nvPr/>
              </p:nvSpPr>
              <p:spPr>
                <a:xfrm>
                  <a:off x="4433987" y="2926705"/>
                  <a:ext cx="37550" cy="2567886"/>
                </a:xfrm>
                <a:custGeom>
                  <a:avLst/>
                  <a:gdLst>
                    <a:gd name="connsiteX0" fmla="*/ 0 w 100173"/>
                    <a:gd name="connsiteY0" fmla="*/ 6854918 h 6850294"/>
                    <a:gd name="connsiteX1" fmla="*/ 0 w 100173"/>
                    <a:gd name="connsiteY1" fmla="*/ 0 h 6850294"/>
                    <a:gd name="connsiteX2" fmla="*/ 103255 w 100173"/>
                    <a:gd name="connsiteY2" fmla="*/ 0 h 6850294"/>
                    <a:gd name="connsiteX3" fmla="*/ 103255 w 100173"/>
                    <a:gd name="connsiteY3" fmla="*/ 6854918 h 6850294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</a:cxnLst>
                  <a:rect l="l" t="t" r="r" b="b"/>
                  <a:pathLst>
                    <a:path w="100173" h="6850294">
                      <a:moveTo>
                        <a:pt x="0" y="6854918"/>
                      </a:moveTo>
                      <a:cubicBezTo>
                        <a:pt x="0" y="4570202"/>
                        <a:pt x="0" y="2286257"/>
                        <a:pt x="0" y="0"/>
                      </a:cubicBezTo>
                      <a:cubicBezTo>
                        <a:pt x="34675" y="0"/>
                        <a:pt x="67809" y="0"/>
                        <a:pt x="103255" y="0"/>
                      </a:cubicBezTo>
                      <a:cubicBezTo>
                        <a:pt x="103255" y="2284716"/>
                        <a:pt x="103255" y="4567891"/>
                        <a:pt x="103255" y="6854918"/>
                      </a:cubicBezTo>
                    </a:path>
                  </a:pathLst>
                </a:custGeom>
                <a:grpFill/>
                <a:ln w="7704" cap="flat">
                  <a:noFill/>
                  <a:prstDash val="solid"/>
                  <a:miter/>
                </a:ln>
              </p:spPr>
              <p:txBody>
                <a:bodyPr rtlCol="0" anchor="ctr"/>
                <a:lstStyle/>
                <a:p>
                  <a:endParaRPr lang="en-US" dirty="0">
                    <a:solidFill>
                      <a:srgbClr val="C00000"/>
                    </a:solidFill>
                    <a:latin typeface="Times New Roman" panose="02020603050405020304" pitchFamily="18" charset="0"/>
                    <a:cs typeface="Times New Roman" pitchFamily="18" charset="0"/>
                  </a:endParaRPr>
                </a:p>
              </p:txBody>
            </p:sp>
            <p:sp>
              <p:nvSpPr>
                <p:cNvPr id="12" name="Freeform: Shape 11">
                  <a:extLst>
                    <a:ext uri="{FF2B5EF4-FFF2-40B4-BE49-F238E27FC236}">
                      <a16:creationId xmlns:a16="http://schemas.microsoft.com/office/drawing/2014/main" id="{D5D6C9B3-F26D-4538-B939-0107B961839D}"/>
                    </a:ext>
                  </a:extLst>
                </p:cNvPr>
                <p:cNvSpPr/>
                <p:nvPr/>
              </p:nvSpPr>
              <p:spPr>
                <a:xfrm>
                  <a:off x="4366684" y="2927282"/>
                  <a:ext cx="37550" cy="2567886"/>
                </a:xfrm>
                <a:custGeom>
                  <a:avLst/>
                  <a:gdLst>
                    <a:gd name="connsiteX0" fmla="*/ 0 w 100173"/>
                    <a:gd name="connsiteY0" fmla="*/ 6854148 h 6850294"/>
                    <a:gd name="connsiteX1" fmla="*/ 0 w 100173"/>
                    <a:gd name="connsiteY1" fmla="*/ 0 h 6850294"/>
                    <a:gd name="connsiteX2" fmla="*/ 103255 w 100173"/>
                    <a:gd name="connsiteY2" fmla="*/ 0 h 6850294"/>
                    <a:gd name="connsiteX3" fmla="*/ 103255 w 100173"/>
                    <a:gd name="connsiteY3" fmla="*/ 6854918 h 6850294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</a:cxnLst>
                  <a:rect l="l" t="t" r="r" b="b"/>
                  <a:pathLst>
                    <a:path w="100173" h="6850294">
                      <a:moveTo>
                        <a:pt x="0" y="6854148"/>
                      </a:moveTo>
                      <a:cubicBezTo>
                        <a:pt x="0" y="4569432"/>
                        <a:pt x="0" y="2286257"/>
                        <a:pt x="0" y="0"/>
                      </a:cubicBezTo>
                      <a:cubicBezTo>
                        <a:pt x="33905" y="0"/>
                        <a:pt x="67809" y="0"/>
                        <a:pt x="103255" y="0"/>
                      </a:cubicBezTo>
                      <a:cubicBezTo>
                        <a:pt x="103255" y="2285486"/>
                        <a:pt x="103255" y="4568661"/>
                        <a:pt x="103255" y="6854918"/>
                      </a:cubicBezTo>
                    </a:path>
                  </a:pathLst>
                </a:custGeom>
                <a:grpFill/>
                <a:ln w="7704" cap="flat">
                  <a:noFill/>
                  <a:prstDash val="solid"/>
                  <a:miter/>
                </a:ln>
              </p:spPr>
              <p:txBody>
                <a:bodyPr rtlCol="0" anchor="ctr"/>
                <a:lstStyle/>
                <a:p>
                  <a:endParaRPr lang="en-US" dirty="0">
                    <a:solidFill>
                      <a:srgbClr val="C00000"/>
                    </a:solidFill>
                    <a:latin typeface="Times New Roman" panose="02020603050405020304" pitchFamily="18" charset="0"/>
                    <a:cs typeface="Times New Roman" pitchFamily="18" charset="0"/>
                  </a:endParaRPr>
                </a:p>
              </p:txBody>
            </p:sp>
            <p:sp>
              <p:nvSpPr>
                <p:cNvPr id="13" name="Freeform: Shape 12">
                  <a:extLst>
                    <a:ext uri="{FF2B5EF4-FFF2-40B4-BE49-F238E27FC236}">
                      <a16:creationId xmlns:a16="http://schemas.microsoft.com/office/drawing/2014/main" id="{EC07D1C9-009A-483F-95D8-AE22DC2CD8D8}"/>
                    </a:ext>
                  </a:extLst>
                </p:cNvPr>
                <p:cNvSpPr/>
                <p:nvPr/>
              </p:nvSpPr>
              <p:spPr>
                <a:xfrm>
                  <a:off x="5957386" y="2926705"/>
                  <a:ext cx="37550" cy="2567886"/>
                </a:xfrm>
                <a:custGeom>
                  <a:avLst/>
                  <a:gdLst>
                    <a:gd name="connsiteX0" fmla="*/ 0 w 100173"/>
                    <a:gd name="connsiteY0" fmla="*/ 6854918 h 6850294"/>
                    <a:gd name="connsiteX1" fmla="*/ 0 w 100173"/>
                    <a:gd name="connsiteY1" fmla="*/ 0 h 6850294"/>
                    <a:gd name="connsiteX2" fmla="*/ 103255 w 100173"/>
                    <a:gd name="connsiteY2" fmla="*/ 0 h 6850294"/>
                    <a:gd name="connsiteX3" fmla="*/ 103255 w 100173"/>
                    <a:gd name="connsiteY3" fmla="*/ 6854918 h 6850294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</a:cxnLst>
                  <a:rect l="l" t="t" r="r" b="b"/>
                  <a:pathLst>
                    <a:path w="100173" h="6850294">
                      <a:moveTo>
                        <a:pt x="0" y="6854918"/>
                      </a:moveTo>
                      <a:cubicBezTo>
                        <a:pt x="0" y="4570202"/>
                        <a:pt x="0" y="2286257"/>
                        <a:pt x="0" y="0"/>
                      </a:cubicBezTo>
                      <a:cubicBezTo>
                        <a:pt x="34675" y="0"/>
                        <a:pt x="67809" y="0"/>
                        <a:pt x="103255" y="0"/>
                      </a:cubicBezTo>
                      <a:cubicBezTo>
                        <a:pt x="103255" y="2283945"/>
                        <a:pt x="103255" y="4567891"/>
                        <a:pt x="103255" y="6854918"/>
                      </a:cubicBezTo>
                    </a:path>
                  </a:pathLst>
                </a:custGeom>
                <a:grpFill/>
                <a:ln w="7704" cap="flat">
                  <a:noFill/>
                  <a:prstDash val="solid"/>
                  <a:miter/>
                </a:ln>
              </p:spPr>
              <p:txBody>
                <a:bodyPr rtlCol="0" anchor="ctr"/>
                <a:lstStyle/>
                <a:p>
                  <a:endParaRPr lang="en-US" dirty="0">
                    <a:solidFill>
                      <a:srgbClr val="C00000"/>
                    </a:solidFill>
                    <a:latin typeface="Times New Roman" panose="02020603050405020304" pitchFamily="18" charset="0"/>
                    <a:cs typeface="Times New Roman" pitchFamily="18" charset="0"/>
                  </a:endParaRPr>
                </a:p>
              </p:txBody>
            </p:sp>
            <p:sp>
              <p:nvSpPr>
                <p:cNvPr id="14" name="Freeform: Shape 13">
                  <a:extLst>
                    <a:ext uri="{FF2B5EF4-FFF2-40B4-BE49-F238E27FC236}">
                      <a16:creationId xmlns:a16="http://schemas.microsoft.com/office/drawing/2014/main" id="{F54B353B-E09D-4957-842E-D8AD4D49A921}"/>
                    </a:ext>
                  </a:extLst>
                </p:cNvPr>
                <p:cNvSpPr/>
                <p:nvPr/>
              </p:nvSpPr>
              <p:spPr>
                <a:xfrm>
                  <a:off x="6024689" y="2926127"/>
                  <a:ext cx="37550" cy="2567886"/>
                </a:xfrm>
                <a:custGeom>
                  <a:avLst/>
                  <a:gdLst>
                    <a:gd name="connsiteX0" fmla="*/ 0 w 100173"/>
                    <a:gd name="connsiteY0" fmla="*/ 6857230 h 6850294"/>
                    <a:gd name="connsiteX1" fmla="*/ 0 w 100173"/>
                    <a:gd name="connsiteY1" fmla="*/ 0 h 6850294"/>
                    <a:gd name="connsiteX2" fmla="*/ 52398 w 100173"/>
                    <a:gd name="connsiteY2" fmla="*/ 0 h 6850294"/>
                    <a:gd name="connsiteX3" fmla="*/ 103255 w 100173"/>
                    <a:gd name="connsiteY3" fmla="*/ 0 h 6850294"/>
                    <a:gd name="connsiteX4" fmla="*/ 103255 w 100173"/>
                    <a:gd name="connsiteY4" fmla="*/ 6857230 h 6850294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  <a:cxn ang="0">
                      <a:pos x="connsiteX4" y="connsiteY4"/>
                    </a:cxn>
                  </a:cxnLst>
                  <a:rect l="l" t="t" r="r" b="b"/>
                  <a:pathLst>
                    <a:path w="100173" h="6850294">
                      <a:moveTo>
                        <a:pt x="0" y="6857230"/>
                      </a:moveTo>
                      <a:cubicBezTo>
                        <a:pt x="0" y="4572514"/>
                        <a:pt x="0" y="2288569"/>
                        <a:pt x="0" y="0"/>
                      </a:cubicBezTo>
                      <a:cubicBezTo>
                        <a:pt x="17723" y="0"/>
                        <a:pt x="34675" y="0"/>
                        <a:pt x="52398" y="0"/>
                      </a:cubicBezTo>
                      <a:cubicBezTo>
                        <a:pt x="68580" y="0"/>
                        <a:pt x="84762" y="0"/>
                        <a:pt x="103255" y="0"/>
                      </a:cubicBezTo>
                      <a:cubicBezTo>
                        <a:pt x="103255" y="2287798"/>
                        <a:pt x="103255" y="4571743"/>
                        <a:pt x="103255" y="6857230"/>
                      </a:cubicBezTo>
                    </a:path>
                  </a:pathLst>
                </a:custGeom>
                <a:grpFill/>
                <a:ln w="7704" cap="flat">
                  <a:noFill/>
                  <a:prstDash val="solid"/>
                  <a:miter/>
                </a:ln>
              </p:spPr>
              <p:txBody>
                <a:bodyPr rtlCol="0" anchor="ctr"/>
                <a:lstStyle/>
                <a:p>
                  <a:endParaRPr lang="en-US" dirty="0">
                    <a:solidFill>
                      <a:srgbClr val="C00000"/>
                    </a:solidFill>
                    <a:latin typeface="Times New Roman" panose="02020603050405020304" pitchFamily="18" charset="0"/>
                    <a:cs typeface="Times New Roman" pitchFamily="18" charset="0"/>
                  </a:endParaRPr>
                </a:p>
              </p:txBody>
            </p:sp>
            <p:sp>
              <p:nvSpPr>
                <p:cNvPr id="15" name="Freeform: Shape 14">
                  <a:extLst>
                    <a:ext uri="{FF2B5EF4-FFF2-40B4-BE49-F238E27FC236}">
                      <a16:creationId xmlns:a16="http://schemas.microsoft.com/office/drawing/2014/main" id="{C60F81BD-F891-48DF-8E0D-BDC05CBC7452}"/>
                    </a:ext>
                  </a:extLst>
                </p:cNvPr>
                <p:cNvSpPr/>
                <p:nvPr/>
              </p:nvSpPr>
              <p:spPr>
                <a:xfrm>
                  <a:off x="5890084" y="2926994"/>
                  <a:ext cx="37550" cy="2394576"/>
                </a:xfrm>
                <a:custGeom>
                  <a:avLst/>
                  <a:gdLst>
                    <a:gd name="connsiteX0" fmla="*/ 0 w 100173"/>
                    <a:gd name="connsiteY0" fmla="*/ 6392581 h 6387957"/>
                    <a:gd name="connsiteX1" fmla="*/ 0 w 100173"/>
                    <a:gd name="connsiteY1" fmla="*/ 0 h 6387957"/>
                    <a:gd name="connsiteX2" fmla="*/ 101714 w 100173"/>
                    <a:gd name="connsiteY2" fmla="*/ 0 h 6387957"/>
                    <a:gd name="connsiteX3" fmla="*/ 101714 w 100173"/>
                    <a:gd name="connsiteY3" fmla="*/ 6392581 h 6387957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</a:cxnLst>
                  <a:rect l="l" t="t" r="r" b="b"/>
                  <a:pathLst>
                    <a:path w="100173" h="6387957">
                      <a:moveTo>
                        <a:pt x="0" y="6392581"/>
                      </a:moveTo>
                      <a:cubicBezTo>
                        <a:pt x="0" y="4262748"/>
                        <a:pt x="0" y="2132145"/>
                        <a:pt x="0" y="0"/>
                      </a:cubicBezTo>
                      <a:cubicBezTo>
                        <a:pt x="33904" y="0"/>
                        <a:pt x="67039" y="0"/>
                        <a:pt x="101714" y="0"/>
                      </a:cubicBezTo>
                      <a:cubicBezTo>
                        <a:pt x="101714" y="2130603"/>
                        <a:pt x="101714" y="4260437"/>
                        <a:pt x="101714" y="6392581"/>
                      </a:cubicBezTo>
                    </a:path>
                  </a:pathLst>
                </a:custGeom>
                <a:grpFill/>
                <a:ln w="7704" cap="flat">
                  <a:noFill/>
                  <a:prstDash val="solid"/>
                  <a:miter/>
                </a:ln>
              </p:spPr>
              <p:txBody>
                <a:bodyPr rtlCol="0" anchor="ctr"/>
                <a:lstStyle/>
                <a:p>
                  <a:endParaRPr lang="en-US" dirty="0">
                    <a:solidFill>
                      <a:srgbClr val="C00000"/>
                    </a:solidFill>
                    <a:latin typeface="Times New Roman" panose="02020603050405020304" pitchFamily="18" charset="0"/>
                    <a:cs typeface="Times New Roman" pitchFamily="18" charset="0"/>
                  </a:endParaRPr>
                </a:p>
              </p:txBody>
            </p:sp>
            <p:sp>
              <p:nvSpPr>
                <p:cNvPr id="16" name="Freeform: Shape 15">
                  <a:extLst>
                    <a:ext uri="{FF2B5EF4-FFF2-40B4-BE49-F238E27FC236}">
                      <a16:creationId xmlns:a16="http://schemas.microsoft.com/office/drawing/2014/main" id="{09F9B5B4-A975-4BC1-A4E4-F4869117A798}"/>
                    </a:ext>
                  </a:extLst>
                </p:cNvPr>
                <p:cNvSpPr/>
                <p:nvPr/>
              </p:nvSpPr>
              <p:spPr>
                <a:xfrm>
                  <a:off x="6091991" y="2926994"/>
                  <a:ext cx="37550" cy="2394576"/>
                </a:xfrm>
                <a:custGeom>
                  <a:avLst/>
                  <a:gdLst>
                    <a:gd name="connsiteX0" fmla="*/ 0 w 100173"/>
                    <a:gd name="connsiteY0" fmla="*/ 6393351 h 6387957"/>
                    <a:gd name="connsiteX1" fmla="*/ 0 w 100173"/>
                    <a:gd name="connsiteY1" fmla="*/ 0 h 6387957"/>
                    <a:gd name="connsiteX2" fmla="*/ 103255 w 100173"/>
                    <a:gd name="connsiteY2" fmla="*/ 0 h 6387957"/>
                    <a:gd name="connsiteX3" fmla="*/ 103255 w 100173"/>
                    <a:gd name="connsiteY3" fmla="*/ 6393351 h 6387957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</a:cxnLst>
                  <a:rect l="l" t="t" r="r" b="b"/>
                  <a:pathLst>
                    <a:path w="100173" h="6387957">
                      <a:moveTo>
                        <a:pt x="0" y="6393351"/>
                      </a:moveTo>
                      <a:cubicBezTo>
                        <a:pt x="0" y="4261978"/>
                        <a:pt x="0" y="2132915"/>
                        <a:pt x="0" y="0"/>
                      </a:cubicBezTo>
                      <a:cubicBezTo>
                        <a:pt x="34675" y="0"/>
                        <a:pt x="67809" y="0"/>
                        <a:pt x="103255" y="0"/>
                      </a:cubicBezTo>
                      <a:cubicBezTo>
                        <a:pt x="103255" y="2131374"/>
                        <a:pt x="103255" y="4261207"/>
                        <a:pt x="103255" y="6393351"/>
                      </a:cubicBezTo>
                    </a:path>
                  </a:pathLst>
                </a:custGeom>
                <a:grpFill/>
                <a:ln w="7704" cap="flat">
                  <a:noFill/>
                  <a:prstDash val="solid"/>
                  <a:miter/>
                </a:ln>
              </p:spPr>
              <p:txBody>
                <a:bodyPr rtlCol="0" anchor="ctr"/>
                <a:lstStyle/>
                <a:p>
                  <a:endParaRPr lang="en-US" dirty="0">
                    <a:solidFill>
                      <a:srgbClr val="C00000"/>
                    </a:solidFill>
                    <a:latin typeface="Times New Roman" panose="02020603050405020304" pitchFamily="18" charset="0"/>
                    <a:cs typeface="Times New Roman" pitchFamily="18" charset="0"/>
                  </a:endParaRPr>
                </a:p>
              </p:txBody>
            </p:sp>
            <p:sp>
              <p:nvSpPr>
                <p:cNvPr id="17" name="Freeform: Shape 16">
                  <a:extLst>
                    <a:ext uri="{FF2B5EF4-FFF2-40B4-BE49-F238E27FC236}">
                      <a16:creationId xmlns:a16="http://schemas.microsoft.com/office/drawing/2014/main" id="{F0F04A50-70C0-4152-B892-712F604BB364}"/>
                    </a:ext>
                  </a:extLst>
                </p:cNvPr>
                <p:cNvSpPr/>
                <p:nvPr/>
              </p:nvSpPr>
              <p:spPr>
                <a:xfrm>
                  <a:off x="7139759" y="2926994"/>
                  <a:ext cx="109764" cy="2394576"/>
                </a:xfrm>
                <a:custGeom>
                  <a:avLst/>
                  <a:gdLst>
                    <a:gd name="connsiteX0" fmla="*/ 0 w 292813"/>
                    <a:gd name="connsiteY0" fmla="*/ 6393351 h 6387957"/>
                    <a:gd name="connsiteX1" fmla="*/ 0 w 292813"/>
                    <a:gd name="connsiteY1" fmla="*/ 0 h 6387957"/>
                    <a:gd name="connsiteX2" fmla="*/ 295125 w 292813"/>
                    <a:gd name="connsiteY2" fmla="*/ 0 h 6387957"/>
                    <a:gd name="connsiteX3" fmla="*/ 295125 w 292813"/>
                    <a:gd name="connsiteY3" fmla="*/ 6393351 h 6387957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</a:cxnLst>
                  <a:rect l="l" t="t" r="r" b="b"/>
                  <a:pathLst>
                    <a:path w="292813" h="6387957">
                      <a:moveTo>
                        <a:pt x="0" y="6393351"/>
                      </a:moveTo>
                      <a:cubicBezTo>
                        <a:pt x="0" y="4261207"/>
                        <a:pt x="0" y="2131374"/>
                        <a:pt x="0" y="0"/>
                      </a:cubicBezTo>
                      <a:cubicBezTo>
                        <a:pt x="99403" y="0"/>
                        <a:pt x="196493" y="0"/>
                        <a:pt x="295125" y="0"/>
                      </a:cubicBezTo>
                      <a:cubicBezTo>
                        <a:pt x="295125" y="2132145"/>
                        <a:pt x="295125" y="4261207"/>
                        <a:pt x="295125" y="6393351"/>
                      </a:cubicBezTo>
                    </a:path>
                  </a:pathLst>
                </a:custGeom>
                <a:grpFill/>
                <a:ln w="7704" cap="flat">
                  <a:noFill/>
                  <a:prstDash val="solid"/>
                  <a:miter/>
                </a:ln>
              </p:spPr>
              <p:txBody>
                <a:bodyPr rtlCol="0" anchor="ctr"/>
                <a:lstStyle/>
                <a:p>
                  <a:endParaRPr lang="en-US" dirty="0">
                    <a:solidFill>
                      <a:srgbClr val="C00000"/>
                    </a:solidFill>
                    <a:latin typeface="Times New Roman" panose="02020603050405020304" pitchFamily="18" charset="0"/>
                    <a:cs typeface="Times New Roman" pitchFamily="18" charset="0"/>
                  </a:endParaRPr>
                </a:p>
              </p:txBody>
            </p:sp>
            <p:sp>
              <p:nvSpPr>
                <p:cNvPr id="18" name="Freeform: Shape 17">
                  <a:extLst>
                    <a:ext uri="{FF2B5EF4-FFF2-40B4-BE49-F238E27FC236}">
                      <a16:creationId xmlns:a16="http://schemas.microsoft.com/office/drawing/2014/main" id="{71D9C88D-AEA2-48F6-AF2B-D383D97E3535}"/>
                    </a:ext>
                  </a:extLst>
                </p:cNvPr>
                <p:cNvSpPr/>
                <p:nvPr/>
              </p:nvSpPr>
              <p:spPr>
                <a:xfrm>
                  <a:off x="7280788" y="2926994"/>
                  <a:ext cx="37550" cy="2394576"/>
                </a:xfrm>
                <a:custGeom>
                  <a:avLst/>
                  <a:gdLst>
                    <a:gd name="connsiteX0" fmla="*/ 0 w 100173"/>
                    <a:gd name="connsiteY0" fmla="*/ 6392581 h 6387957"/>
                    <a:gd name="connsiteX1" fmla="*/ 0 w 100173"/>
                    <a:gd name="connsiteY1" fmla="*/ 0 h 6387957"/>
                    <a:gd name="connsiteX2" fmla="*/ 103255 w 100173"/>
                    <a:gd name="connsiteY2" fmla="*/ 0 h 6387957"/>
                    <a:gd name="connsiteX3" fmla="*/ 103255 w 100173"/>
                    <a:gd name="connsiteY3" fmla="*/ 6392581 h 6387957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</a:cxnLst>
                  <a:rect l="l" t="t" r="r" b="b"/>
                  <a:pathLst>
                    <a:path w="100173" h="6387957">
                      <a:moveTo>
                        <a:pt x="0" y="6392581"/>
                      </a:moveTo>
                      <a:cubicBezTo>
                        <a:pt x="0" y="4261207"/>
                        <a:pt x="0" y="2131374"/>
                        <a:pt x="0" y="0"/>
                      </a:cubicBezTo>
                      <a:cubicBezTo>
                        <a:pt x="34675" y="0"/>
                        <a:pt x="67809" y="0"/>
                        <a:pt x="103255" y="0"/>
                      </a:cubicBezTo>
                      <a:cubicBezTo>
                        <a:pt x="103255" y="2130603"/>
                        <a:pt x="103255" y="4260437"/>
                        <a:pt x="103255" y="6392581"/>
                      </a:cubicBezTo>
                    </a:path>
                  </a:pathLst>
                </a:custGeom>
                <a:grpFill/>
                <a:ln w="7704" cap="flat">
                  <a:noFill/>
                  <a:prstDash val="solid"/>
                  <a:miter/>
                </a:ln>
              </p:spPr>
              <p:txBody>
                <a:bodyPr rtlCol="0" anchor="ctr"/>
                <a:lstStyle/>
                <a:p>
                  <a:endParaRPr lang="en-US" dirty="0">
                    <a:solidFill>
                      <a:srgbClr val="C00000"/>
                    </a:solidFill>
                    <a:latin typeface="Times New Roman" panose="02020603050405020304" pitchFamily="18" charset="0"/>
                    <a:cs typeface="Times New Roman" pitchFamily="18" charset="0"/>
                  </a:endParaRPr>
                </a:p>
              </p:txBody>
            </p:sp>
            <p:sp>
              <p:nvSpPr>
                <p:cNvPr id="19" name="Freeform: Shape 18">
                  <a:extLst>
                    <a:ext uri="{FF2B5EF4-FFF2-40B4-BE49-F238E27FC236}">
                      <a16:creationId xmlns:a16="http://schemas.microsoft.com/office/drawing/2014/main" id="{AB8EEA47-0851-4500-8CE0-169E98978C2E}"/>
                    </a:ext>
                  </a:extLst>
                </p:cNvPr>
                <p:cNvSpPr/>
                <p:nvPr/>
              </p:nvSpPr>
              <p:spPr>
                <a:xfrm>
                  <a:off x="7349773" y="2926994"/>
                  <a:ext cx="109764" cy="2394576"/>
                </a:xfrm>
                <a:custGeom>
                  <a:avLst/>
                  <a:gdLst>
                    <a:gd name="connsiteX0" fmla="*/ 0 w 292813"/>
                    <a:gd name="connsiteY0" fmla="*/ 6393351 h 6387957"/>
                    <a:gd name="connsiteX1" fmla="*/ 0 w 292813"/>
                    <a:gd name="connsiteY1" fmla="*/ 0 h 6387957"/>
                    <a:gd name="connsiteX2" fmla="*/ 295125 w 292813"/>
                    <a:gd name="connsiteY2" fmla="*/ 0 h 6387957"/>
                    <a:gd name="connsiteX3" fmla="*/ 295125 w 292813"/>
                    <a:gd name="connsiteY3" fmla="*/ 6393351 h 6387957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</a:cxnLst>
                  <a:rect l="l" t="t" r="r" b="b"/>
                  <a:pathLst>
                    <a:path w="292813" h="6387957">
                      <a:moveTo>
                        <a:pt x="0" y="6393351"/>
                      </a:moveTo>
                      <a:cubicBezTo>
                        <a:pt x="0" y="4261207"/>
                        <a:pt x="0" y="2132145"/>
                        <a:pt x="0" y="0"/>
                      </a:cubicBezTo>
                      <a:cubicBezTo>
                        <a:pt x="99402" y="0"/>
                        <a:pt x="195722" y="0"/>
                        <a:pt x="295125" y="0"/>
                      </a:cubicBezTo>
                      <a:cubicBezTo>
                        <a:pt x="295125" y="2132145"/>
                        <a:pt x="295125" y="4261207"/>
                        <a:pt x="295125" y="6393351"/>
                      </a:cubicBezTo>
                    </a:path>
                  </a:pathLst>
                </a:custGeom>
                <a:grpFill/>
                <a:ln w="7704" cap="flat">
                  <a:noFill/>
                  <a:prstDash val="solid"/>
                  <a:miter/>
                </a:ln>
              </p:spPr>
              <p:txBody>
                <a:bodyPr rtlCol="0" anchor="ctr"/>
                <a:lstStyle/>
                <a:p>
                  <a:endParaRPr lang="en-US" dirty="0">
                    <a:solidFill>
                      <a:srgbClr val="C00000"/>
                    </a:solidFill>
                    <a:latin typeface="Times New Roman" panose="02020603050405020304" pitchFamily="18" charset="0"/>
                    <a:cs typeface="Times New Roman" pitchFamily="18" charset="0"/>
                  </a:endParaRPr>
                </a:p>
              </p:txBody>
            </p:sp>
            <p:sp>
              <p:nvSpPr>
                <p:cNvPr id="20" name="Freeform: Shape 19">
                  <a:extLst>
                    <a:ext uri="{FF2B5EF4-FFF2-40B4-BE49-F238E27FC236}">
                      <a16:creationId xmlns:a16="http://schemas.microsoft.com/office/drawing/2014/main" id="{99CB024E-C751-4D3B-A1FC-DB08068B1DB8}"/>
                    </a:ext>
                  </a:extLst>
                </p:cNvPr>
                <p:cNvSpPr/>
                <p:nvPr/>
              </p:nvSpPr>
              <p:spPr>
                <a:xfrm>
                  <a:off x="7548511" y="2927282"/>
                  <a:ext cx="41911" cy="2569908"/>
                </a:xfrm>
                <a:custGeom>
                  <a:avLst/>
                  <a:gdLst>
                    <a:gd name="connsiteX0" fmla="*/ 0 w 115584"/>
                    <a:gd name="connsiteY0" fmla="*/ 6753975 h 6850294"/>
                    <a:gd name="connsiteX1" fmla="*/ 13099 w 115584"/>
                    <a:gd name="connsiteY1" fmla="*/ 0 h 6850294"/>
                    <a:gd name="connsiteX2" fmla="*/ 118666 w 115584"/>
                    <a:gd name="connsiteY2" fmla="*/ 0 h 6850294"/>
                    <a:gd name="connsiteX3" fmla="*/ 118666 w 115584"/>
                    <a:gd name="connsiteY3" fmla="*/ 6855688 h 6850294"/>
                    <a:gd name="connsiteX0" fmla="*/ 0 w 111805"/>
                    <a:gd name="connsiteY0" fmla="*/ 6836322 h 6855688"/>
                    <a:gd name="connsiteX1" fmla="*/ 6237 w 111805"/>
                    <a:gd name="connsiteY1" fmla="*/ 0 h 6855688"/>
                    <a:gd name="connsiteX2" fmla="*/ 111804 w 111805"/>
                    <a:gd name="connsiteY2" fmla="*/ 0 h 6855688"/>
                    <a:gd name="connsiteX3" fmla="*/ 111804 w 111805"/>
                    <a:gd name="connsiteY3" fmla="*/ 6855688 h 6855688"/>
                    <a:gd name="connsiteX0" fmla="*/ 0 w 111804"/>
                    <a:gd name="connsiteY0" fmla="*/ 6853478 h 6855688"/>
                    <a:gd name="connsiteX1" fmla="*/ 6237 w 111804"/>
                    <a:gd name="connsiteY1" fmla="*/ 0 h 6855688"/>
                    <a:gd name="connsiteX2" fmla="*/ 111804 w 111804"/>
                    <a:gd name="connsiteY2" fmla="*/ 0 h 6855688"/>
                    <a:gd name="connsiteX3" fmla="*/ 111804 w 111804"/>
                    <a:gd name="connsiteY3" fmla="*/ 6855688 h 6855688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</a:cxnLst>
                  <a:rect l="l" t="t" r="r" b="b"/>
                  <a:pathLst>
                    <a:path w="111804" h="6855688">
                      <a:moveTo>
                        <a:pt x="0" y="6853478"/>
                      </a:moveTo>
                      <a:cubicBezTo>
                        <a:pt x="14640" y="4603437"/>
                        <a:pt x="3155" y="2253123"/>
                        <a:pt x="6237" y="0"/>
                      </a:cubicBezTo>
                      <a:lnTo>
                        <a:pt x="111804" y="0"/>
                      </a:lnTo>
                      <a:lnTo>
                        <a:pt x="111804" y="6855688"/>
                      </a:lnTo>
                    </a:path>
                  </a:pathLst>
                </a:custGeom>
                <a:grpFill/>
                <a:ln w="7704" cap="flat">
                  <a:noFill/>
                  <a:prstDash val="solid"/>
                  <a:miter/>
                </a:ln>
              </p:spPr>
              <p:txBody>
                <a:bodyPr rtlCol="0" anchor="ctr"/>
                <a:lstStyle/>
                <a:p>
                  <a:endParaRPr lang="en-US" dirty="0">
                    <a:solidFill>
                      <a:srgbClr val="C00000"/>
                    </a:solidFill>
                    <a:latin typeface="Times New Roman" panose="02020603050405020304" pitchFamily="18" charset="0"/>
                    <a:cs typeface="Times New Roman" pitchFamily="18" charset="0"/>
                  </a:endParaRPr>
                </a:p>
              </p:txBody>
            </p:sp>
            <p:sp>
              <p:nvSpPr>
                <p:cNvPr id="21" name="Freeform: Shape 20">
                  <a:extLst>
                    <a:ext uri="{FF2B5EF4-FFF2-40B4-BE49-F238E27FC236}">
                      <a16:creationId xmlns:a16="http://schemas.microsoft.com/office/drawing/2014/main" id="{1BDA8D11-4AAC-43CC-B408-A388F56971AF}"/>
                    </a:ext>
                  </a:extLst>
                </p:cNvPr>
                <p:cNvSpPr/>
                <p:nvPr/>
              </p:nvSpPr>
              <p:spPr>
                <a:xfrm>
                  <a:off x="7485249" y="2926994"/>
                  <a:ext cx="37550" cy="2394576"/>
                </a:xfrm>
                <a:custGeom>
                  <a:avLst/>
                  <a:gdLst>
                    <a:gd name="connsiteX0" fmla="*/ 0 w 100173"/>
                    <a:gd name="connsiteY0" fmla="*/ 6392581 h 6387957"/>
                    <a:gd name="connsiteX1" fmla="*/ 0 w 100173"/>
                    <a:gd name="connsiteY1" fmla="*/ 0 h 6387957"/>
                    <a:gd name="connsiteX2" fmla="*/ 103255 w 100173"/>
                    <a:gd name="connsiteY2" fmla="*/ 0 h 6387957"/>
                    <a:gd name="connsiteX3" fmla="*/ 103255 w 100173"/>
                    <a:gd name="connsiteY3" fmla="*/ 6392581 h 6387957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</a:cxnLst>
                  <a:rect l="l" t="t" r="r" b="b"/>
                  <a:pathLst>
                    <a:path w="100173" h="6387957">
                      <a:moveTo>
                        <a:pt x="0" y="6392581"/>
                      </a:moveTo>
                      <a:cubicBezTo>
                        <a:pt x="0" y="4261207"/>
                        <a:pt x="0" y="2131374"/>
                        <a:pt x="0" y="0"/>
                      </a:cubicBezTo>
                      <a:cubicBezTo>
                        <a:pt x="34675" y="0"/>
                        <a:pt x="67809" y="0"/>
                        <a:pt x="103255" y="0"/>
                      </a:cubicBezTo>
                      <a:cubicBezTo>
                        <a:pt x="103255" y="2130603"/>
                        <a:pt x="103255" y="4260437"/>
                        <a:pt x="103255" y="6392581"/>
                      </a:cubicBezTo>
                    </a:path>
                  </a:pathLst>
                </a:custGeom>
                <a:grpFill/>
                <a:ln w="7704" cap="flat">
                  <a:noFill/>
                  <a:prstDash val="solid"/>
                  <a:miter/>
                </a:ln>
              </p:spPr>
              <p:txBody>
                <a:bodyPr rtlCol="0" anchor="ctr"/>
                <a:lstStyle/>
                <a:p>
                  <a:endParaRPr lang="en-US" dirty="0">
                    <a:solidFill>
                      <a:srgbClr val="C00000"/>
                    </a:solidFill>
                    <a:latin typeface="Times New Roman" panose="02020603050405020304" pitchFamily="18" charset="0"/>
                    <a:cs typeface="Times New Roman" pitchFamily="18" charset="0"/>
                  </a:endParaRPr>
                </a:p>
              </p:txBody>
            </p:sp>
            <p:sp>
              <p:nvSpPr>
                <p:cNvPr id="22" name="Freeform: Shape 21">
                  <a:extLst>
                    <a:ext uri="{FF2B5EF4-FFF2-40B4-BE49-F238E27FC236}">
                      <a16:creationId xmlns:a16="http://schemas.microsoft.com/office/drawing/2014/main" id="{3EE00667-7B8F-4892-BF72-8EA3745153E0}"/>
                    </a:ext>
                  </a:extLst>
                </p:cNvPr>
                <p:cNvSpPr/>
                <p:nvPr/>
              </p:nvSpPr>
              <p:spPr>
                <a:xfrm>
                  <a:off x="7616134" y="2926994"/>
                  <a:ext cx="28885" cy="2567886"/>
                </a:xfrm>
                <a:custGeom>
                  <a:avLst/>
                  <a:gdLst>
                    <a:gd name="connsiteX0" fmla="*/ 0 w 77056"/>
                    <a:gd name="connsiteY0" fmla="*/ 6854918 h 6850294"/>
                    <a:gd name="connsiteX1" fmla="*/ 0 w 77056"/>
                    <a:gd name="connsiteY1" fmla="*/ 0 h 6850294"/>
                    <a:gd name="connsiteX2" fmla="*/ 78597 w 77056"/>
                    <a:gd name="connsiteY2" fmla="*/ 0 h 6850294"/>
                    <a:gd name="connsiteX3" fmla="*/ 78597 w 77056"/>
                    <a:gd name="connsiteY3" fmla="*/ 6854918 h 6850294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</a:cxnLst>
                  <a:rect l="l" t="t" r="r" b="b"/>
                  <a:pathLst>
                    <a:path w="77056" h="6850294">
                      <a:moveTo>
                        <a:pt x="0" y="6854918"/>
                      </a:moveTo>
                      <a:cubicBezTo>
                        <a:pt x="0" y="4570202"/>
                        <a:pt x="0" y="2286257"/>
                        <a:pt x="0" y="0"/>
                      </a:cubicBezTo>
                      <a:cubicBezTo>
                        <a:pt x="25428" y="0"/>
                        <a:pt x="50087" y="0"/>
                        <a:pt x="78597" y="0"/>
                      </a:cubicBezTo>
                      <a:cubicBezTo>
                        <a:pt x="78597" y="2283175"/>
                        <a:pt x="78597" y="4566350"/>
                        <a:pt x="78597" y="6854918"/>
                      </a:cubicBezTo>
                    </a:path>
                  </a:pathLst>
                </a:custGeom>
                <a:grpFill/>
                <a:ln w="7704" cap="flat">
                  <a:noFill/>
                  <a:prstDash val="solid"/>
                  <a:miter/>
                </a:ln>
              </p:spPr>
              <p:txBody>
                <a:bodyPr rtlCol="0" anchor="ctr"/>
                <a:lstStyle/>
                <a:p>
                  <a:endParaRPr lang="en-US" dirty="0">
                    <a:solidFill>
                      <a:srgbClr val="C00000"/>
                    </a:solidFill>
                    <a:latin typeface="Times New Roman" panose="02020603050405020304" pitchFamily="18" charset="0"/>
                    <a:cs typeface="Times New Roman" pitchFamily="18" charset="0"/>
                  </a:endParaRPr>
                </a:p>
              </p:txBody>
            </p:sp>
            <p:sp>
              <p:nvSpPr>
                <p:cNvPr id="23" name="Freeform: Shape 22">
                  <a:extLst>
                    <a:ext uri="{FF2B5EF4-FFF2-40B4-BE49-F238E27FC236}">
                      <a16:creationId xmlns:a16="http://schemas.microsoft.com/office/drawing/2014/main" id="{902A81A6-28D8-4522-B490-B37A255B8416}"/>
                    </a:ext>
                  </a:extLst>
                </p:cNvPr>
                <p:cNvSpPr/>
                <p:nvPr/>
              </p:nvSpPr>
              <p:spPr>
                <a:xfrm>
                  <a:off x="6838507" y="2926994"/>
                  <a:ext cx="109764" cy="2394576"/>
                </a:xfrm>
                <a:custGeom>
                  <a:avLst/>
                  <a:gdLst>
                    <a:gd name="connsiteX0" fmla="*/ 0 w 292813"/>
                    <a:gd name="connsiteY0" fmla="*/ 6393351 h 6387957"/>
                    <a:gd name="connsiteX1" fmla="*/ 0 w 292813"/>
                    <a:gd name="connsiteY1" fmla="*/ 0 h 6387957"/>
                    <a:gd name="connsiteX2" fmla="*/ 295125 w 292813"/>
                    <a:gd name="connsiteY2" fmla="*/ 0 h 6387957"/>
                    <a:gd name="connsiteX3" fmla="*/ 295125 w 292813"/>
                    <a:gd name="connsiteY3" fmla="*/ 6393351 h 6387957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</a:cxnLst>
                  <a:rect l="l" t="t" r="r" b="b"/>
                  <a:pathLst>
                    <a:path w="292813" h="6387957">
                      <a:moveTo>
                        <a:pt x="0" y="6393351"/>
                      </a:moveTo>
                      <a:cubicBezTo>
                        <a:pt x="0" y="4261207"/>
                        <a:pt x="0" y="2131374"/>
                        <a:pt x="0" y="0"/>
                      </a:cubicBezTo>
                      <a:cubicBezTo>
                        <a:pt x="99403" y="0"/>
                        <a:pt x="196493" y="0"/>
                        <a:pt x="295125" y="0"/>
                      </a:cubicBezTo>
                      <a:cubicBezTo>
                        <a:pt x="295125" y="2132145"/>
                        <a:pt x="295125" y="4261207"/>
                        <a:pt x="295125" y="6393351"/>
                      </a:cubicBezTo>
                    </a:path>
                  </a:pathLst>
                </a:custGeom>
                <a:grpFill/>
                <a:ln w="7704" cap="flat">
                  <a:noFill/>
                  <a:prstDash val="solid"/>
                  <a:miter/>
                </a:ln>
              </p:spPr>
              <p:txBody>
                <a:bodyPr rtlCol="0" anchor="ctr"/>
                <a:lstStyle/>
                <a:p>
                  <a:endParaRPr lang="en-US" dirty="0">
                    <a:solidFill>
                      <a:srgbClr val="C00000"/>
                    </a:solidFill>
                    <a:latin typeface="Times New Roman" panose="02020603050405020304" pitchFamily="18" charset="0"/>
                    <a:cs typeface="Times New Roman" pitchFamily="18" charset="0"/>
                  </a:endParaRPr>
                </a:p>
              </p:txBody>
            </p:sp>
            <p:sp>
              <p:nvSpPr>
                <p:cNvPr id="24" name="Freeform: Shape 23">
                  <a:extLst>
                    <a:ext uri="{FF2B5EF4-FFF2-40B4-BE49-F238E27FC236}">
                      <a16:creationId xmlns:a16="http://schemas.microsoft.com/office/drawing/2014/main" id="{2A569EB6-2490-40DF-9A4A-639E65D35F5C}"/>
                    </a:ext>
                  </a:extLst>
                </p:cNvPr>
                <p:cNvSpPr/>
                <p:nvPr/>
              </p:nvSpPr>
              <p:spPr>
                <a:xfrm>
                  <a:off x="6980994" y="2927282"/>
                  <a:ext cx="37550" cy="2394576"/>
                </a:xfrm>
                <a:custGeom>
                  <a:avLst/>
                  <a:gdLst>
                    <a:gd name="connsiteX0" fmla="*/ 0 w 100173"/>
                    <a:gd name="connsiteY0" fmla="*/ 6392581 h 6387957"/>
                    <a:gd name="connsiteX1" fmla="*/ 0 w 100173"/>
                    <a:gd name="connsiteY1" fmla="*/ 0 h 6387957"/>
                    <a:gd name="connsiteX2" fmla="*/ 103255 w 100173"/>
                    <a:gd name="connsiteY2" fmla="*/ 0 h 6387957"/>
                    <a:gd name="connsiteX3" fmla="*/ 103255 w 100173"/>
                    <a:gd name="connsiteY3" fmla="*/ 6392581 h 6387957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</a:cxnLst>
                  <a:rect l="l" t="t" r="r" b="b"/>
                  <a:pathLst>
                    <a:path w="100173" h="6387957">
                      <a:moveTo>
                        <a:pt x="0" y="6392581"/>
                      </a:moveTo>
                      <a:cubicBezTo>
                        <a:pt x="0" y="4261978"/>
                        <a:pt x="0" y="2132145"/>
                        <a:pt x="0" y="0"/>
                      </a:cubicBezTo>
                      <a:cubicBezTo>
                        <a:pt x="33904" y="0"/>
                        <a:pt x="67809" y="0"/>
                        <a:pt x="103255" y="0"/>
                      </a:cubicBezTo>
                      <a:cubicBezTo>
                        <a:pt x="103255" y="2130603"/>
                        <a:pt x="103255" y="4258895"/>
                        <a:pt x="103255" y="6392581"/>
                      </a:cubicBezTo>
                    </a:path>
                  </a:pathLst>
                </a:custGeom>
                <a:grpFill/>
                <a:ln w="7704" cap="flat">
                  <a:noFill/>
                  <a:prstDash val="solid"/>
                  <a:miter/>
                </a:ln>
              </p:spPr>
              <p:txBody>
                <a:bodyPr rtlCol="0" anchor="ctr"/>
                <a:lstStyle/>
                <a:p>
                  <a:endParaRPr lang="en-US" dirty="0">
                    <a:solidFill>
                      <a:srgbClr val="C00000"/>
                    </a:solidFill>
                    <a:latin typeface="Times New Roman" panose="02020603050405020304" pitchFamily="18" charset="0"/>
                    <a:cs typeface="Times New Roman" pitchFamily="18" charset="0"/>
                  </a:endParaRPr>
                </a:p>
              </p:txBody>
            </p:sp>
            <p:sp>
              <p:nvSpPr>
                <p:cNvPr id="25" name="Freeform: Shape 24">
                  <a:extLst>
                    <a:ext uri="{FF2B5EF4-FFF2-40B4-BE49-F238E27FC236}">
                      <a16:creationId xmlns:a16="http://schemas.microsoft.com/office/drawing/2014/main" id="{7DC04B7B-FFF7-4CAC-BF2B-7AF98E950FE2}"/>
                    </a:ext>
                  </a:extLst>
                </p:cNvPr>
                <p:cNvSpPr/>
                <p:nvPr/>
              </p:nvSpPr>
              <p:spPr>
                <a:xfrm>
                  <a:off x="7065051" y="2926994"/>
                  <a:ext cx="37550" cy="2394576"/>
                </a:xfrm>
                <a:custGeom>
                  <a:avLst/>
                  <a:gdLst>
                    <a:gd name="connsiteX0" fmla="*/ 0 w 100173"/>
                    <a:gd name="connsiteY0" fmla="*/ 6392581 h 6387957"/>
                    <a:gd name="connsiteX1" fmla="*/ 0 w 100173"/>
                    <a:gd name="connsiteY1" fmla="*/ 0 h 6387957"/>
                    <a:gd name="connsiteX2" fmla="*/ 103255 w 100173"/>
                    <a:gd name="connsiteY2" fmla="*/ 0 h 6387957"/>
                    <a:gd name="connsiteX3" fmla="*/ 103255 w 100173"/>
                    <a:gd name="connsiteY3" fmla="*/ 6392581 h 6387957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</a:cxnLst>
                  <a:rect l="l" t="t" r="r" b="b"/>
                  <a:pathLst>
                    <a:path w="100173" h="6387957">
                      <a:moveTo>
                        <a:pt x="0" y="6392581"/>
                      </a:moveTo>
                      <a:cubicBezTo>
                        <a:pt x="0" y="4261978"/>
                        <a:pt x="0" y="2132145"/>
                        <a:pt x="0" y="0"/>
                      </a:cubicBezTo>
                      <a:cubicBezTo>
                        <a:pt x="33904" y="0"/>
                        <a:pt x="67809" y="0"/>
                        <a:pt x="103255" y="0"/>
                      </a:cubicBezTo>
                      <a:cubicBezTo>
                        <a:pt x="103255" y="2130603"/>
                        <a:pt x="103255" y="4258895"/>
                        <a:pt x="103255" y="6392581"/>
                      </a:cubicBezTo>
                    </a:path>
                  </a:pathLst>
                </a:custGeom>
                <a:grpFill/>
                <a:ln w="7704" cap="flat">
                  <a:noFill/>
                  <a:prstDash val="solid"/>
                  <a:miter/>
                </a:ln>
              </p:spPr>
              <p:txBody>
                <a:bodyPr rtlCol="0" anchor="ctr"/>
                <a:lstStyle/>
                <a:p>
                  <a:endParaRPr lang="en-US" dirty="0">
                    <a:solidFill>
                      <a:srgbClr val="C00000"/>
                    </a:solidFill>
                    <a:latin typeface="Times New Roman" panose="02020603050405020304" pitchFamily="18" charset="0"/>
                    <a:cs typeface="Times New Roman" pitchFamily="18" charset="0"/>
                  </a:endParaRPr>
                </a:p>
              </p:txBody>
            </p:sp>
            <p:sp>
              <p:nvSpPr>
                <p:cNvPr id="26" name="Freeform: Shape 25">
                  <a:extLst>
                    <a:ext uri="{FF2B5EF4-FFF2-40B4-BE49-F238E27FC236}">
                      <a16:creationId xmlns:a16="http://schemas.microsoft.com/office/drawing/2014/main" id="{99FD279C-9B71-46A5-9519-57C2FDE43882}"/>
                    </a:ext>
                  </a:extLst>
                </p:cNvPr>
                <p:cNvSpPr/>
                <p:nvPr/>
              </p:nvSpPr>
              <p:spPr>
                <a:xfrm>
                  <a:off x="6754449" y="2926127"/>
                  <a:ext cx="37550" cy="2394576"/>
                </a:xfrm>
                <a:custGeom>
                  <a:avLst/>
                  <a:gdLst>
                    <a:gd name="connsiteX0" fmla="*/ 0 w 100173"/>
                    <a:gd name="connsiteY0" fmla="*/ 6392581 h 6387957"/>
                    <a:gd name="connsiteX1" fmla="*/ 0 w 100173"/>
                    <a:gd name="connsiteY1" fmla="*/ 0 h 6387957"/>
                    <a:gd name="connsiteX2" fmla="*/ 103255 w 100173"/>
                    <a:gd name="connsiteY2" fmla="*/ 0 h 6387957"/>
                    <a:gd name="connsiteX3" fmla="*/ 103255 w 100173"/>
                    <a:gd name="connsiteY3" fmla="*/ 6392581 h 6387957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</a:cxnLst>
                  <a:rect l="l" t="t" r="r" b="b"/>
                  <a:pathLst>
                    <a:path w="100173" h="6387957">
                      <a:moveTo>
                        <a:pt x="0" y="6392581"/>
                      </a:moveTo>
                      <a:cubicBezTo>
                        <a:pt x="0" y="4261978"/>
                        <a:pt x="0" y="2132145"/>
                        <a:pt x="0" y="0"/>
                      </a:cubicBezTo>
                      <a:cubicBezTo>
                        <a:pt x="33905" y="0"/>
                        <a:pt x="67810" y="0"/>
                        <a:pt x="103255" y="0"/>
                      </a:cubicBezTo>
                      <a:cubicBezTo>
                        <a:pt x="103255" y="2131374"/>
                        <a:pt x="103255" y="4260436"/>
                        <a:pt x="103255" y="6392581"/>
                      </a:cubicBezTo>
                    </a:path>
                  </a:pathLst>
                </a:custGeom>
                <a:grpFill/>
                <a:ln w="7704" cap="flat">
                  <a:noFill/>
                  <a:prstDash val="solid"/>
                  <a:miter/>
                </a:ln>
              </p:spPr>
              <p:txBody>
                <a:bodyPr rtlCol="0" anchor="ctr"/>
                <a:lstStyle/>
                <a:p>
                  <a:endParaRPr lang="en-US" dirty="0">
                    <a:solidFill>
                      <a:srgbClr val="C00000"/>
                    </a:solidFill>
                    <a:latin typeface="Times New Roman" panose="02020603050405020304" pitchFamily="18" charset="0"/>
                    <a:cs typeface="Times New Roman" pitchFamily="18" charset="0"/>
                  </a:endParaRPr>
                </a:p>
              </p:txBody>
            </p:sp>
            <p:sp>
              <p:nvSpPr>
                <p:cNvPr id="27" name="Freeform: Shape 26">
                  <a:extLst>
                    <a:ext uri="{FF2B5EF4-FFF2-40B4-BE49-F238E27FC236}">
                      <a16:creationId xmlns:a16="http://schemas.microsoft.com/office/drawing/2014/main" id="{E77F362F-1E3A-429A-8A7A-092562BB2825}"/>
                    </a:ext>
                  </a:extLst>
                </p:cNvPr>
                <p:cNvSpPr/>
                <p:nvPr/>
              </p:nvSpPr>
              <p:spPr>
                <a:xfrm>
                  <a:off x="6334914" y="2927282"/>
                  <a:ext cx="37550" cy="2394576"/>
                </a:xfrm>
                <a:custGeom>
                  <a:avLst/>
                  <a:gdLst>
                    <a:gd name="connsiteX0" fmla="*/ 0 w 100173"/>
                    <a:gd name="connsiteY0" fmla="*/ 6393351 h 6387957"/>
                    <a:gd name="connsiteX1" fmla="*/ 0 w 100173"/>
                    <a:gd name="connsiteY1" fmla="*/ 0 h 6387957"/>
                    <a:gd name="connsiteX2" fmla="*/ 103255 w 100173"/>
                    <a:gd name="connsiteY2" fmla="*/ 0 h 6387957"/>
                    <a:gd name="connsiteX3" fmla="*/ 103255 w 100173"/>
                    <a:gd name="connsiteY3" fmla="*/ 6393351 h 6387957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</a:cxnLst>
                  <a:rect l="l" t="t" r="r" b="b"/>
                  <a:pathLst>
                    <a:path w="100173" h="6387957">
                      <a:moveTo>
                        <a:pt x="0" y="6393351"/>
                      </a:moveTo>
                      <a:cubicBezTo>
                        <a:pt x="0" y="4262748"/>
                        <a:pt x="0" y="2132915"/>
                        <a:pt x="0" y="0"/>
                      </a:cubicBezTo>
                      <a:cubicBezTo>
                        <a:pt x="33904" y="0"/>
                        <a:pt x="67809" y="0"/>
                        <a:pt x="103255" y="0"/>
                      </a:cubicBezTo>
                      <a:cubicBezTo>
                        <a:pt x="103255" y="2131374"/>
                        <a:pt x="103255" y="4260436"/>
                        <a:pt x="103255" y="6393351"/>
                      </a:cubicBezTo>
                    </a:path>
                  </a:pathLst>
                </a:custGeom>
                <a:grpFill/>
                <a:ln w="7704" cap="flat">
                  <a:noFill/>
                  <a:prstDash val="solid"/>
                  <a:miter/>
                </a:ln>
              </p:spPr>
              <p:txBody>
                <a:bodyPr rtlCol="0" anchor="ctr"/>
                <a:lstStyle/>
                <a:p>
                  <a:endParaRPr lang="en-US" dirty="0">
                    <a:solidFill>
                      <a:srgbClr val="C00000"/>
                    </a:solidFill>
                    <a:latin typeface="Times New Roman" panose="02020603050405020304" pitchFamily="18" charset="0"/>
                    <a:cs typeface="Times New Roman" pitchFamily="18" charset="0"/>
                  </a:endParaRPr>
                </a:p>
              </p:txBody>
            </p:sp>
            <p:sp>
              <p:nvSpPr>
                <p:cNvPr id="28" name="Freeform: Shape 27">
                  <a:extLst>
                    <a:ext uri="{FF2B5EF4-FFF2-40B4-BE49-F238E27FC236}">
                      <a16:creationId xmlns:a16="http://schemas.microsoft.com/office/drawing/2014/main" id="{BA25F615-E11E-4379-BA54-9819ACDC6FD8}"/>
                    </a:ext>
                  </a:extLst>
                </p:cNvPr>
                <p:cNvSpPr/>
                <p:nvPr/>
              </p:nvSpPr>
              <p:spPr>
                <a:xfrm>
                  <a:off x="6159871" y="2926127"/>
                  <a:ext cx="37550" cy="2397464"/>
                </a:xfrm>
                <a:custGeom>
                  <a:avLst/>
                  <a:gdLst>
                    <a:gd name="connsiteX0" fmla="*/ 0 w 100173"/>
                    <a:gd name="connsiteY0" fmla="*/ 6395663 h 6395662"/>
                    <a:gd name="connsiteX1" fmla="*/ 0 w 100173"/>
                    <a:gd name="connsiteY1" fmla="*/ 0 h 6395662"/>
                    <a:gd name="connsiteX2" fmla="*/ 52398 w 100173"/>
                    <a:gd name="connsiteY2" fmla="*/ 0 h 6395662"/>
                    <a:gd name="connsiteX3" fmla="*/ 103255 w 100173"/>
                    <a:gd name="connsiteY3" fmla="*/ 0 h 6395662"/>
                    <a:gd name="connsiteX4" fmla="*/ 103255 w 100173"/>
                    <a:gd name="connsiteY4" fmla="*/ 6395663 h 6395662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  <a:cxn ang="0">
                      <a:pos x="connsiteX4" y="connsiteY4"/>
                    </a:cxn>
                  </a:cxnLst>
                  <a:rect l="l" t="t" r="r" b="b"/>
                  <a:pathLst>
                    <a:path w="100173" h="6395662">
                      <a:moveTo>
                        <a:pt x="0" y="6395663"/>
                      </a:moveTo>
                      <a:cubicBezTo>
                        <a:pt x="0" y="4265060"/>
                        <a:pt x="0" y="2135227"/>
                        <a:pt x="0" y="0"/>
                      </a:cubicBezTo>
                      <a:cubicBezTo>
                        <a:pt x="17723" y="0"/>
                        <a:pt x="34675" y="0"/>
                        <a:pt x="52398" y="0"/>
                      </a:cubicBezTo>
                      <a:cubicBezTo>
                        <a:pt x="68580" y="0"/>
                        <a:pt x="84762" y="0"/>
                        <a:pt x="103255" y="0"/>
                      </a:cubicBezTo>
                      <a:cubicBezTo>
                        <a:pt x="103255" y="2132915"/>
                        <a:pt x="103255" y="4261977"/>
                        <a:pt x="103255" y="6395663"/>
                      </a:cubicBezTo>
                    </a:path>
                  </a:pathLst>
                </a:custGeom>
                <a:grpFill/>
                <a:ln w="7704" cap="flat">
                  <a:noFill/>
                  <a:prstDash val="solid"/>
                  <a:miter/>
                </a:ln>
              </p:spPr>
              <p:txBody>
                <a:bodyPr rtlCol="0" anchor="ctr"/>
                <a:lstStyle/>
                <a:p>
                  <a:endParaRPr lang="en-US" dirty="0">
                    <a:solidFill>
                      <a:srgbClr val="C00000"/>
                    </a:solidFill>
                    <a:latin typeface="Times New Roman" panose="02020603050405020304" pitchFamily="18" charset="0"/>
                    <a:cs typeface="Times New Roman" pitchFamily="18" charset="0"/>
                  </a:endParaRPr>
                </a:p>
              </p:txBody>
            </p:sp>
            <p:sp>
              <p:nvSpPr>
                <p:cNvPr id="29" name="Freeform: Shape 28">
                  <a:extLst>
                    <a:ext uri="{FF2B5EF4-FFF2-40B4-BE49-F238E27FC236}">
                      <a16:creationId xmlns:a16="http://schemas.microsoft.com/office/drawing/2014/main" id="{43767ECE-21FE-4B4C-89B1-0E19BEADDA56}"/>
                    </a:ext>
                  </a:extLst>
                </p:cNvPr>
                <p:cNvSpPr/>
                <p:nvPr/>
              </p:nvSpPr>
              <p:spPr>
                <a:xfrm>
                  <a:off x="6231712" y="2926127"/>
                  <a:ext cx="72212" cy="2394576"/>
                </a:xfrm>
                <a:custGeom>
                  <a:avLst/>
                  <a:gdLst>
                    <a:gd name="connsiteX0" fmla="*/ 0 w 192640"/>
                    <a:gd name="connsiteY0" fmla="*/ 6392581 h 6387957"/>
                    <a:gd name="connsiteX1" fmla="*/ 0 w 192640"/>
                    <a:gd name="connsiteY1" fmla="*/ 0 h 6387957"/>
                    <a:gd name="connsiteX2" fmla="*/ 198805 w 192640"/>
                    <a:gd name="connsiteY2" fmla="*/ 0 h 6387957"/>
                    <a:gd name="connsiteX3" fmla="*/ 198805 w 192640"/>
                    <a:gd name="connsiteY3" fmla="*/ 6392581 h 6387957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</a:cxnLst>
                  <a:rect l="l" t="t" r="r" b="b"/>
                  <a:pathLst>
                    <a:path w="192640" h="6387957">
                      <a:moveTo>
                        <a:pt x="0" y="6392581"/>
                      </a:moveTo>
                      <a:cubicBezTo>
                        <a:pt x="0" y="4261207"/>
                        <a:pt x="0" y="2132145"/>
                        <a:pt x="0" y="0"/>
                      </a:cubicBezTo>
                      <a:cubicBezTo>
                        <a:pt x="66268" y="0"/>
                        <a:pt x="131766" y="0"/>
                        <a:pt x="198805" y="0"/>
                      </a:cubicBezTo>
                      <a:cubicBezTo>
                        <a:pt x="198805" y="2131374"/>
                        <a:pt x="198805" y="4261207"/>
                        <a:pt x="198805" y="6392581"/>
                      </a:cubicBezTo>
                    </a:path>
                  </a:pathLst>
                </a:custGeom>
                <a:grpFill/>
                <a:ln w="7704" cap="flat">
                  <a:noFill/>
                  <a:prstDash val="solid"/>
                  <a:miter/>
                </a:ln>
              </p:spPr>
              <p:txBody>
                <a:bodyPr rtlCol="0" anchor="ctr"/>
                <a:lstStyle/>
                <a:p>
                  <a:endParaRPr lang="en-US" dirty="0">
                    <a:solidFill>
                      <a:srgbClr val="C00000"/>
                    </a:solidFill>
                    <a:latin typeface="Times New Roman" panose="02020603050405020304" pitchFamily="18" charset="0"/>
                    <a:cs typeface="Times New Roman" pitchFamily="18" charset="0"/>
                  </a:endParaRPr>
                </a:p>
              </p:txBody>
            </p:sp>
            <p:sp>
              <p:nvSpPr>
                <p:cNvPr id="30" name="Freeform: Shape 29">
                  <a:extLst>
                    <a:ext uri="{FF2B5EF4-FFF2-40B4-BE49-F238E27FC236}">
                      <a16:creationId xmlns:a16="http://schemas.microsoft.com/office/drawing/2014/main" id="{E117A468-C0B3-46FD-8EC1-6AE134264BA0}"/>
                    </a:ext>
                  </a:extLst>
                </p:cNvPr>
                <p:cNvSpPr/>
                <p:nvPr/>
              </p:nvSpPr>
              <p:spPr>
                <a:xfrm>
                  <a:off x="6598401" y="2927282"/>
                  <a:ext cx="37550" cy="2394576"/>
                </a:xfrm>
                <a:custGeom>
                  <a:avLst/>
                  <a:gdLst>
                    <a:gd name="connsiteX0" fmla="*/ 0 w 100173"/>
                    <a:gd name="connsiteY0" fmla="*/ 6392581 h 6387957"/>
                    <a:gd name="connsiteX1" fmla="*/ 0 w 100173"/>
                    <a:gd name="connsiteY1" fmla="*/ 0 h 6387957"/>
                    <a:gd name="connsiteX2" fmla="*/ 103255 w 100173"/>
                    <a:gd name="connsiteY2" fmla="*/ 0 h 6387957"/>
                    <a:gd name="connsiteX3" fmla="*/ 103255 w 100173"/>
                    <a:gd name="connsiteY3" fmla="*/ 6392581 h 6387957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</a:cxnLst>
                  <a:rect l="l" t="t" r="r" b="b"/>
                  <a:pathLst>
                    <a:path w="100173" h="6387957">
                      <a:moveTo>
                        <a:pt x="0" y="6392581"/>
                      </a:moveTo>
                      <a:cubicBezTo>
                        <a:pt x="0" y="4261207"/>
                        <a:pt x="0" y="2131374"/>
                        <a:pt x="0" y="0"/>
                      </a:cubicBezTo>
                      <a:cubicBezTo>
                        <a:pt x="34675" y="0"/>
                        <a:pt x="67809" y="0"/>
                        <a:pt x="103255" y="0"/>
                      </a:cubicBezTo>
                      <a:cubicBezTo>
                        <a:pt x="103255" y="2130603"/>
                        <a:pt x="103255" y="4260437"/>
                        <a:pt x="103255" y="6392581"/>
                      </a:cubicBezTo>
                    </a:path>
                  </a:pathLst>
                </a:custGeom>
                <a:grpFill/>
                <a:ln w="7704" cap="flat">
                  <a:noFill/>
                  <a:prstDash val="solid"/>
                  <a:miter/>
                </a:ln>
              </p:spPr>
              <p:txBody>
                <a:bodyPr rtlCol="0" anchor="ctr"/>
                <a:lstStyle/>
                <a:p>
                  <a:endParaRPr lang="en-US" dirty="0">
                    <a:solidFill>
                      <a:srgbClr val="C00000"/>
                    </a:solidFill>
                    <a:latin typeface="Times New Roman" panose="02020603050405020304" pitchFamily="18" charset="0"/>
                    <a:cs typeface="Times New Roman" pitchFamily="18" charset="0"/>
                  </a:endParaRPr>
                </a:p>
              </p:txBody>
            </p:sp>
            <p:sp>
              <p:nvSpPr>
                <p:cNvPr id="31" name="Freeform: Shape 30">
                  <a:extLst>
                    <a:ext uri="{FF2B5EF4-FFF2-40B4-BE49-F238E27FC236}">
                      <a16:creationId xmlns:a16="http://schemas.microsoft.com/office/drawing/2014/main" id="{939B7FCC-CDDF-4A11-A2F1-C8F70FF2EEB4}"/>
                    </a:ext>
                  </a:extLst>
                </p:cNvPr>
                <p:cNvSpPr/>
                <p:nvPr/>
              </p:nvSpPr>
              <p:spPr>
                <a:xfrm>
                  <a:off x="6680669" y="2927282"/>
                  <a:ext cx="37550" cy="2394576"/>
                </a:xfrm>
                <a:custGeom>
                  <a:avLst/>
                  <a:gdLst>
                    <a:gd name="connsiteX0" fmla="*/ 0 w 100173"/>
                    <a:gd name="connsiteY0" fmla="*/ 6392581 h 6387957"/>
                    <a:gd name="connsiteX1" fmla="*/ 0 w 100173"/>
                    <a:gd name="connsiteY1" fmla="*/ 0 h 6387957"/>
                    <a:gd name="connsiteX2" fmla="*/ 103255 w 100173"/>
                    <a:gd name="connsiteY2" fmla="*/ 0 h 6387957"/>
                    <a:gd name="connsiteX3" fmla="*/ 103255 w 100173"/>
                    <a:gd name="connsiteY3" fmla="*/ 6392581 h 6387957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</a:cxnLst>
                  <a:rect l="l" t="t" r="r" b="b"/>
                  <a:pathLst>
                    <a:path w="100173" h="6387957">
                      <a:moveTo>
                        <a:pt x="0" y="6392581"/>
                      </a:moveTo>
                      <a:cubicBezTo>
                        <a:pt x="0" y="4261978"/>
                        <a:pt x="0" y="2132145"/>
                        <a:pt x="0" y="0"/>
                      </a:cubicBezTo>
                      <a:cubicBezTo>
                        <a:pt x="33905" y="0"/>
                        <a:pt x="67810" y="0"/>
                        <a:pt x="103255" y="0"/>
                      </a:cubicBezTo>
                      <a:cubicBezTo>
                        <a:pt x="103255" y="2131374"/>
                        <a:pt x="103255" y="4260436"/>
                        <a:pt x="103255" y="6392581"/>
                      </a:cubicBezTo>
                    </a:path>
                  </a:pathLst>
                </a:custGeom>
                <a:grpFill/>
                <a:ln w="7704" cap="flat">
                  <a:noFill/>
                  <a:prstDash val="solid"/>
                  <a:miter/>
                </a:ln>
              </p:spPr>
              <p:txBody>
                <a:bodyPr rtlCol="0" anchor="ctr"/>
                <a:lstStyle/>
                <a:p>
                  <a:endParaRPr lang="en-US" dirty="0">
                    <a:solidFill>
                      <a:srgbClr val="C00000"/>
                    </a:solidFill>
                    <a:latin typeface="Times New Roman" panose="02020603050405020304" pitchFamily="18" charset="0"/>
                    <a:cs typeface="Times New Roman" pitchFamily="18" charset="0"/>
                  </a:endParaRPr>
                </a:p>
              </p:txBody>
            </p:sp>
            <p:sp>
              <p:nvSpPr>
                <p:cNvPr id="32" name="Freeform: Shape 31">
                  <a:extLst>
                    <a:ext uri="{FF2B5EF4-FFF2-40B4-BE49-F238E27FC236}">
                      <a16:creationId xmlns:a16="http://schemas.microsoft.com/office/drawing/2014/main" id="{79A45683-A3FC-4243-9523-B723BBD003A1}"/>
                    </a:ext>
                  </a:extLst>
                </p:cNvPr>
                <p:cNvSpPr/>
                <p:nvPr/>
              </p:nvSpPr>
              <p:spPr>
                <a:xfrm>
                  <a:off x="6516134" y="2927282"/>
                  <a:ext cx="37550" cy="2394576"/>
                </a:xfrm>
                <a:custGeom>
                  <a:avLst/>
                  <a:gdLst>
                    <a:gd name="connsiteX0" fmla="*/ 0 w 100173"/>
                    <a:gd name="connsiteY0" fmla="*/ 6391811 h 6387957"/>
                    <a:gd name="connsiteX1" fmla="*/ 0 w 100173"/>
                    <a:gd name="connsiteY1" fmla="*/ 0 h 6387957"/>
                    <a:gd name="connsiteX2" fmla="*/ 103255 w 100173"/>
                    <a:gd name="connsiteY2" fmla="*/ 0 h 6387957"/>
                    <a:gd name="connsiteX3" fmla="*/ 103255 w 100173"/>
                    <a:gd name="connsiteY3" fmla="*/ 6391811 h 6387957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</a:cxnLst>
                  <a:rect l="l" t="t" r="r" b="b"/>
                  <a:pathLst>
                    <a:path w="100173" h="6387957">
                      <a:moveTo>
                        <a:pt x="0" y="6391811"/>
                      </a:moveTo>
                      <a:cubicBezTo>
                        <a:pt x="0" y="4261978"/>
                        <a:pt x="0" y="2132145"/>
                        <a:pt x="0" y="0"/>
                      </a:cubicBezTo>
                      <a:cubicBezTo>
                        <a:pt x="33134" y="0"/>
                        <a:pt x="67039" y="0"/>
                        <a:pt x="103255" y="0"/>
                      </a:cubicBezTo>
                      <a:cubicBezTo>
                        <a:pt x="103255" y="2130603"/>
                        <a:pt x="103255" y="4260436"/>
                        <a:pt x="103255" y="6391811"/>
                      </a:cubicBezTo>
                    </a:path>
                  </a:pathLst>
                </a:custGeom>
                <a:grpFill/>
                <a:ln w="7704" cap="flat">
                  <a:noFill/>
                  <a:prstDash val="solid"/>
                  <a:miter/>
                </a:ln>
              </p:spPr>
              <p:txBody>
                <a:bodyPr rtlCol="0" anchor="ctr"/>
                <a:lstStyle/>
                <a:p>
                  <a:endParaRPr lang="en-US" dirty="0">
                    <a:solidFill>
                      <a:srgbClr val="C00000"/>
                    </a:solidFill>
                    <a:latin typeface="Times New Roman" panose="02020603050405020304" pitchFamily="18" charset="0"/>
                    <a:cs typeface="Times New Roman" pitchFamily="18" charset="0"/>
                  </a:endParaRPr>
                </a:p>
              </p:txBody>
            </p:sp>
            <p:sp>
              <p:nvSpPr>
                <p:cNvPr id="33" name="Freeform: Shape 32">
                  <a:extLst>
                    <a:ext uri="{FF2B5EF4-FFF2-40B4-BE49-F238E27FC236}">
                      <a16:creationId xmlns:a16="http://schemas.microsoft.com/office/drawing/2014/main" id="{B40B3F0D-8DF8-4702-99BD-23B1475CD452}"/>
                    </a:ext>
                  </a:extLst>
                </p:cNvPr>
                <p:cNvSpPr/>
                <p:nvPr/>
              </p:nvSpPr>
              <p:spPr>
                <a:xfrm>
                  <a:off x="6399205" y="2927282"/>
                  <a:ext cx="72212" cy="2394576"/>
                </a:xfrm>
                <a:custGeom>
                  <a:avLst/>
                  <a:gdLst>
                    <a:gd name="connsiteX0" fmla="*/ 0 w 192640"/>
                    <a:gd name="connsiteY0" fmla="*/ 6392581 h 6387957"/>
                    <a:gd name="connsiteX1" fmla="*/ 0 w 192640"/>
                    <a:gd name="connsiteY1" fmla="*/ 0 h 6387957"/>
                    <a:gd name="connsiteX2" fmla="*/ 198805 w 192640"/>
                    <a:gd name="connsiteY2" fmla="*/ 0 h 6387957"/>
                    <a:gd name="connsiteX3" fmla="*/ 198805 w 192640"/>
                    <a:gd name="connsiteY3" fmla="*/ 6392581 h 6387957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</a:cxnLst>
                  <a:rect l="l" t="t" r="r" b="b"/>
                  <a:pathLst>
                    <a:path w="192640" h="6387957">
                      <a:moveTo>
                        <a:pt x="0" y="6392581"/>
                      </a:moveTo>
                      <a:cubicBezTo>
                        <a:pt x="0" y="4261207"/>
                        <a:pt x="0" y="2132145"/>
                        <a:pt x="0" y="0"/>
                      </a:cubicBezTo>
                      <a:cubicBezTo>
                        <a:pt x="66268" y="0"/>
                        <a:pt x="131766" y="0"/>
                        <a:pt x="198805" y="0"/>
                      </a:cubicBezTo>
                      <a:cubicBezTo>
                        <a:pt x="198805" y="2131374"/>
                        <a:pt x="198805" y="4261207"/>
                        <a:pt x="198805" y="6392581"/>
                      </a:cubicBezTo>
                    </a:path>
                  </a:pathLst>
                </a:custGeom>
                <a:grpFill/>
                <a:ln w="7704" cap="flat">
                  <a:noFill/>
                  <a:prstDash val="solid"/>
                  <a:miter/>
                </a:ln>
              </p:spPr>
              <p:txBody>
                <a:bodyPr rtlCol="0" anchor="ctr"/>
                <a:lstStyle/>
                <a:p>
                  <a:endParaRPr lang="en-US" dirty="0">
                    <a:solidFill>
                      <a:srgbClr val="C00000"/>
                    </a:solidFill>
                    <a:latin typeface="Times New Roman" panose="02020603050405020304" pitchFamily="18" charset="0"/>
                    <a:cs typeface="Times New Roman" pitchFamily="18" charset="0"/>
                  </a:endParaRPr>
                </a:p>
              </p:txBody>
            </p:sp>
            <p:sp>
              <p:nvSpPr>
                <p:cNvPr id="34" name="Freeform: Shape 33">
                  <a:extLst>
                    <a:ext uri="{FF2B5EF4-FFF2-40B4-BE49-F238E27FC236}">
                      <a16:creationId xmlns:a16="http://schemas.microsoft.com/office/drawing/2014/main" id="{0B972A39-D5F1-4DBE-B2F6-AA9010526F16}"/>
                    </a:ext>
                  </a:extLst>
                </p:cNvPr>
                <p:cNvSpPr/>
                <p:nvPr/>
              </p:nvSpPr>
              <p:spPr>
                <a:xfrm>
                  <a:off x="5237391" y="2926127"/>
                  <a:ext cx="144425" cy="2394576"/>
                </a:xfrm>
                <a:custGeom>
                  <a:avLst/>
                  <a:gdLst>
                    <a:gd name="connsiteX0" fmla="*/ 0 w 385280"/>
                    <a:gd name="connsiteY0" fmla="*/ 6393351 h 6387957"/>
                    <a:gd name="connsiteX1" fmla="*/ 0 w 385280"/>
                    <a:gd name="connsiteY1" fmla="*/ 0 h 6387957"/>
                    <a:gd name="connsiteX2" fmla="*/ 387593 w 385280"/>
                    <a:gd name="connsiteY2" fmla="*/ 0 h 6387957"/>
                    <a:gd name="connsiteX3" fmla="*/ 387593 w 385280"/>
                    <a:gd name="connsiteY3" fmla="*/ 6393351 h 6387957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</a:cxnLst>
                  <a:rect l="l" t="t" r="r" b="b"/>
                  <a:pathLst>
                    <a:path w="385280" h="6387957">
                      <a:moveTo>
                        <a:pt x="0" y="6393351"/>
                      </a:moveTo>
                      <a:cubicBezTo>
                        <a:pt x="0" y="4262748"/>
                        <a:pt x="0" y="2132145"/>
                        <a:pt x="0" y="0"/>
                      </a:cubicBezTo>
                      <a:cubicBezTo>
                        <a:pt x="128684" y="0"/>
                        <a:pt x="256597" y="0"/>
                        <a:pt x="387593" y="0"/>
                      </a:cubicBezTo>
                      <a:cubicBezTo>
                        <a:pt x="387593" y="2130603"/>
                        <a:pt x="387593" y="4261207"/>
                        <a:pt x="387593" y="6393351"/>
                      </a:cubicBezTo>
                    </a:path>
                  </a:pathLst>
                </a:custGeom>
                <a:grpFill/>
                <a:ln w="7704" cap="flat">
                  <a:noFill/>
                  <a:prstDash val="solid"/>
                  <a:miter/>
                </a:ln>
              </p:spPr>
              <p:txBody>
                <a:bodyPr rtlCol="0" anchor="ctr"/>
                <a:lstStyle/>
                <a:p>
                  <a:endParaRPr lang="en-US" dirty="0">
                    <a:solidFill>
                      <a:srgbClr val="C00000"/>
                    </a:solidFill>
                    <a:latin typeface="Times New Roman" panose="02020603050405020304" pitchFamily="18" charset="0"/>
                    <a:cs typeface="Times New Roman" pitchFamily="18" charset="0"/>
                  </a:endParaRPr>
                </a:p>
              </p:txBody>
            </p:sp>
            <p:sp>
              <p:nvSpPr>
                <p:cNvPr id="35" name="Freeform: Shape 34">
                  <a:extLst>
                    <a:ext uri="{FF2B5EF4-FFF2-40B4-BE49-F238E27FC236}">
                      <a16:creationId xmlns:a16="http://schemas.microsoft.com/office/drawing/2014/main" id="{C6F21A28-C5C3-423E-816C-EFF154B420AF}"/>
                    </a:ext>
                  </a:extLst>
                </p:cNvPr>
                <p:cNvSpPr/>
                <p:nvPr/>
              </p:nvSpPr>
              <p:spPr>
                <a:xfrm>
                  <a:off x="5123269" y="2926994"/>
                  <a:ext cx="72212" cy="2394576"/>
                </a:xfrm>
                <a:custGeom>
                  <a:avLst/>
                  <a:gdLst>
                    <a:gd name="connsiteX0" fmla="*/ 0 w 192640"/>
                    <a:gd name="connsiteY0" fmla="*/ 6392581 h 6387957"/>
                    <a:gd name="connsiteX1" fmla="*/ 0 w 192640"/>
                    <a:gd name="connsiteY1" fmla="*/ 0 h 6387957"/>
                    <a:gd name="connsiteX2" fmla="*/ 198805 w 192640"/>
                    <a:gd name="connsiteY2" fmla="*/ 0 h 6387957"/>
                    <a:gd name="connsiteX3" fmla="*/ 198805 w 192640"/>
                    <a:gd name="connsiteY3" fmla="*/ 6392581 h 6387957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</a:cxnLst>
                  <a:rect l="l" t="t" r="r" b="b"/>
                  <a:pathLst>
                    <a:path w="192640" h="6387957">
                      <a:moveTo>
                        <a:pt x="0" y="6392581"/>
                      </a:moveTo>
                      <a:cubicBezTo>
                        <a:pt x="0" y="4261207"/>
                        <a:pt x="0" y="2132145"/>
                        <a:pt x="0" y="0"/>
                      </a:cubicBezTo>
                      <a:cubicBezTo>
                        <a:pt x="67039" y="0"/>
                        <a:pt x="131766" y="0"/>
                        <a:pt x="198805" y="0"/>
                      </a:cubicBezTo>
                      <a:cubicBezTo>
                        <a:pt x="198805" y="2130603"/>
                        <a:pt x="198805" y="4259666"/>
                        <a:pt x="198805" y="6392581"/>
                      </a:cubicBezTo>
                    </a:path>
                  </a:pathLst>
                </a:custGeom>
                <a:grpFill/>
                <a:ln w="7704" cap="flat">
                  <a:noFill/>
                  <a:prstDash val="solid"/>
                  <a:miter/>
                </a:ln>
              </p:spPr>
              <p:txBody>
                <a:bodyPr rtlCol="0" anchor="ctr"/>
                <a:lstStyle/>
                <a:p>
                  <a:endParaRPr lang="en-US" dirty="0">
                    <a:solidFill>
                      <a:srgbClr val="C00000"/>
                    </a:solidFill>
                    <a:latin typeface="Times New Roman" panose="02020603050405020304" pitchFamily="18" charset="0"/>
                    <a:cs typeface="Times New Roman" pitchFamily="18" charset="0"/>
                  </a:endParaRPr>
                </a:p>
              </p:txBody>
            </p:sp>
            <p:sp>
              <p:nvSpPr>
                <p:cNvPr id="36" name="Freeform: Shape 35">
                  <a:extLst>
                    <a:ext uri="{FF2B5EF4-FFF2-40B4-BE49-F238E27FC236}">
                      <a16:creationId xmlns:a16="http://schemas.microsoft.com/office/drawing/2014/main" id="{CD2D5180-3504-4AF5-A04B-07F487071B22}"/>
                    </a:ext>
                  </a:extLst>
                </p:cNvPr>
                <p:cNvSpPr/>
                <p:nvPr/>
              </p:nvSpPr>
              <p:spPr>
                <a:xfrm>
                  <a:off x="5611343" y="2927282"/>
                  <a:ext cx="72212" cy="2394576"/>
                </a:xfrm>
                <a:custGeom>
                  <a:avLst/>
                  <a:gdLst>
                    <a:gd name="connsiteX0" fmla="*/ 0 w 192640"/>
                    <a:gd name="connsiteY0" fmla="*/ 6392581 h 6387957"/>
                    <a:gd name="connsiteX1" fmla="*/ 0 w 192640"/>
                    <a:gd name="connsiteY1" fmla="*/ 0 h 6387957"/>
                    <a:gd name="connsiteX2" fmla="*/ 198805 w 192640"/>
                    <a:gd name="connsiteY2" fmla="*/ 0 h 6387957"/>
                    <a:gd name="connsiteX3" fmla="*/ 198805 w 192640"/>
                    <a:gd name="connsiteY3" fmla="*/ 6392581 h 6387957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</a:cxnLst>
                  <a:rect l="l" t="t" r="r" b="b"/>
                  <a:pathLst>
                    <a:path w="192640" h="6387957">
                      <a:moveTo>
                        <a:pt x="0" y="6392581"/>
                      </a:moveTo>
                      <a:cubicBezTo>
                        <a:pt x="0" y="4261207"/>
                        <a:pt x="0" y="2132145"/>
                        <a:pt x="0" y="0"/>
                      </a:cubicBezTo>
                      <a:cubicBezTo>
                        <a:pt x="66268" y="0"/>
                        <a:pt x="131766" y="0"/>
                        <a:pt x="198805" y="0"/>
                      </a:cubicBezTo>
                      <a:cubicBezTo>
                        <a:pt x="198805" y="2131374"/>
                        <a:pt x="198805" y="4261207"/>
                        <a:pt x="198805" y="6392581"/>
                      </a:cubicBezTo>
                    </a:path>
                  </a:pathLst>
                </a:custGeom>
                <a:grpFill/>
                <a:ln w="7704" cap="flat">
                  <a:noFill/>
                  <a:prstDash val="solid"/>
                  <a:miter/>
                </a:ln>
              </p:spPr>
              <p:txBody>
                <a:bodyPr rtlCol="0" anchor="ctr"/>
                <a:lstStyle/>
                <a:p>
                  <a:endParaRPr lang="en-US" dirty="0">
                    <a:solidFill>
                      <a:srgbClr val="C00000"/>
                    </a:solidFill>
                    <a:latin typeface="Times New Roman" panose="02020603050405020304" pitchFamily="18" charset="0"/>
                    <a:cs typeface="Times New Roman" pitchFamily="18" charset="0"/>
                  </a:endParaRPr>
                </a:p>
              </p:txBody>
            </p:sp>
            <p:sp>
              <p:nvSpPr>
                <p:cNvPr id="37" name="Freeform: Shape 36">
                  <a:extLst>
                    <a:ext uri="{FF2B5EF4-FFF2-40B4-BE49-F238E27FC236}">
                      <a16:creationId xmlns:a16="http://schemas.microsoft.com/office/drawing/2014/main" id="{6078D920-7771-4459-9280-C4992F522CBA}"/>
                    </a:ext>
                  </a:extLst>
                </p:cNvPr>
                <p:cNvSpPr/>
                <p:nvPr/>
              </p:nvSpPr>
              <p:spPr>
                <a:xfrm>
                  <a:off x="5407259" y="2926994"/>
                  <a:ext cx="37550" cy="2394576"/>
                </a:xfrm>
                <a:custGeom>
                  <a:avLst/>
                  <a:gdLst>
                    <a:gd name="connsiteX0" fmla="*/ 0 w 100173"/>
                    <a:gd name="connsiteY0" fmla="*/ 6392581 h 6387957"/>
                    <a:gd name="connsiteX1" fmla="*/ 0 w 100173"/>
                    <a:gd name="connsiteY1" fmla="*/ 0 h 6387957"/>
                    <a:gd name="connsiteX2" fmla="*/ 103255 w 100173"/>
                    <a:gd name="connsiteY2" fmla="*/ 0 h 6387957"/>
                    <a:gd name="connsiteX3" fmla="*/ 103255 w 100173"/>
                    <a:gd name="connsiteY3" fmla="*/ 6392581 h 6387957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</a:cxnLst>
                  <a:rect l="l" t="t" r="r" b="b"/>
                  <a:pathLst>
                    <a:path w="100173" h="6387957">
                      <a:moveTo>
                        <a:pt x="0" y="6392581"/>
                      </a:moveTo>
                      <a:cubicBezTo>
                        <a:pt x="0" y="4261978"/>
                        <a:pt x="0" y="2132145"/>
                        <a:pt x="0" y="0"/>
                      </a:cubicBezTo>
                      <a:cubicBezTo>
                        <a:pt x="34675" y="0"/>
                        <a:pt x="67810" y="0"/>
                        <a:pt x="103255" y="0"/>
                      </a:cubicBezTo>
                      <a:cubicBezTo>
                        <a:pt x="103255" y="2130603"/>
                        <a:pt x="103255" y="4259666"/>
                        <a:pt x="103255" y="6392581"/>
                      </a:cubicBezTo>
                    </a:path>
                  </a:pathLst>
                </a:custGeom>
                <a:grpFill/>
                <a:ln w="7704" cap="flat">
                  <a:noFill/>
                  <a:prstDash val="solid"/>
                  <a:miter/>
                </a:ln>
              </p:spPr>
              <p:txBody>
                <a:bodyPr rtlCol="0" anchor="ctr"/>
                <a:lstStyle/>
                <a:p>
                  <a:endParaRPr lang="en-US" dirty="0">
                    <a:solidFill>
                      <a:srgbClr val="C00000"/>
                    </a:solidFill>
                    <a:latin typeface="Times New Roman" panose="02020603050405020304" pitchFamily="18" charset="0"/>
                    <a:cs typeface="Times New Roman" pitchFamily="18" charset="0"/>
                  </a:endParaRPr>
                </a:p>
              </p:txBody>
            </p:sp>
            <p:sp>
              <p:nvSpPr>
                <p:cNvPr id="38" name="Freeform: Shape 37">
                  <a:extLst>
                    <a:ext uri="{FF2B5EF4-FFF2-40B4-BE49-F238E27FC236}">
                      <a16:creationId xmlns:a16="http://schemas.microsoft.com/office/drawing/2014/main" id="{C3F5AF82-D5F9-4252-B824-36671DB16639}"/>
                    </a:ext>
                  </a:extLst>
                </p:cNvPr>
                <p:cNvSpPr/>
                <p:nvPr/>
              </p:nvSpPr>
              <p:spPr>
                <a:xfrm>
                  <a:off x="5470252" y="2926994"/>
                  <a:ext cx="37550" cy="2394576"/>
                </a:xfrm>
                <a:custGeom>
                  <a:avLst/>
                  <a:gdLst>
                    <a:gd name="connsiteX0" fmla="*/ 0 w 100173"/>
                    <a:gd name="connsiteY0" fmla="*/ 6392581 h 6387957"/>
                    <a:gd name="connsiteX1" fmla="*/ 0 w 100173"/>
                    <a:gd name="connsiteY1" fmla="*/ 0 h 6387957"/>
                    <a:gd name="connsiteX2" fmla="*/ 103255 w 100173"/>
                    <a:gd name="connsiteY2" fmla="*/ 0 h 6387957"/>
                    <a:gd name="connsiteX3" fmla="*/ 103255 w 100173"/>
                    <a:gd name="connsiteY3" fmla="*/ 6392581 h 6387957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</a:cxnLst>
                  <a:rect l="l" t="t" r="r" b="b"/>
                  <a:pathLst>
                    <a:path w="100173" h="6387957">
                      <a:moveTo>
                        <a:pt x="0" y="6392581"/>
                      </a:moveTo>
                      <a:cubicBezTo>
                        <a:pt x="0" y="4261978"/>
                        <a:pt x="0" y="2132145"/>
                        <a:pt x="0" y="0"/>
                      </a:cubicBezTo>
                      <a:cubicBezTo>
                        <a:pt x="34675" y="0"/>
                        <a:pt x="67809" y="0"/>
                        <a:pt x="103255" y="0"/>
                      </a:cubicBezTo>
                      <a:cubicBezTo>
                        <a:pt x="103255" y="2130603"/>
                        <a:pt x="103255" y="4259666"/>
                        <a:pt x="103255" y="6392581"/>
                      </a:cubicBezTo>
                    </a:path>
                  </a:pathLst>
                </a:custGeom>
                <a:grpFill/>
                <a:ln w="7704" cap="flat">
                  <a:noFill/>
                  <a:prstDash val="solid"/>
                  <a:miter/>
                </a:ln>
              </p:spPr>
              <p:txBody>
                <a:bodyPr rtlCol="0" anchor="ctr"/>
                <a:lstStyle/>
                <a:p>
                  <a:endParaRPr lang="en-US" dirty="0">
                    <a:solidFill>
                      <a:srgbClr val="C00000"/>
                    </a:solidFill>
                    <a:latin typeface="Times New Roman" panose="02020603050405020304" pitchFamily="18" charset="0"/>
                    <a:cs typeface="Times New Roman" pitchFamily="18" charset="0"/>
                  </a:endParaRPr>
                </a:p>
              </p:txBody>
            </p:sp>
            <p:sp>
              <p:nvSpPr>
                <p:cNvPr id="39" name="Freeform: Shape 38">
                  <a:extLst>
                    <a:ext uri="{FF2B5EF4-FFF2-40B4-BE49-F238E27FC236}">
                      <a16:creationId xmlns:a16="http://schemas.microsoft.com/office/drawing/2014/main" id="{608790BC-CF74-4127-A790-27CC4E8D7766}"/>
                    </a:ext>
                  </a:extLst>
                </p:cNvPr>
                <p:cNvSpPr/>
                <p:nvPr/>
              </p:nvSpPr>
              <p:spPr>
                <a:xfrm>
                  <a:off x="5533244" y="2926127"/>
                  <a:ext cx="37550" cy="2394576"/>
                </a:xfrm>
                <a:custGeom>
                  <a:avLst/>
                  <a:gdLst>
                    <a:gd name="connsiteX0" fmla="*/ 0 w 100173"/>
                    <a:gd name="connsiteY0" fmla="*/ 6392581 h 6387957"/>
                    <a:gd name="connsiteX1" fmla="*/ 0 w 100173"/>
                    <a:gd name="connsiteY1" fmla="*/ 0 h 6387957"/>
                    <a:gd name="connsiteX2" fmla="*/ 103255 w 100173"/>
                    <a:gd name="connsiteY2" fmla="*/ 0 h 6387957"/>
                    <a:gd name="connsiteX3" fmla="*/ 103255 w 100173"/>
                    <a:gd name="connsiteY3" fmla="*/ 6392581 h 6387957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</a:cxnLst>
                  <a:rect l="l" t="t" r="r" b="b"/>
                  <a:pathLst>
                    <a:path w="100173" h="6387957">
                      <a:moveTo>
                        <a:pt x="0" y="6392581"/>
                      </a:moveTo>
                      <a:cubicBezTo>
                        <a:pt x="0" y="4261978"/>
                        <a:pt x="0" y="2132145"/>
                        <a:pt x="0" y="0"/>
                      </a:cubicBezTo>
                      <a:cubicBezTo>
                        <a:pt x="34675" y="0"/>
                        <a:pt x="67809" y="0"/>
                        <a:pt x="103255" y="0"/>
                      </a:cubicBezTo>
                      <a:cubicBezTo>
                        <a:pt x="103255" y="2130603"/>
                        <a:pt x="103255" y="4259666"/>
                        <a:pt x="103255" y="6392581"/>
                      </a:cubicBezTo>
                    </a:path>
                  </a:pathLst>
                </a:custGeom>
                <a:grpFill/>
                <a:ln w="7704" cap="flat">
                  <a:noFill/>
                  <a:prstDash val="solid"/>
                  <a:miter/>
                </a:ln>
              </p:spPr>
              <p:txBody>
                <a:bodyPr rtlCol="0" anchor="ctr"/>
                <a:lstStyle/>
                <a:p>
                  <a:endParaRPr lang="en-US" dirty="0">
                    <a:solidFill>
                      <a:srgbClr val="C00000"/>
                    </a:solidFill>
                    <a:latin typeface="Times New Roman" panose="02020603050405020304" pitchFamily="18" charset="0"/>
                    <a:cs typeface="Times New Roman" pitchFamily="18" charset="0"/>
                  </a:endParaRPr>
                </a:p>
              </p:txBody>
            </p:sp>
          </p:grpSp>
        </p:grpSp>
        <p:grpSp>
          <p:nvGrpSpPr>
            <p:cNvPr id="40" name="Group 39">
              <a:extLst>
                <a:ext uri="{FF2B5EF4-FFF2-40B4-BE49-F238E27FC236}">
                  <a16:creationId xmlns:a16="http://schemas.microsoft.com/office/drawing/2014/main" id="{79445F8C-1794-4081-97F9-DDCDE8889481}"/>
                </a:ext>
              </a:extLst>
            </p:cNvPr>
            <p:cNvGrpSpPr/>
            <p:nvPr/>
          </p:nvGrpSpPr>
          <p:grpSpPr>
            <a:xfrm>
              <a:off x="166248" y="6490548"/>
              <a:ext cx="4247655" cy="273466"/>
              <a:chOff x="4366684" y="2926127"/>
              <a:chExt cx="3278335" cy="2571063"/>
            </a:xfrm>
          </p:grpSpPr>
          <p:sp>
            <p:nvSpPr>
              <p:cNvPr id="41" name="Freeform: Shape 4">
                <a:extLst>
                  <a:ext uri="{FF2B5EF4-FFF2-40B4-BE49-F238E27FC236}">
                    <a16:creationId xmlns:a16="http://schemas.microsoft.com/office/drawing/2014/main" id="{74D575C7-16A7-4D8B-BCCC-3A2CC2EAF554}"/>
                  </a:ext>
                </a:extLst>
              </p:cNvPr>
              <p:cNvSpPr/>
              <p:nvPr/>
            </p:nvSpPr>
            <p:spPr>
              <a:xfrm>
                <a:off x="4744501" y="2926994"/>
                <a:ext cx="72212" cy="2394576"/>
              </a:xfrm>
              <a:custGeom>
                <a:avLst/>
                <a:gdLst>
                  <a:gd name="connsiteX0" fmla="*/ 0 w 192640"/>
                  <a:gd name="connsiteY0" fmla="*/ 6393351 h 6387957"/>
                  <a:gd name="connsiteX1" fmla="*/ 0 w 192640"/>
                  <a:gd name="connsiteY1" fmla="*/ 0 h 6387957"/>
                  <a:gd name="connsiteX2" fmla="*/ 198034 w 192640"/>
                  <a:gd name="connsiteY2" fmla="*/ 0 h 6387957"/>
                  <a:gd name="connsiteX3" fmla="*/ 198034 w 192640"/>
                  <a:gd name="connsiteY3" fmla="*/ 6393351 h 6387957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</a:cxnLst>
                <a:rect l="l" t="t" r="r" b="b"/>
                <a:pathLst>
                  <a:path w="192640" h="6387957">
                    <a:moveTo>
                      <a:pt x="0" y="6393351"/>
                    </a:moveTo>
                    <a:cubicBezTo>
                      <a:pt x="0" y="4261207"/>
                      <a:pt x="0" y="2132145"/>
                      <a:pt x="0" y="0"/>
                    </a:cubicBezTo>
                    <a:cubicBezTo>
                      <a:pt x="67039" y="0"/>
                      <a:pt x="131766" y="0"/>
                      <a:pt x="198034" y="0"/>
                    </a:cubicBezTo>
                    <a:cubicBezTo>
                      <a:pt x="198034" y="2132145"/>
                      <a:pt x="198034" y="4261207"/>
                      <a:pt x="198034" y="6393351"/>
                    </a:cubicBezTo>
                  </a:path>
                </a:pathLst>
              </a:custGeom>
              <a:solidFill>
                <a:schemeClr val="accent5"/>
              </a:solidFill>
              <a:ln w="7704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US" dirty="0">
                  <a:latin typeface="Times New Roman" panose="02020603050405020304" pitchFamily="18" charset="0"/>
                  <a:cs typeface="Times New Roman" pitchFamily="18" charset="0"/>
                </a:endParaRPr>
              </a:p>
            </p:txBody>
          </p:sp>
          <p:sp>
            <p:nvSpPr>
              <p:cNvPr id="42" name="Freeform: Shape 5">
                <a:extLst>
                  <a:ext uri="{FF2B5EF4-FFF2-40B4-BE49-F238E27FC236}">
                    <a16:creationId xmlns:a16="http://schemas.microsoft.com/office/drawing/2014/main" id="{F6284352-7A7E-48DA-8B26-7B51CCB5A721}"/>
                  </a:ext>
                </a:extLst>
              </p:cNvPr>
              <p:cNvSpPr/>
              <p:nvPr/>
            </p:nvSpPr>
            <p:spPr>
              <a:xfrm>
                <a:off x="4676621" y="2926994"/>
                <a:ext cx="37550" cy="2394576"/>
              </a:xfrm>
              <a:custGeom>
                <a:avLst/>
                <a:gdLst>
                  <a:gd name="connsiteX0" fmla="*/ 0 w 100173"/>
                  <a:gd name="connsiteY0" fmla="*/ 6392581 h 6387957"/>
                  <a:gd name="connsiteX1" fmla="*/ 0 w 100173"/>
                  <a:gd name="connsiteY1" fmla="*/ 0 h 6387957"/>
                  <a:gd name="connsiteX2" fmla="*/ 103255 w 100173"/>
                  <a:gd name="connsiteY2" fmla="*/ 0 h 6387957"/>
                  <a:gd name="connsiteX3" fmla="*/ 103255 w 100173"/>
                  <a:gd name="connsiteY3" fmla="*/ 6392581 h 6387957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</a:cxnLst>
                <a:rect l="l" t="t" r="r" b="b"/>
                <a:pathLst>
                  <a:path w="100173" h="6387957">
                    <a:moveTo>
                      <a:pt x="0" y="6392581"/>
                    </a:moveTo>
                    <a:cubicBezTo>
                      <a:pt x="0" y="4261207"/>
                      <a:pt x="0" y="2131374"/>
                      <a:pt x="0" y="0"/>
                    </a:cubicBezTo>
                    <a:cubicBezTo>
                      <a:pt x="34675" y="0"/>
                      <a:pt x="67809" y="0"/>
                      <a:pt x="103255" y="0"/>
                    </a:cubicBezTo>
                    <a:cubicBezTo>
                      <a:pt x="103255" y="2130603"/>
                      <a:pt x="103255" y="4260437"/>
                      <a:pt x="103255" y="6392581"/>
                    </a:cubicBezTo>
                  </a:path>
                </a:pathLst>
              </a:custGeom>
              <a:solidFill>
                <a:schemeClr val="accent5"/>
              </a:solidFill>
              <a:ln w="7704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US" dirty="0">
                  <a:latin typeface="Times New Roman" panose="02020603050405020304" pitchFamily="18" charset="0"/>
                  <a:cs typeface="Times New Roman" pitchFamily="18" charset="0"/>
                </a:endParaRPr>
              </a:p>
            </p:txBody>
          </p:sp>
          <p:sp>
            <p:nvSpPr>
              <p:cNvPr id="43" name="Freeform: Shape 6">
                <a:extLst>
                  <a:ext uri="{FF2B5EF4-FFF2-40B4-BE49-F238E27FC236}">
                    <a16:creationId xmlns:a16="http://schemas.microsoft.com/office/drawing/2014/main" id="{8AB1A5A0-486E-4510-BCA8-845A3DA94D58}"/>
                  </a:ext>
                </a:extLst>
              </p:cNvPr>
              <p:cNvSpPr/>
              <p:nvPr/>
            </p:nvSpPr>
            <p:spPr>
              <a:xfrm>
                <a:off x="5706626" y="2927282"/>
                <a:ext cx="109764" cy="2394576"/>
              </a:xfrm>
              <a:custGeom>
                <a:avLst/>
                <a:gdLst>
                  <a:gd name="connsiteX0" fmla="*/ 0 w 292813"/>
                  <a:gd name="connsiteY0" fmla="*/ 6392581 h 6387957"/>
                  <a:gd name="connsiteX1" fmla="*/ 0 w 292813"/>
                  <a:gd name="connsiteY1" fmla="*/ 0 h 6387957"/>
                  <a:gd name="connsiteX2" fmla="*/ 295125 w 292813"/>
                  <a:gd name="connsiteY2" fmla="*/ 0 h 6387957"/>
                  <a:gd name="connsiteX3" fmla="*/ 295125 w 292813"/>
                  <a:gd name="connsiteY3" fmla="*/ 6392581 h 6387957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</a:cxnLst>
                <a:rect l="l" t="t" r="r" b="b"/>
                <a:pathLst>
                  <a:path w="292813" h="6387957">
                    <a:moveTo>
                      <a:pt x="0" y="6392581"/>
                    </a:moveTo>
                    <a:cubicBezTo>
                      <a:pt x="0" y="4261978"/>
                      <a:pt x="0" y="2132145"/>
                      <a:pt x="0" y="0"/>
                    </a:cubicBezTo>
                    <a:cubicBezTo>
                      <a:pt x="97091" y="0"/>
                      <a:pt x="194952" y="0"/>
                      <a:pt x="295125" y="0"/>
                    </a:cubicBezTo>
                    <a:cubicBezTo>
                      <a:pt x="295125" y="2130603"/>
                      <a:pt x="295125" y="4259666"/>
                      <a:pt x="295125" y="6392581"/>
                    </a:cubicBezTo>
                  </a:path>
                </a:pathLst>
              </a:custGeom>
              <a:solidFill>
                <a:schemeClr val="accent2"/>
              </a:solidFill>
              <a:ln w="7704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US" dirty="0">
                  <a:latin typeface="Times New Roman" panose="02020603050405020304" pitchFamily="18" charset="0"/>
                  <a:cs typeface="Times New Roman" pitchFamily="18" charset="0"/>
                </a:endParaRPr>
              </a:p>
            </p:txBody>
          </p:sp>
          <p:sp>
            <p:nvSpPr>
              <p:cNvPr id="44" name="Freeform: Shape 7">
                <a:extLst>
                  <a:ext uri="{FF2B5EF4-FFF2-40B4-BE49-F238E27FC236}">
                    <a16:creationId xmlns:a16="http://schemas.microsoft.com/office/drawing/2014/main" id="{D81590AB-AD28-44BD-8461-22FE3E26E6E0}"/>
                  </a:ext>
                </a:extLst>
              </p:cNvPr>
              <p:cNvSpPr/>
              <p:nvPr/>
            </p:nvSpPr>
            <p:spPr>
              <a:xfrm>
                <a:off x="5022376" y="2926994"/>
                <a:ext cx="75101" cy="2394576"/>
              </a:xfrm>
              <a:custGeom>
                <a:avLst/>
                <a:gdLst>
                  <a:gd name="connsiteX0" fmla="*/ 0 w 200346"/>
                  <a:gd name="connsiteY0" fmla="*/ 6392581 h 6387957"/>
                  <a:gd name="connsiteX1" fmla="*/ 0 w 200346"/>
                  <a:gd name="connsiteY1" fmla="*/ 0 h 6387957"/>
                  <a:gd name="connsiteX2" fmla="*/ 201117 w 200346"/>
                  <a:gd name="connsiteY2" fmla="*/ 0 h 6387957"/>
                  <a:gd name="connsiteX3" fmla="*/ 201117 w 200346"/>
                  <a:gd name="connsiteY3" fmla="*/ 6392581 h 6387957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</a:cxnLst>
                <a:rect l="l" t="t" r="r" b="b"/>
                <a:pathLst>
                  <a:path w="200346" h="6387957">
                    <a:moveTo>
                      <a:pt x="0" y="6392581"/>
                    </a:moveTo>
                    <a:cubicBezTo>
                      <a:pt x="0" y="4261207"/>
                      <a:pt x="0" y="2132145"/>
                      <a:pt x="0" y="0"/>
                    </a:cubicBezTo>
                    <a:cubicBezTo>
                      <a:pt x="67039" y="0"/>
                      <a:pt x="133307" y="0"/>
                      <a:pt x="201117" y="0"/>
                    </a:cubicBezTo>
                    <a:cubicBezTo>
                      <a:pt x="201117" y="2131374"/>
                      <a:pt x="201117" y="4260437"/>
                      <a:pt x="201117" y="6392581"/>
                    </a:cubicBezTo>
                  </a:path>
                </a:pathLst>
              </a:custGeom>
              <a:solidFill>
                <a:schemeClr val="accent4"/>
              </a:solidFill>
              <a:ln w="7704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US" dirty="0">
                  <a:latin typeface="Times New Roman" panose="02020603050405020304" pitchFamily="18" charset="0"/>
                  <a:cs typeface="Times New Roman" pitchFamily="18" charset="0"/>
                </a:endParaRPr>
              </a:p>
            </p:txBody>
          </p:sp>
          <p:sp>
            <p:nvSpPr>
              <p:cNvPr id="45" name="Freeform: Shape 8">
                <a:extLst>
                  <a:ext uri="{FF2B5EF4-FFF2-40B4-BE49-F238E27FC236}">
                    <a16:creationId xmlns:a16="http://schemas.microsoft.com/office/drawing/2014/main" id="{C3640730-A67E-4C43-A7C2-B4C32BF965C4}"/>
                  </a:ext>
                </a:extLst>
              </p:cNvPr>
              <p:cNvSpPr/>
              <p:nvPr/>
            </p:nvSpPr>
            <p:spPr>
              <a:xfrm>
                <a:off x="4877829" y="2926994"/>
                <a:ext cx="72212" cy="2394576"/>
              </a:xfrm>
              <a:custGeom>
                <a:avLst/>
                <a:gdLst>
                  <a:gd name="connsiteX0" fmla="*/ 0 w 192640"/>
                  <a:gd name="connsiteY0" fmla="*/ 6392581 h 6387957"/>
                  <a:gd name="connsiteX1" fmla="*/ 0 w 192640"/>
                  <a:gd name="connsiteY1" fmla="*/ 0 h 6387957"/>
                  <a:gd name="connsiteX2" fmla="*/ 198805 w 192640"/>
                  <a:gd name="connsiteY2" fmla="*/ 0 h 6387957"/>
                  <a:gd name="connsiteX3" fmla="*/ 198805 w 192640"/>
                  <a:gd name="connsiteY3" fmla="*/ 6392581 h 6387957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</a:cxnLst>
                <a:rect l="l" t="t" r="r" b="b"/>
                <a:pathLst>
                  <a:path w="192640" h="6387957">
                    <a:moveTo>
                      <a:pt x="0" y="6392581"/>
                    </a:moveTo>
                    <a:cubicBezTo>
                      <a:pt x="0" y="4261207"/>
                      <a:pt x="0" y="2131374"/>
                      <a:pt x="0" y="0"/>
                    </a:cubicBezTo>
                    <a:cubicBezTo>
                      <a:pt x="67039" y="0"/>
                      <a:pt x="131766" y="0"/>
                      <a:pt x="198805" y="0"/>
                    </a:cubicBezTo>
                    <a:cubicBezTo>
                      <a:pt x="198805" y="2130603"/>
                      <a:pt x="198805" y="4260437"/>
                      <a:pt x="198805" y="6392581"/>
                    </a:cubicBezTo>
                  </a:path>
                </a:pathLst>
              </a:custGeom>
              <a:solidFill>
                <a:schemeClr val="accent4"/>
              </a:solidFill>
              <a:ln w="7704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US" dirty="0">
                  <a:latin typeface="Times New Roman" panose="02020603050405020304" pitchFamily="18" charset="0"/>
                  <a:cs typeface="Times New Roman" pitchFamily="18" charset="0"/>
                </a:endParaRPr>
              </a:p>
            </p:txBody>
          </p:sp>
          <p:sp>
            <p:nvSpPr>
              <p:cNvPr id="46" name="Freeform: Shape 9">
                <a:extLst>
                  <a:ext uri="{FF2B5EF4-FFF2-40B4-BE49-F238E27FC236}">
                    <a16:creationId xmlns:a16="http://schemas.microsoft.com/office/drawing/2014/main" id="{8F91D3B5-0631-4E10-8E8F-A90BDB6CEF8C}"/>
                  </a:ext>
                </a:extLst>
              </p:cNvPr>
              <p:cNvSpPr/>
              <p:nvPr/>
            </p:nvSpPr>
            <p:spPr>
              <a:xfrm>
                <a:off x="4559765" y="2926994"/>
                <a:ext cx="72212" cy="2394576"/>
              </a:xfrm>
              <a:custGeom>
                <a:avLst/>
                <a:gdLst>
                  <a:gd name="connsiteX0" fmla="*/ 0 w 192640"/>
                  <a:gd name="connsiteY0" fmla="*/ 6393351 h 6387957"/>
                  <a:gd name="connsiteX1" fmla="*/ 0 w 192640"/>
                  <a:gd name="connsiteY1" fmla="*/ 0 h 6387957"/>
                  <a:gd name="connsiteX2" fmla="*/ 198034 w 192640"/>
                  <a:gd name="connsiteY2" fmla="*/ 0 h 6387957"/>
                  <a:gd name="connsiteX3" fmla="*/ 198034 w 192640"/>
                  <a:gd name="connsiteY3" fmla="*/ 6393351 h 6387957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</a:cxnLst>
                <a:rect l="l" t="t" r="r" b="b"/>
                <a:pathLst>
                  <a:path w="192640" h="6387957">
                    <a:moveTo>
                      <a:pt x="0" y="6393351"/>
                    </a:moveTo>
                    <a:cubicBezTo>
                      <a:pt x="0" y="4261207"/>
                      <a:pt x="0" y="2132145"/>
                      <a:pt x="0" y="0"/>
                    </a:cubicBezTo>
                    <a:cubicBezTo>
                      <a:pt x="67039" y="0"/>
                      <a:pt x="131766" y="0"/>
                      <a:pt x="198034" y="0"/>
                    </a:cubicBezTo>
                    <a:cubicBezTo>
                      <a:pt x="198034" y="2132145"/>
                      <a:pt x="198034" y="4261207"/>
                      <a:pt x="198034" y="6393351"/>
                    </a:cubicBezTo>
                  </a:path>
                </a:pathLst>
              </a:custGeom>
              <a:solidFill>
                <a:schemeClr val="accent6"/>
              </a:solidFill>
              <a:ln w="7704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US" dirty="0">
                  <a:latin typeface="Times New Roman" panose="02020603050405020304" pitchFamily="18" charset="0"/>
                  <a:cs typeface="Times New Roman" pitchFamily="18" charset="0"/>
                </a:endParaRPr>
              </a:p>
            </p:txBody>
          </p:sp>
          <p:sp>
            <p:nvSpPr>
              <p:cNvPr id="47" name="Freeform: Shape 10">
                <a:extLst>
                  <a:ext uri="{FF2B5EF4-FFF2-40B4-BE49-F238E27FC236}">
                    <a16:creationId xmlns:a16="http://schemas.microsoft.com/office/drawing/2014/main" id="{9833ED5E-247A-4AFE-956E-D90EE783EDB3}"/>
                  </a:ext>
                </a:extLst>
              </p:cNvPr>
              <p:cNvSpPr/>
              <p:nvPr/>
            </p:nvSpPr>
            <p:spPr>
              <a:xfrm>
                <a:off x="4433987" y="2926705"/>
                <a:ext cx="37550" cy="2567886"/>
              </a:xfrm>
              <a:custGeom>
                <a:avLst/>
                <a:gdLst>
                  <a:gd name="connsiteX0" fmla="*/ 0 w 100173"/>
                  <a:gd name="connsiteY0" fmla="*/ 6854918 h 6850294"/>
                  <a:gd name="connsiteX1" fmla="*/ 0 w 100173"/>
                  <a:gd name="connsiteY1" fmla="*/ 0 h 6850294"/>
                  <a:gd name="connsiteX2" fmla="*/ 103255 w 100173"/>
                  <a:gd name="connsiteY2" fmla="*/ 0 h 6850294"/>
                  <a:gd name="connsiteX3" fmla="*/ 103255 w 100173"/>
                  <a:gd name="connsiteY3" fmla="*/ 6854918 h 6850294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</a:cxnLst>
                <a:rect l="l" t="t" r="r" b="b"/>
                <a:pathLst>
                  <a:path w="100173" h="6850294">
                    <a:moveTo>
                      <a:pt x="0" y="6854918"/>
                    </a:moveTo>
                    <a:cubicBezTo>
                      <a:pt x="0" y="4570202"/>
                      <a:pt x="0" y="2286257"/>
                      <a:pt x="0" y="0"/>
                    </a:cubicBezTo>
                    <a:cubicBezTo>
                      <a:pt x="34675" y="0"/>
                      <a:pt x="67809" y="0"/>
                      <a:pt x="103255" y="0"/>
                    </a:cubicBezTo>
                    <a:cubicBezTo>
                      <a:pt x="103255" y="2284716"/>
                      <a:pt x="103255" y="4567891"/>
                      <a:pt x="103255" y="6854918"/>
                    </a:cubicBezTo>
                  </a:path>
                </a:pathLst>
              </a:custGeom>
              <a:solidFill>
                <a:schemeClr val="accent6"/>
              </a:solidFill>
              <a:ln w="7704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US" dirty="0">
                  <a:latin typeface="Times New Roman" panose="02020603050405020304" pitchFamily="18" charset="0"/>
                  <a:cs typeface="Times New Roman" pitchFamily="18" charset="0"/>
                </a:endParaRPr>
              </a:p>
            </p:txBody>
          </p:sp>
          <p:sp>
            <p:nvSpPr>
              <p:cNvPr id="48" name="Freeform: Shape 11">
                <a:extLst>
                  <a:ext uri="{FF2B5EF4-FFF2-40B4-BE49-F238E27FC236}">
                    <a16:creationId xmlns:a16="http://schemas.microsoft.com/office/drawing/2014/main" id="{E5EC525C-3908-4545-B9F0-C982F2420877}"/>
                  </a:ext>
                </a:extLst>
              </p:cNvPr>
              <p:cNvSpPr/>
              <p:nvPr/>
            </p:nvSpPr>
            <p:spPr>
              <a:xfrm>
                <a:off x="4366684" y="2927282"/>
                <a:ext cx="37550" cy="2567886"/>
              </a:xfrm>
              <a:custGeom>
                <a:avLst/>
                <a:gdLst>
                  <a:gd name="connsiteX0" fmla="*/ 0 w 100173"/>
                  <a:gd name="connsiteY0" fmla="*/ 6854148 h 6850294"/>
                  <a:gd name="connsiteX1" fmla="*/ 0 w 100173"/>
                  <a:gd name="connsiteY1" fmla="*/ 0 h 6850294"/>
                  <a:gd name="connsiteX2" fmla="*/ 103255 w 100173"/>
                  <a:gd name="connsiteY2" fmla="*/ 0 h 6850294"/>
                  <a:gd name="connsiteX3" fmla="*/ 103255 w 100173"/>
                  <a:gd name="connsiteY3" fmla="*/ 6854918 h 6850294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</a:cxnLst>
                <a:rect l="l" t="t" r="r" b="b"/>
                <a:pathLst>
                  <a:path w="100173" h="6850294">
                    <a:moveTo>
                      <a:pt x="0" y="6854148"/>
                    </a:moveTo>
                    <a:cubicBezTo>
                      <a:pt x="0" y="4569432"/>
                      <a:pt x="0" y="2286257"/>
                      <a:pt x="0" y="0"/>
                    </a:cubicBezTo>
                    <a:cubicBezTo>
                      <a:pt x="33905" y="0"/>
                      <a:pt x="67809" y="0"/>
                      <a:pt x="103255" y="0"/>
                    </a:cubicBezTo>
                    <a:cubicBezTo>
                      <a:pt x="103255" y="2285486"/>
                      <a:pt x="103255" y="4568661"/>
                      <a:pt x="103255" y="6854918"/>
                    </a:cubicBezTo>
                  </a:path>
                </a:pathLst>
              </a:custGeom>
              <a:solidFill>
                <a:schemeClr val="accent6"/>
              </a:solidFill>
              <a:ln w="7704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US" dirty="0">
                  <a:latin typeface="Times New Roman" panose="02020603050405020304" pitchFamily="18" charset="0"/>
                  <a:cs typeface="Times New Roman" pitchFamily="18" charset="0"/>
                </a:endParaRPr>
              </a:p>
            </p:txBody>
          </p:sp>
          <p:sp>
            <p:nvSpPr>
              <p:cNvPr id="49" name="Freeform: Shape 12">
                <a:extLst>
                  <a:ext uri="{FF2B5EF4-FFF2-40B4-BE49-F238E27FC236}">
                    <a16:creationId xmlns:a16="http://schemas.microsoft.com/office/drawing/2014/main" id="{09C432BF-83BF-44C7-8A68-9B35111165C4}"/>
                  </a:ext>
                </a:extLst>
              </p:cNvPr>
              <p:cNvSpPr/>
              <p:nvPr/>
            </p:nvSpPr>
            <p:spPr>
              <a:xfrm>
                <a:off x="5957386" y="2926705"/>
                <a:ext cx="37550" cy="2567886"/>
              </a:xfrm>
              <a:custGeom>
                <a:avLst/>
                <a:gdLst>
                  <a:gd name="connsiteX0" fmla="*/ 0 w 100173"/>
                  <a:gd name="connsiteY0" fmla="*/ 6854918 h 6850294"/>
                  <a:gd name="connsiteX1" fmla="*/ 0 w 100173"/>
                  <a:gd name="connsiteY1" fmla="*/ 0 h 6850294"/>
                  <a:gd name="connsiteX2" fmla="*/ 103255 w 100173"/>
                  <a:gd name="connsiteY2" fmla="*/ 0 h 6850294"/>
                  <a:gd name="connsiteX3" fmla="*/ 103255 w 100173"/>
                  <a:gd name="connsiteY3" fmla="*/ 6854918 h 6850294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</a:cxnLst>
                <a:rect l="l" t="t" r="r" b="b"/>
                <a:pathLst>
                  <a:path w="100173" h="6850294">
                    <a:moveTo>
                      <a:pt x="0" y="6854918"/>
                    </a:moveTo>
                    <a:cubicBezTo>
                      <a:pt x="0" y="4570202"/>
                      <a:pt x="0" y="2286257"/>
                      <a:pt x="0" y="0"/>
                    </a:cubicBezTo>
                    <a:cubicBezTo>
                      <a:pt x="34675" y="0"/>
                      <a:pt x="67809" y="0"/>
                      <a:pt x="103255" y="0"/>
                    </a:cubicBezTo>
                    <a:cubicBezTo>
                      <a:pt x="103255" y="2283945"/>
                      <a:pt x="103255" y="4567891"/>
                      <a:pt x="103255" y="6854918"/>
                    </a:cubicBezTo>
                  </a:path>
                </a:pathLst>
              </a:custGeom>
              <a:solidFill>
                <a:schemeClr val="accent6"/>
              </a:solidFill>
              <a:ln w="7704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US" dirty="0">
                  <a:latin typeface="Times New Roman" panose="02020603050405020304" pitchFamily="18" charset="0"/>
                  <a:cs typeface="Times New Roman" pitchFamily="18" charset="0"/>
                </a:endParaRPr>
              </a:p>
            </p:txBody>
          </p:sp>
          <p:sp>
            <p:nvSpPr>
              <p:cNvPr id="50" name="Freeform: Shape 13">
                <a:extLst>
                  <a:ext uri="{FF2B5EF4-FFF2-40B4-BE49-F238E27FC236}">
                    <a16:creationId xmlns:a16="http://schemas.microsoft.com/office/drawing/2014/main" id="{4D5F14F6-BD9C-4471-B822-35693E0ECCEE}"/>
                  </a:ext>
                </a:extLst>
              </p:cNvPr>
              <p:cNvSpPr/>
              <p:nvPr/>
            </p:nvSpPr>
            <p:spPr>
              <a:xfrm>
                <a:off x="6024689" y="2926127"/>
                <a:ext cx="37550" cy="2567886"/>
              </a:xfrm>
              <a:custGeom>
                <a:avLst/>
                <a:gdLst>
                  <a:gd name="connsiteX0" fmla="*/ 0 w 100173"/>
                  <a:gd name="connsiteY0" fmla="*/ 6857230 h 6850294"/>
                  <a:gd name="connsiteX1" fmla="*/ 0 w 100173"/>
                  <a:gd name="connsiteY1" fmla="*/ 0 h 6850294"/>
                  <a:gd name="connsiteX2" fmla="*/ 52398 w 100173"/>
                  <a:gd name="connsiteY2" fmla="*/ 0 h 6850294"/>
                  <a:gd name="connsiteX3" fmla="*/ 103255 w 100173"/>
                  <a:gd name="connsiteY3" fmla="*/ 0 h 6850294"/>
                  <a:gd name="connsiteX4" fmla="*/ 103255 w 100173"/>
                  <a:gd name="connsiteY4" fmla="*/ 6857230 h 6850294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</a:cxnLst>
                <a:rect l="l" t="t" r="r" b="b"/>
                <a:pathLst>
                  <a:path w="100173" h="6850294">
                    <a:moveTo>
                      <a:pt x="0" y="6857230"/>
                    </a:moveTo>
                    <a:cubicBezTo>
                      <a:pt x="0" y="4572514"/>
                      <a:pt x="0" y="2288569"/>
                      <a:pt x="0" y="0"/>
                    </a:cubicBezTo>
                    <a:cubicBezTo>
                      <a:pt x="17723" y="0"/>
                      <a:pt x="34675" y="0"/>
                      <a:pt x="52398" y="0"/>
                    </a:cubicBezTo>
                    <a:cubicBezTo>
                      <a:pt x="68580" y="0"/>
                      <a:pt x="84762" y="0"/>
                      <a:pt x="103255" y="0"/>
                    </a:cubicBezTo>
                    <a:cubicBezTo>
                      <a:pt x="103255" y="2287798"/>
                      <a:pt x="103255" y="4571743"/>
                      <a:pt x="103255" y="6857230"/>
                    </a:cubicBezTo>
                  </a:path>
                </a:pathLst>
              </a:custGeom>
              <a:solidFill>
                <a:schemeClr val="accent6"/>
              </a:solidFill>
              <a:ln w="7704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US" dirty="0">
                  <a:latin typeface="Times New Roman" panose="02020603050405020304" pitchFamily="18" charset="0"/>
                  <a:cs typeface="Times New Roman" pitchFamily="18" charset="0"/>
                </a:endParaRPr>
              </a:p>
            </p:txBody>
          </p:sp>
          <p:sp>
            <p:nvSpPr>
              <p:cNvPr id="51" name="Freeform: Shape 14">
                <a:extLst>
                  <a:ext uri="{FF2B5EF4-FFF2-40B4-BE49-F238E27FC236}">
                    <a16:creationId xmlns:a16="http://schemas.microsoft.com/office/drawing/2014/main" id="{35B6ED53-E8E4-4DE2-BE76-D07542427D91}"/>
                  </a:ext>
                </a:extLst>
              </p:cNvPr>
              <p:cNvSpPr/>
              <p:nvPr/>
            </p:nvSpPr>
            <p:spPr>
              <a:xfrm>
                <a:off x="5890084" y="2926994"/>
                <a:ext cx="37550" cy="2394576"/>
              </a:xfrm>
              <a:custGeom>
                <a:avLst/>
                <a:gdLst>
                  <a:gd name="connsiteX0" fmla="*/ 0 w 100173"/>
                  <a:gd name="connsiteY0" fmla="*/ 6392581 h 6387957"/>
                  <a:gd name="connsiteX1" fmla="*/ 0 w 100173"/>
                  <a:gd name="connsiteY1" fmla="*/ 0 h 6387957"/>
                  <a:gd name="connsiteX2" fmla="*/ 101714 w 100173"/>
                  <a:gd name="connsiteY2" fmla="*/ 0 h 6387957"/>
                  <a:gd name="connsiteX3" fmla="*/ 101714 w 100173"/>
                  <a:gd name="connsiteY3" fmla="*/ 6392581 h 6387957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</a:cxnLst>
                <a:rect l="l" t="t" r="r" b="b"/>
                <a:pathLst>
                  <a:path w="100173" h="6387957">
                    <a:moveTo>
                      <a:pt x="0" y="6392581"/>
                    </a:moveTo>
                    <a:cubicBezTo>
                      <a:pt x="0" y="4262748"/>
                      <a:pt x="0" y="2132145"/>
                      <a:pt x="0" y="0"/>
                    </a:cubicBezTo>
                    <a:cubicBezTo>
                      <a:pt x="33904" y="0"/>
                      <a:pt x="67039" y="0"/>
                      <a:pt x="101714" y="0"/>
                    </a:cubicBezTo>
                    <a:cubicBezTo>
                      <a:pt x="101714" y="2130603"/>
                      <a:pt x="101714" y="4260437"/>
                      <a:pt x="101714" y="6392581"/>
                    </a:cubicBezTo>
                  </a:path>
                </a:pathLst>
              </a:custGeom>
              <a:solidFill>
                <a:schemeClr val="accent6"/>
              </a:solidFill>
              <a:ln w="7704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US" dirty="0">
                  <a:latin typeface="Times New Roman" panose="02020603050405020304" pitchFamily="18" charset="0"/>
                  <a:cs typeface="Times New Roman" pitchFamily="18" charset="0"/>
                </a:endParaRPr>
              </a:p>
            </p:txBody>
          </p:sp>
          <p:sp>
            <p:nvSpPr>
              <p:cNvPr id="52" name="Freeform: Shape 15">
                <a:extLst>
                  <a:ext uri="{FF2B5EF4-FFF2-40B4-BE49-F238E27FC236}">
                    <a16:creationId xmlns:a16="http://schemas.microsoft.com/office/drawing/2014/main" id="{A8A97A24-DC2C-49EC-B707-A0A7A527B0A9}"/>
                  </a:ext>
                </a:extLst>
              </p:cNvPr>
              <p:cNvSpPr/>
              <p:nvPr/>
            </p:nvSpPr>
            <p:spPr>
              <a:xfrm>
                <a:off x="6091991" y="2926994"/>
                <a:ext cx="37550" cy="2394576"/>
              </a:xfrm>
              <a:custGeom>
                <a:avLst/>
                <a:gdLst>
                  <a:gd name="connsiteX0" fmla="*/ 0 w 100173"/>
                  <a:gd name="connsiteY0" fmla="*/ 6393351 h 6387957"/>
                  <a:gd name="connsiteX1" fmla="*/ 0 w 100173"/>
                  <a:gd name="connsiteY1" fmla="*/ 0 h 6387957"/>
                  <a:gd name="connsiteX2" fmla="*/ 103255 w 100173"/>
                  <a:gd name="connsiteY2" fmla="*/ 0 h 6387957"/>
                  <a:gd name="connsiteX3" fmla="*/ 103255 w 100173"/>
                  <a:gd name="connsiteY3" fmla="*/ 6393351 h 6387957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</a:cxnLst>
                <a:rect l="l" t="t" r="r" b="b"/>
                <a:pathLst>
                  <a:path w="100173" h="6387957">
                    <a:moveTo>
                      <a:pt x="0" y="6393351"/>
                    </a:moveTo>
                    <a:cubicBezTo>
                      <a:pt x="0" y="4261978"/>
                      <a:pt x="0" y="2132915"/>
                      <a:pt x="0" y="0"/>
                    </a:cubicBezTo>
                    <a:cubicBezTo>
                      <a:pt x="34675" y="0"/>
                      <a:pt x="67809" y="0"/>
                      <a:pt x="103255" y="0"/>
                    </a:cubicBezTo>
                    <a:cubicBezTo>
                      <a:pt x="103255" y="2131374"/>
                      <a:pt x="103255" y="4261207"/>
                      <a:pt x="103255" y="6393351"/>
                    </a:cubicBezTo>
                  </a:path>
                </a:pathLst>
              </a:custGeom>
              <a:solidFill>
                <a:schemeClr val="accent6"/>
              </a:solidFill>
              <a:ln w="7704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US" dirty="0">
                  <a:latin typeface="Times New Roman" panose="02020603050405020304" pitchFamily="18" charset="0"/>
                  <a:cs typeface="Times New Roman" pitchFamily="18" charset="0"/>
                </a:endParaRPr>
              </a:p>
            </p:txBody>
          </p:sp>
          <p:sp>
            <p:nvSpPr>
              <p:cNvPr id="53" name="Freeform: Shape 16">
                <a:extLst>
                  <a:ext uri="{FF2B5EF4-FFF2-40B4-BE49-F238E27FC236}">
                    <a16:creationId xmlns:a16="http://schemas.microsoft.com/office/drawing/2014/main" id="{4ED0FC69-47AA-4FC9-8D08-3147EA5A1734}"/>
                  </a:ext>
                </a:extLst>
              </p:cNvPr>
              <p:cNvSpPr/>
              <p:nvPr/>
            </p:nvSpPr>
            <p:spPr>
              <a:xfrm>
                <a:off x="7139759" y="2926994"/>
                <a:ext cx="109764" cy="2394576"/>
              </a:xfrm>
              <a:custGeom>
                <a:avLst/>
                <a:gdLst>
                  <a:gd name="connsiteX0" fmla="*/ 0 w 292813"/>
                  <a:gd name="connsiteY0" fmla="*/ 6393351 h 6387957"/>
                  <a:gd name="connsiteX1" fmla="*/ 0 w 292813"/>
                  <a:gd name="connsiteY1" fmla="*/ 0 h 6387957"/>
                  <a:gd name="connsiteX2" fmla="*/ 295125 w 292813"/>
                  <a:gd name="connsiteY2" fmla="*/ 0 h 6387957"/>
                  <a:gd name="connsiteX3" fmla="*/ 295125 w 292813"/>
                  <a:gd name="connsiteY3" fmla="*/ 6393351 h 6387957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</a:cxnLst>
                <a:rect l="l" t="t" r="r" b="b"/>
                <a:pathLst>
                  <a:path w="292813" h="6387957">
                    <a:moveTo>
                      <a:pt x="0" y="6393351"/>
                    </a:moveTo>
                    <a:cubicBezTo>
                      <a:pt x="0" y="4261207"/>
                      <a:pt x="0" y="2131374"/>
                      <a:pt x="0" y="0"/>
                    </a:cubicBezTo>
                    <a:cubicBezTo>
                      <a:pt x="99403" y="0"/>
                      <a:pt x="196493" y="0"/>
                      <a:pt x="295125" y="0"/>
                    </a:cubicBezTo>
                    <a:cubicBezTo>
                      <a:pt x="295125" y="2132145"/>
                      <a:pt x="295125" y="4261207"/>
                      <a:pt x="295125" y="6393351"/>
                    </a:cubicBezTo>
                  </a:path>
                </a:pathLst>
              </a:custGeom>
              <a:solidFill>
                <a:schemeClr val="accent2"/>
              </a:solidFill>
              <a:ln w="7704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US" dirty="0">
                  <a:latin typeface="Times New Roman" panose="02020603050405020304" pitchFamily="18" charset="0"/>
                  <a:cs typeface="Times New Roman" pitchFamily="18" charset="0"/>
                </a:endParaRPr>
              </a:p>
            </p:txBody>
          </p:sp>
          <p:sp>
            <p:nvSpPr>
              <p:cNvPr id="54" name="Freeform: Shape 17">
                <a:extLst>
                  <a:ext uri="{FF2B5EF4-FFF2-40B4-BE49-F238E27FC236}">
                    <a16:creationId xmlns:a16="http://schemas.microsoft.com/office/drawing/2014/main" id="{2757EAE5-8C6A-452C-9A4B-7A71BBF68BB8}"/>
                  </a:ext>
                </a:extLst>
              </p:cNvPr>
              <p:cNvSpPr/>
              <p:nvPr/>
            </p:nvSpPr>
            <p:spPr>
              <a:xfrm>
                <a:off x="7280788" y="2926994"/>
                <a:ext cx="37550" cy="2394576"/>
              </a:xfrm>
              <a:custGeom>
                <a:avLst/>
                <a:gdLst>
                  <a:gd name="connsiteX0" fmla="*/ 0 w 100173"/>
                  <a:gd name="connsiteY0" fmla="*/ 6392581 h 6387957"/>
                  <a:gd name="connsiteX1" fmla="*/ 0 w 100173"/>
                  <a:gd name="connsiteY1" fmla="*/ 0 h 6387957"/>
                  <a:gd name="connsiteX2" fmla="*/ 103255 w 100173"/>
                  <a:gd name="connsiteY2" fmla="*/ 0 h 6387957"/>
                  <a:gd name="connsiteX3" fmla="*/ 103255 w 100173"/>
                  <a:gd name="connsiteY3" fmla="*/ 6392581 h 6387957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</a:cxnLst>
                <a:rect l="l" t="t" r="r" b="b"/>
                <a:pathLst>
                  <a:path w="100173" h="6387957">
                    <a:moveTo>
                      <a:pt x="0" y="6392581"/>
                    </a:moveTo>
                    <a:cubicBezTo>
                      <a:pt x="0" y="4261207"/>
                      <a:pt x="0" y="2131374"/>
                      <a:pt x="0" y="0"/>
                    </a:cubicBezTo>
                    <a:cubicBezTo>
                      <a:pt x="34675" y="0"/>
                      <a:pt x="67809" y="0"/>
                      <a:pt x="103255" y="0"/>
                    </a:cubicBezTo>
                    <a:cubicBezTo>
                      <a:pt x="103255" y="2130603"/>
                      <a:pt x="103255" y="4260437"/>
                      <a:pt x="103255" y="6392581"/>
                    </a:cubicBezTo>
                  </a:path>
                </a:pathLst>
              </a:custGeom>
              <a:solidFill>
                <a:schemeClr val="accent2"/>
              </a:solidFill>
              <a:ln w="7704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US" dirty="0">
                  <a:latin typeface="Times New Roman" panose="02020603050405020304" pitchFamily="18" charset="0"/>
                  <a:cs typeface="Times New Roman" pitchFamily="18" charset="0"/>
                </a:endParaRPr>
              </a:p>
            </p:txBody>
          </p:sp>
          <p:sp>
            <p:nvSpPr>
              <p:cNvPr id="55" name="Freeform: Shape 18">
                <a:extLst>
                  <a:ext uri="{FF2B5EF4-FFF2-40B4-BE49-F238E27FC236}">
                    <a16:creationId xmlns:a16="http://schemas.microsoft.com/office/drawing/2014/main" id="{9A398514-6CBA-493F-8416-AE84CB3E34D9}"/>
                  </a:ext>
                </a:extLst>
              </p:cNvPr>
              <p:cNvSpPr/>
              <p:nvPr/>
            </p:nvSpPr>
            <p:spPr>
              <a:xfrm>
                <a:off x="7349773" y="2926994"/>
                <a:ext cx="109764" cy="2394576"/>
              </a:xfrm>
              <a:custGeom>
                <a:avLst/>
                <a:gdLst>
                  <a:gd name="connsiteX0" fmla="*/ 0 w 292813"/>
                  <a:gd name="connsiteY0" fmla="*/ 6393351 h 6387957"/>
                  <a:gd name="connsiteX1" fmla="*/ 0 w 292813"/>
                  <a:gd name="connsiteY1" fmla="*/ 0 h 6387957"/>
                  <a:gd name="connsiteX2" fmla="*/ 295125 w 292813"/>
                  <a:gd name="connsiteY2" fmla="*/ 0 h 6387957"/>
                  <a:gd name="connsiteX3" fmla="*/ 295125 w 292813"/>
                  <a:gd name="connsiteY3" fmla="*/ 6393351 h 6387957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</a:cxnLst>
                <a:rect l="l" t="t" r="r" b="b"/>
                <a:pathLst>
                  <a:path w="292813" h="6387957">
                    <a:moveTo>
                      <a:pt x="0" y="6393351"/>
                    </a:moveTo>
                    <a:cubicBezTo>
                      <a:pt x="0" y="4261207"/>
                      <a:pt x="0" y="2132145"/>
                      <a:pt x="0" y="0"/>
                    </a:cubicBezTo>
                    <a:cubicBezTo>
                      <a:pt x="99402" y="0"/>
                      <a:pt x="195722" y="0"/>
                      <a:pt x="295125" y="0"/>
                    </a:cubicBezTo>
                    <a:cubicBezTo>
                      <a:pt x="295125" y="2132145"/>
                      <a:pt x="295125" y="4261207"/>
                      <a:pt x="295125" y="6393351"/>
                    </a:cubicBezTo>
                  </a:path>
                </a:pathLst>
              </a:custGeom>
              <a:solidFill>
                <a:schemeClr val="accent1"/>
              </a:solidFill>
              <a:ln w="7704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US" dirty="0">
                  <a:latin typeface="Times New Roman" panose="02020603050405020304" pitchFamily="18" charset="0"/>
                  <a:cs typeface="Times New Roman" pitchFamily="18" charset="0"/>
                </a:endParaRPr>
              </a:p>
            </p:txBody>
          </p:sp>
          <p:sp>
            <p:nvSpPr>
              <p:cNvPr id="56" name="Freeform: Shape 19">
                <a:extLst>
                  <a:ext uri="{FF2B5EF4-FFF2-40B4-BE49-F238E27FC236}">
                    <a16:creationId xmlns:a16="http://schemas.microsoft.com/office/drawing/2014/main" id="{248BDF24-2CD8-4F98-A671-38A09AFC3B84}"/>
                  </a:ext>
                </a:extLst>
              </p:cNvPr>
              <p:cNvSpPr/>
              <p:nvPr/>
            </p:nvSpPr>
            <p:spPr>
              <a:xfrm>
                <a:off x="7548511" y="2927282"/>
                <a:ext cx="41911" cy="2569908"/>
              </a:xfrm>
              <a:custGeom>
                <a:avLst/>
                <a:gdLst>
                  <a:gd name="connsiteX0" fmla="*/ 0 w 115584"/>
                  <a:gd name="connsiteY0" fmla="*/ 6753975 h 6850294"/>
                  <a:gd name="connsiteX1" fmla="*/ 13099 w 115584"/>
                  <a:gd name="connsiteY1" fmla="*/ 0 h 6850294"/>
                  <a:gd name="connsiteX2" fmla="*/ 118666 w 115584"/>
                  <a:gd name="connsiteY2" fmla="*/ 0 h 6850294"/>
                  <a:gd name="connsiteX3" fmla="*/ 118666 w 115584"/>
                  <a:gd name="connsiteY3" fmla="*/ 6855688 h 6850294"/>
                  <a:gd name="connsiteX0" fmla="*/ 0 w 111805"/>
                  <a:gd name="connsiteY0" fmla="*/ 6836322 h 6855688"/>
                  <a:gd name="connsiteX1" fmla="*/ 6237 w 111805"/>
                  <a:gd name="connsiteY1" fmla="*/ 0 h 6855688"/>
                  <a:gd name="connsiteX2" fmla="*/ 111804 w 111805"/>
                  <a:gd name="connsiteY2" fmla="*/ 0 h 6855688"/>
                  <a:gd name="connsiteX3" fmla="*/ 111804 w 111805"/>
                  <a:gd name="connsiteY3" fmla="*/ 6855688 h 6855688"/>
                  <a:gd name="connsiteX0" fmla="*/ 0 w 111804"/>
                  <a:gd name="connsiteY0" fmla="*/ 6853478 h 6855688"/>
                  <a:gd name="connsiteX1" fmla="*/ 6237 w 111804"/>
                  <a:gd name="connsiteY1" fmla="*/ 0 h 6855688"/>
                  <a:gd name="connsiteX2" fmla="*/ 111804 w 111804"/>
                  <a:gd name="connsiteY2" fmla="*/ 0 h 6855688"/>
                  <a:gd name="connsiteX3" fmla="*/ 111804 w 111804"/>
                  <a:gd name="connsiteY3" fmla="*/ 6855688 h 6855688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</a:cxnLst>
                <a:rect l="l" t="t" r="r" b="b"/>
                <a:pathLst>
                  <a:path w="111804" h="6855688">
                    <a:moveTo>
                      <a:pt x="0" y="6853478"/>
                    </a:moveTo>
                    <a:cubicBezTo>
                      <a:pt x="14640" y="4603437"/>
                      <a:pt x="3155" y="2253123"/>
                      <a:pt x="6237" y="0"/>
                    </a:cubicBezTo>
                    <a:lnTo>
                      <a:pt x="111804" y="0"/>
                    </a:lnTo>
                    <a:lnTo>
                      <a:pt x="111804" y="6855688"/>
                    </a:lnTo>
                  </a:path>
                </a:pathLst>
              </a:custGeom>
              <a:solidFill>
                <a:schemeClr val="accent1"/>
              </a:solidFill>
              <a:ln w="7704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US" dirty="0">
                  <a:latin typeface="Times New Roman" panose="02020603050405020304" pitchFamily="18" charset="0"/>
                  <a:cs typeface="Times New Roman" pitchFamily="18" charset="0"/>
                </a:endParaRPr>
              </a:p>
            </p:txBody>
          </p:sp>
          <p:sp>
            <p:nvSpPr>
              <p:cNvPr id="57" name="Freeform: Shape 20">
                <a:extLst>
                  <a:ext uri="{FF2B5EF4-FFF2-40B4-BE49-F238E27FC236}">
                    <a16:creationId xmlns:a16="http://schemas.microsoft.com/office/drawing/2014/main" id="{7984C3E4-7628-40C8-85CA-E19FCBCEF3F1}"/>
                  </a:ext>
                </a:extLst>
              </p:cNvPr>
              <p:cNvSpPr/>
              <p:nvPr/>
            </p:nvSpPr>
            <p:spPr>
              <a:xfrm>
                <a:off x="7485249" y="2926994"/>
                <a:ext cx="37550" cy="2394576"/>
              </a:xfrm>
              <a:custGeom>
                <a:avLst/>
                <a:gdLst>
                  <a:gd name="connsiteX0" fmla="*/ 0 w 100173"/>
                  <a:gd name="connsiteY0" fmla="*/ 6392581 h 6387957"/>
                  <a:gd name="connsiteX1" fmla="*/ 0 w 100173"/>
                  <a:gd name="connsiteY1" fmla="*/ 0 h 6387957"/>
                  <a:gd name="connsiteX2" fmla="*/ 103255 w 100173"/>
                  <a:gd name="connsiteY2" fmla="*/ 0 h 6387957"/>
                  <a:gd name="connsiteX3" fmla="*/ 103255 w 100173"/>
                  <a:gd name="connsiteY3" fmla="*/ 6392581 h 6387957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</a:cxnLst>
                <a:rect l="l" t="t" r="r" b="b"/>
                <a:pathLst>
                  <a:path w="100173" h="6387957">
                    <a:moveTo>
                      <a:pt x="0" y="6392581"/>
                    </a:moveTo>
                    <a:cubicBezTo>
                      <a:pt x="0" y="4261207"/>
                      <a:pt x="0" y="2131374"/>
                      <a:pt x="0" y="0"/>
                    </a:cubicBezTo>
                    <a:cubicBezTo>
                      <a:pt x="34675" y="0"/>
                      <a:pt x="67809" y="0"/>
                      <a:pt x="103255" y="0"/>
                    </a:cubicBezTo>
                    <a:cubicBezTo>
                      <a:pt x="103255" y="2130603"/>
                      <a:pt x="103255" y="4260437"/>
                      <a:pt x="103255" y="6392581"/>
                    </a:cubicBezTo>
                  </a:path>
                </a:pathLst>
              </a:custGeom>
              <a:solidFill>
                <a:schemeClr val="accent1"/>
              </a:solidFill>
              <a:ln w="7704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US" dirty="0">
                  <a:latin typeface="Times New Roman" panose="02020603050405020304" pitchFamily="18" charset="0"/>
                  <a:cs typeface="Times New Roman" pitchFamily="18" charset="0"/>
                </a:endParaRPr>
              </a:p>
            </p:txBody>
          </p:sp>
          <p:sp>
            <p:nvSpPr>
              <p:cNvPr id="58" name="Freeform: Shape 21">
                <a:extLst>
                  <a:ext uri="{FF2B5EF4-FFF2-40B4-BE49-F238E27FC236}">
                    <a16:creationId xmlns:a16="http://schemas.microsoft.com/office/drawing/2014/main" id="{8C53762C-C9DB-488B-A6C3-D2EF997D4824}"/>
                  </a:ext>
                </a:extLst>
              </p:cNvPr>
              <p:cNvSpPr/>
              <p:nvPr/>
            </p:nvSpPr>
            <p:spPr>
              <a:xfrm>
                <a:off x="7616134" y="2926994"/>
                <a:ext cx="28885" cy="2567886"/>
              </a:xfrm>
              <a:custGeom>
                <a:avLst/>
                <a:gdLst>
                  <a:gd name="connsiteX0" fmla="*/ 0 w 77056"/>
                  <a:gd name="connsiteY0" fmla="*/ 6854918 h 6850294"/>
                  <a:gd name="connsiteX1" fmla="*/ 0 w 77056"/>
                  <a:gd name="connsiteY1" fmla="*/ 0 h 6850294"/>
                  <a:gd name="connsiteX2" fmla="*/ 78597 w 77056"/>
                  <a:gd name="connsiteY2" fmla="*/ 0 h 6850294"/>
                  <a:gd name="connsiteX3" fmla="*/ 78597 w 77056"/>
                  <a:gd name="connsiteY3" fmla="*/ 6854918 h 6850294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</a:cxnLst>
                <a:rect l="l" t="t" r="r" b="b"/>
                <a:pathLst>
                  <a:path w="77056" h="6850294">
                    <a:moveTo>
                      <a:pt x="0" y="6854918"/>
                    </a:moveTo>
                    <a:cubicBezTo>
                      <a:pt x="0" y="4570202"/>
                      <a:pt x="0" y="2286257"/>
                      <a:pt x="0" y="0"/>
                    </a:cubicBezTo>
                    <a:cubicBezTo>
                      <a:pt x="25428" y="0"/>
                      <a:pt x="50087" y="0"/>
                      <a:pt x="78597" y="0"/>
                    </a:cubicBezTo>
                    <a:cubicBezTo>
                      <a:pt x="78597" y="2283175"/>
                      <a:pt x="78597" y="4566350"/>
                      <a:pt x="78597" y="6854918"/>
                    </a:cubicBezTo>
                  </a:path>
                </a:pathLst>
              </a:custGeom>
              <a:solidFill>
                <a:schemeClr val="accent1"/>
              </a:solidFill>
              <a:ln w="7704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US" dirty="0">
                  <a:latin typeface="Times New Roman" panose="02020603050405020304" pitchFamily="18" charset="0"/>
                  <a:cs typeface="Times New Roman" pitchFamily="18" charset="0"/>
                </a:endParaRPr>
              </a:p>
            </p:txBody>
          </p:sp>
          <p:sp>
            <p:nvSpPr>
              <p:cNvPr id="59" name="Freeform: Shape 22">
                <a:extLst>
                  <a:ext uri="{FF2B5EF4-FFF2-40B4-BE49-F238E27FC236}">
                    <a16:creationId xmlns:a16="http://schemas.microsoft.com/office/drawing/2014/main" id="{1A8ED041-2586-48E4-ACBE-6C2ED338E966}"/>
                  </a:ext>
                </a:extLst>
              </p:cNvPr>
              <p:cNvSpPr/>
              <p:nvPr/>
            </p:nvSpPr>
            <p:spPr>
              <a:xfrm>
                <a:off x="6838507" y="2926994"/>
                <a:ext cx="109764" cy="2394576"/>
              </a:xfrm>
              <a:custGeom>
                <a:avLst/>
                <a:gdLst>
                  <a:gd name="connsiteX0" fmla="*/ 0 w 292813"/>
                  <a:gd name="connsiteY0" fmla="*/ 6393351 h 6387957"/>
                  <a:gd name="connsiteX1" fmla="*/ 0 w 292813"/>
                  <a:gd name="connsiteY1" fmla="*/ 0 h 6387957"/>
                  <a:gd name="connsiteX2" fmla="*/ 295125 w 292813"/>
                  <a:gd name="connsiteY2" fmla="*/ 0 h 6387957"/>
                  <a:gd name="connsiteX3" fmla="*/ 295125 w 292813"/>
                  <a:gd name="connsiteY3" fmla="*/ 6393351 h 6387957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</a:cxnLst>
                <a:rect l="l" t="t" r="r" b="b"/>
                <a:pathLst>
                  <a:path w="292813" h="6387957">
                    <a:moveTo>
                      <a:pt x="0" y="6393351"/>
                    </a:moveTo>
                    <a:cubicBezTo>
                      <a:pt x="0" y="4261207"/>
                      <a:pt x="0" y="2131374"/>
                      <a:pt x="0" y="0"/>
                    </a:cubicBezTo>
                    <a:cubicBezTo>
                      <a:pt x="99403" y="0"/>
                      <a:pt x="196493" y="0"/>
                      <a:pt x="295125" y="0"/>
                    </a:cubicBezTo>
                    <a:cubicBezTo>
                      <a:pt x="295125" y="2132145"/>
                      <a:pt x="295125" y="4261207"/>
                      <a:pt x="295125" y="6393351"/>
                    </a:cubicBezTo>
                  </a:path>
                </a:pathLst>
              </a:custGeom>
              <a:solidFill>
                <a:schemeClr val="accent3"/>
              </a:solidFill>
              <a:ln w="7704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US" dirty="0">
                  <a:latin typeface="Times New Roman" panose="02020603050405020304" pitchFamily="18" charset="0"/>
                  <a:cs typeface="Times New Roman" pitchFamily="18" charset="0"/>
                </a:endParaRPr>
              </a:p>
            </p:txBody>
          </p:sp>
          <p:sp>
            <p:nvSpPr>
              <p:cNvPr id="60" name="Freeform: Shape 23">
                <a:extLst>
                  <a:ext uri="{FF2B5EF4-FFF2-40B4-BE49-F238E27FC236}">
                    <a16:creationId xmlns:a16="http://schemas.microsoft.com/office/drawing/2014/main" id="{E2E2C08D-AFC1-4D38-B19D-ECAA791E7E03}"/>
                  </a:ext>
                </a:extLst>
              </p:cNvPr>
              <p:cNvSpPr/>
              <p:nvPr/>
            </p:nvSpPr>
            <p:spPr>
              <a:xfrm>
                <a:off x="6980994" y="2927282"/>
                <a:ext cx="37550" cy="2394576"/>
              </a:xfrm>
              <a:custGeom>
                <a:avLst/>
                <a:gdLst>
                  <a:gd name="connsiteX0" fmla="*/ 0 w 100173"/>
                  <a:gd name="connsiteY0" fmla="*/ 6392581 h 6387957"/>
                  <a:gd name="connsiteX1" fmla="*/ 0 w 100173"/>
                  <a:gd name="connsiteY1" fmla="*/ 0 h 6387957"/>
                  <a:gd name="connsiteX2" fmla="*/ 103255 w 100173"/>
                  <a:gd name="connsiteY2" fmla="*/ 0 h 6387957"/>
                  <a:gd name="connsiteX3" fmla="*/ 103255 w 100173"/>
                  <a:gd name="connsiteY3" fmla="*/ 6392581 h 6387957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</a:cxnLst>
                <a:rect l="l" t="t" r="r" b="b"/>
                <a:pathLst>
                  <a:path w="100173" h="6387957">
                    <a:moveTo>
                      <a:pt x="0" y="6392581"/>
                    </a:moveTo>
                    <a:cubicBezTo>
                      <a:pt x="0" y="4261978"/>
                      <a:pt x="0" y="2132145"/>
                      <a:pt x="0" y="0"/>
                    </a:cubicBezTo>
                    <a:cubicBezTo>
                      <a:pt x="33904" y="0"/>
                      <a:pt x="67809" y="0"/>
                      <a:pt x="103255" y="0"/>
                    </a:cubicBezTo>
                    <a:cubicBezTo>
                      <a:pt x="103255" y="2130603"/>
                      <a:pt x="103255" y="4258895"/>
                      <a:pt x="103255" y="6392581"/>
                    </a:cubicBezTo>
                  </a:path>
                </a:pathLst>
              </a:custGeom>
              <a:solidFill>
                <a:schemeClr val="accent3"/>
              </a:solidFill>
              <a:ln w="7704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US" dirty="0">
                  <a:latin typeface="Times New Roman" panose="02020603050405020304" pitchFamily="18" charset="0"/>
                  <a:cs typeface="Times New Roman" pitchFamily="18" charset="0"/>
                </a:endParaRPr>
              </a:p>
            </p:txBody>
          </p:sp>
          <p:sp>
            <p:nvSpPr>
              <p:cNvPr id="61" name="Freeform: Shape 24">
                <a:extLst>
                  <a:ext uri="{FF2B5EF4-FFF2-40B4-BE49-F238E27FC236}">
                    <a16:creationId xmlns:a16="http://schemas.microsoft.com/office/drawing/2014/main" id="{53B015E2-EB41-454F-B249-A3924B2C56A7}"/>
                  </a:ext>
                </a:extLst>
              </p:cNvPr>
              <p:cNvSpPr/>
              <p:nvPr/>
            </p:nvSpPr>
            <p:spPr>
              <a:xfrm>
                <a:off x="7065051" y="2926994"/>
                <a:ext cx="37550" cy="2394576"/>
              </a:xfrm>
              <a:custGeom>
                <a:avLst/>
                <a:gdLst>
                  <a:gd name="connsiteX0" fmla="*/ 0 w 100173"/>
                  <a:gd name="connsiteY0" fmla="*/ 6392581 h 6387957"/>
                  <a:gd name="connsiteX1" fmla="*/ 0 w 100173"/>
                  <a:gd name="connsiteY1" fmla="*/ 0 h 6387957"/>
                  <a:gd name="connsiteX2" fmla="*/ 103255 w 100173"/>
                  <a:gd name="connsiteY2" fmla="*/ 0 h 6387957"/>
                  <a:gd name="connsiteX3" fmla="*/ 103255 w 100173"/>
                  <a:gd name="connsiteY3" fmla="*/ 6392581 h 6387957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</a:cxnLst>
                <a:rect l="l" t="t" r="r" b="b"/>
                <a:pathLst>
                  <a:path w="100173" h="6387957">
                    <a:moveTo>
                      <a:pt x="0" y="6392581"/>
                    </a:moveTo>
                    <a:cubicBezTo>
                      <a:pt x="0" y="4261978"/>
                      <a:pt x="0" y="2132145"/>
                      <a:pt x="0" y="0"/>
                    </a:cubicBezTo>
                    <a:cubicBezTo>
                      <a:pt x="33904" y="0"/>
                      <a:pt x="67809" y="0"/>
                      <a:pt x="103255" y="0"/>
                    </a:cubicBezTo>
                    <a:cubicBezTo>
                      <a:pt x="103255" y="2130603"/>
                      <a:pt x="103255" y="4258895"/>
                      <a:pt x="103255" y="6392581"/>
                    </a:cubicBezTo>
                  </a:path>
                </a:pathLst>
              </a:custGeom>
              <a:solidFill>
                <a:schemeClr val="accent3"/>
              </a:solidFill>
              <a:ln w="7704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US" dirty="0">
                  <a:latin typeface="Times New Roman" panose="02020603050405020304" pitchFamily="18" charset="0"/>
                  <a:cs typeface="Times New Roman" pitchFamily="18" charset="0"/>
                </a:endParaRPr>
              </a:p>
            </p:txBody>
          </p:sp>
          <p:sp>
            <p:nvSpPr>
              <p:cNvPr id="62" name="Freeform: Shape 25">
                <a:extLst>
                  <a:ext uri="{FF2B5EF4-FFF2-40B4-BE49-F238E27FC236}">
                    <a16:creationId xmlns:a16="http://schemas.microsoft.com/office/drawing/2014/main" id="{018D5BE2-ED44-4289-8EFA-42F5721FBB85}"/>
                  </a:ext>
                </a:extLst>
              </p:cNvPr>
              <p:cNvSpPr/>
              <p:nvPr/>
            </p:nvSpPr>
            <p:spPr>
              <a:xfrm>
                <a:off x="6754449" y="2926127"/>
                <a:ext cx="37550" cy="2394576"/>
              </a:xfrm>
              <a:custGeom>
                <a:avLst/>
                <a:gdLst>
                  <a:gd name="connsiteX0" fmla="*/ 0 w 100173"/>
                  <a:gd name="connsiteY0" fmla="*/ 6392581 h 6387957"/>
                  <a:gd name="connsiteX1" fmla="*/ 0 w 100173"/>
                  <a:gd name="connsiteY1" fmla="*/ 0 h 6387957"/>
                  <a:gd name="connsiteX2" fmla="*/ 103255 w 100173"/>
                  <a:gd name="connsiteY2" fmla="*/ 0 h 6387957"/>
                  <a:gd name="connsiteX3" fmla="*/ 103255 w 100173"/>
                  <a:gd name="connsiteY3" fmla="*/ 6392581 h 6387957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</a:cxnLst>
                <a:rect l="l" t="t" r="r" b="b"/>
                <a:pathLst>
                  <a:path w="100173" h="6387957">
                    <a:moveTo>
                      <a:pt x="0" y="6392581"/>
                    </a:moveTo>
                    <a:cubicBezTo>
                      <a:pt x="0" y="4261978"/>
                      <a:pt x="0" y="2132145"/>
                      <a:pt x="0" y="0"/>
                    </a:cubicBezTo>
                    <a:cubicBezTo>
                      <a:pt x="33905" y="0"/>
                      <a:pt x="67810" y="0"/>
                      <a:pt x="103255" y="0"/>
                    </a:cubicBezTo>
                    <a:cubicBezTo>
                      <a:pt x="103255" y="2131374"/>
                      <a:pt x="103255" y="4260436"/>
                      <a:pt x="103255" y="6392581"/>
                    </a:cubicBezTo>
                  </a:path>
                </a:pathLst>
              </a:custGeom>
              <a:solidFill>
                <a:schemeClr val="accent3"/>
              </a:solidFill>
              <a:ln w="7704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US" dirty="0">
                  <a:latin typeface="Times New Roman" panose="02020603050405020304" pitchFamily="18" charset="0"/>
                  <a:cs typeface="Times New Roman" pitchFamily="18" charset="0"/>
                </a:endParaRPr>
              </a:p>
            </p:txBody>
          </p:sp>
          <p:sp>
            <p:nvSpPr>
              <p:cNvPr id="63" name="Freeform: Shape 26">
                <a:extLst>
                  <a:ext uri="{FF2B5EF4-FFF2-40B4-BE49-F238E27FC236}">
                    <a16:creationId xmlns:a16="http://schemas.microsoft.com/office/drawing/2014/main" id="{FEBA9FA3-A7E2-4C7A-A66C-36068833FD70}"/>
                  </a:ext>
                </a:extLst>
              </p:cNvPr>
              <p:cNvSpPr/>
              <p:nvPr/>
            </p:nvSpPr>
            <p:spPr>
              <a:xfrm>
                <a:off x="6334914" y="2927282"/>
                <a:ext cx="37550" cy="2394576"/>
              </a:xfrm>
              <a:custGeom>
                <a:avLst/>
                <a:gdLst>
                  <a:gd name="connsiteX0" fmla="*/ 0 w 100173"/>
                  <a:gd name="connsiteY0" fmla="*/ 6393351 h 6387957"/>
                  <a:gd name="connsiteX1" fmla="*/ 0 w 100173"/>
                  <a:gd name="connsiteY1" fmla="*/ 0 h 6387957"/>
                  <a:gd name="connsiteX2" fmla="*/ 103255 w 100173"/>
                  <a:gd name="connsiteY2" fmla="*/ 0 h 6387957"/>
                  <a:gd name="connsiteX3" fmla="*/ 103255 w 100173"/>
                  <a:gd name="connsiteY3" fmla="*/ 6393351 h 6387957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</a:cxnLst>
                <a:rect l="l" t="t" r="r" b="b"/>
                <a:pathLst>
                  <a:path w="100173" h="6387957">
                    <a:moveTo>
                      <a:pt x="0" y="6393351"/>
                    </a:moveTo>
                    <a:cubicBezTo>
                      <a:pt x="0" y="4262748"/>
                      <a:pt x="0" y="2132915"/>
                      <a:pt x="0" y="0"/>
                    </a:cubicBezTo>
                    <a:cubicBezTo>
                      <a:pt x="33904" y="0"/>
                      <a:pt x="67809" y="0"/>
                      <a:pt x="103255" y="0"/>
                    </a:cubicBezTo>
                    <a:cubicBezTo>
                      <a:pt x="103255" y="2131374"/>
                      <a:pt x="103255" y="4260436"/>
                      <a:pt x="103255" y="6393351"/>
                    </a:cubicBezTo>
                  </a:path>
                </a:pathLst>
              </a:custGeom>
              <a:solidFill>
                <a:schemeClr val="accent5"/>
              </a:solidFill>
              <a:ln w="7704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US" dirty="0">
                  <a:latin typeface="Times New Roman" panose="02020603050405020304" pitchFamily="18" charset="0"/>
                  <a:cs typeface="Times New Roman" pitchFamily="18" charset="0"/>
                </a:endParaRPr>
              </a:p>
            </p:txBody>
          </p:sp>
          <p:sp>
            <p:nvSpPr>
              <p:cNvPr id="64" name="Freeform: Shape 27">
                <a:extLst>
                  <a:ext uri="{FF2B5EF4-FFF2-40B4-BE49-F238E27FC236}">
                    <a16:creationId xmlns:a16="http://schemas.microsoft.com/office/drawing/2014/main" id="{DCE49181-A192-4FDD-8E4A-6CE1DB81A373}"/>
                  </a:ext>
                </a:extLst>
              </p:cNvPr>
              <p:cNvSpPr/>
              <p:nvPr/>
            </p:nvSpPr>
            <p:spPr>
              <a:xfrm>
                <a:off x="6159871" y="2926127"/>
                <a:ext cx="37550" cy="2397464"/>
              </a:xfrm>
              <a:custGeom>
                <a:avLst/>
                <a:gdLst>
                  <a:gd name="connsiteX0" fmla="*/ 0 w 100173"/>
                  <a:gd name="connsiteY0" fmla="*/ 6395663 h 6395662"/>
                  <a:gd name="connsiteX1" fmla="*/ 0 w 100173"/>
                  <a:gd name="connsiteY1" fmla="*/ 0 h 6395662"/>
                  <a:gd name="connsiteX2" fmla="*/ 52398 w 100173"/>
                  <a:gd name="connsiteY2" fmla="*/ 0 h 6395662"/>
                  <a:gd name="connsiteX3" fmla="*/ 103255 w 100173"/>
                  <a:gd name="connsiteY3" fmla="*/ 0 h 6395662"/>
                  <a:gd name="connsiteX4" fmla="*/ 103255 w 100173"/>
                  <a:gd name="connsiteY4" fmla="*/ 6395663 h 6395662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</a:cxnLst>
                <a:rect l="l" t="t" r="r" b="b"/>
                <a:pathLst>
                  <a:path w="100173" h="6395662">
                    <a:moveTo>
                      <a:pt x="0" y="6395663"/>
                    </a:moveTo>
                    <a:cubicBezTo>
                      <a:pt x="0" y="4265060"/>
                      <a:pt x="0" y="2135227"/>
                      <a:pt x="0" y="0"/>
                    </a:cubicBezTo>
                    <a:cubicBezTo>
                      <a:pt x="17723" y="0"/>
                      <a:pt x="34675" y="0"/>
                      <a:pt x="52398" y="0"/>
                    </a:cubicBezTo>
                    <a:cubicBezTo>
                      <a:pt x="68580" y="0"/>
                      <a:pt x="84762" y="0"/>
                      <a:pt x="103255" y="0"/>
                    </a:cubicBezTo>
                    <a:cubicBezTo>
                      <a:pt x="103255" y="2132915"/>
                      <a:pt x="103255" y="4261977"/>
                      <a:pt x="103255" y="6395663"/>
                    </a:cubicBezTo>
                  </a:path>
                </a:pathLst>
              </a:custGeom>
              <a:solidFill>
                <a:schemeClr val="accent5"/>
              </a:solidFill>
              <a:ln w="7704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US" dirty="0">
                  <a:latin typeface="Times New Roman" panose="02020603050405020304" pitchFamily="18" charset="0"/>
                  <a:cs typeface="Times New Roman" pitchFamily="18" charset="0"/>
                </a:endParaRPr>
              </a:p>
            </p:txBody>
          </p:sp>
          <p:sp>
            <p:nvSpPr>
              <p:cNvPr id="65" name="Freeform: Shape 28">
                <a:extLst>
                  <a:ext uri="{FF2B5EF4-FFF2-40B4-BE49-F238E27FC236}">
                    <a16:creationId xmlns:a16="http://schemas.microsoft.com/office/drawing/2014/main" id="{08B99DFA-675D-47CD-AAA5-48F4B7263F7F}"/>
                  </a:ext>
                </a:extLst>
              </p:cNvPr>
              <p:cNvSpPr/>
              <p:nvPr/>
            </p:nvSpPr>
            <p:spPr>
              <a:xfrm>
                <a:off x="6231712" y="2926127"/>
                <a:ext cx="72212" cy="2394576"/>
              </a:xfrm>
              <a:custGeom>
                <a:avLst/>
                <a:gdLst>
                  <a:gd name="connsiteX0" fmla="*/ 0 w 192640"/>
                  <a:gd name="connsiteY0" fmla="*/ 6392581 h 6387957"/>
                  <a:gd name="connsiteX1" fmla="*/ 0 w 192640"/>
                  <a:gd name="connsiteY1" fmla="*/ 0 h 6387957"/>
                  <a:gd name="connsiteX2" fmla="*/ 198805 w 192640"/>
                  <a:gd name="connsiteY2" fmla="*/ 0 h 6387957"/>
                  <a:gd name="connsiteX3" fmla="*/ 198805 w 192640"/>
                  <a:gd name="connsiteY3" fmla="*/ 6392581 h 6387957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</a:cxnLst>
                <a:rect l="l" t="t" r="r" b="b"/>
                <a:pathLst>
                  <a:path w="192640" h="6387957">
                    <a:moveTo>
                      <a:pt x="0" y="6392581"/>
                    </a:moveTo>
                    <a:cubicBezTo>
                      <a:pt x="0" y="4261207"/>
                      <a:pt x="0" y="2132145"/>
                      <a:pt x="0" y="0"/>
                    </a:cubicBezTo>
                    <a:cubicBezTo>
                      <a:pt x="66268" y="0"/>
                      <a:pt x="131766" y="0"/>
                      <a:pt x="198805" y="0"/>
                    </a:cubicBezTo>
                    <a:cubicBezTo>
                      <a:pt x="198805" y="2131374"/>
                      <a:pt x="198805" y="4261207"/>
                      <a:pt x="198805" y="6392581"/>
                    </a:cubicBezTo>
                  </a:path>
                </a:pathLst>
              </a:custGeom>
              <a:solidFill>
                <a:schemeClr val="accent5"/>
              </a:solidFill>
              <a:ln w="7704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US" dirty="0">
                  <a:latin typeface="Times New Roman" panose="02020603050405020304" pitchFamily="18" charset="0"/>
                  <a:cs typeface="Times New Roman" pitchFamily="18" charset="0"/>
                </a:endParaRPr>
              </a:p>
            </p:txBody>
          </p:sp>
          <p:sp>
            <p:nvSpPr>
              <p:cNvPr id="66" name="Freeform: Shape 29">
                <a:extLst>
                  <a:ext uri="{FF2B5EF4-FFF2-40B4-BE49-F238E27FC236}">
                    <a16:creationId xmlns:a16="http://schemas.microsoft.com/office/drawing/2014/main" id="{A3A52561-2F81-45D4-BB63-98DD6D95E5E9}"/>
                  </a:ext>
                </a:extLst>
              </p:cNvPr>
              <p:cNvSpPr/>
              <p:nvPr/>
            </p:nvSpPr>
            <p:spPr>
              <a:xfrm>
                <a:off x="6598401" y="2927282"/>
                <a:ext cx="37550" cy="2394576"/>
              </a:xfrm>
              <a:custGeom>
                <a:avLst/>
                <a:gdLst>
                  <a:gd name="connsiteX0" fmla="*/ 0 w 100173"/>
                  <a:gd name="connsiteY0" fmla="*/ 6392581 h 6387957"/>
                  <a:gd name="connsiteX1" fmla="*/ 0 w 100173"/>
                  <a:gd name="connsiteY1" fmla="*/ 0 h 6387957"/>
                  <a:gd name="connsiteX2" fmla="*/ 103255 w 100173"/>
                  <a:gd name="connsiteY2" fmla="*/ 0 h 6387957"/>
                  <a:gd name="connsiteX3" fmla="*/ 103255 w 100173"/>
                  <a:gd name="connsiteY3" fmla="*/ 6392581 h 6387957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</a:cxnLst>
                <a:rect l="l" t="t" r="r" b="b"/>
                <a:pathLst>
                  <a:path w="100173" h="6387957">
                    <a:moveTo>
                      <a:pt x="0" y="6392581"/>
                    </a:moveTo>
                    <a:cubicBezTo>
                      <a:pt x="0" y="4261207"/>
                      <a:pt x="0" y="2131374"/>
                      <a:pt x="0" y="0"/>
                    </a:cubicBezTo>
                    <a:cubicBezTo>
                      <a:pt x="34675" y="0"/>
                      <a:pt x="67809" y="0"/>
                      <a:pt x="103255" y="0"/>
                    </a:cubicBezTo>
                    <a:cubicBezTo>
                      <a:pt x="103255" y="2130603"/>
                      <a:pt x="103255" y="4260437"/>
                      <a:pt x="103255" y="6392581"/>
                    </a:cubicBezTo>
                  </a:path>
                </a:pathLst>
              </a:custGeom>
              <a:solidFill>
                <a:schemeClr val="accent4"/>
              </a:solidFill>
              <a:ln w="7704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US" dirty="0">
                  <a:latin typeface="Times New Roman" panose="02020603050405020304" pitchFamily="18" charset="0"/>
                  <a:cs typeface="Times New Roman" pitchFamily="18" charset="0"/>
                </a:endParaRPr>
              </a:p>
            </p:txBody>
          </p:sp>
          <p:sp>
            <p:nvSpPr>
              <p:cNvPr id="67" name="Freeform: Shape 30">
                <a:extLst>
                  <a:ext uri="{FF2B5EF4-FFF2-40B4-BE49-F238E27FC236}">
                    <a16:creationId xmlns:a16="http://schemas.microsoft.com/office/drawing/2014/main" id="{53780AFD-C7BF-438C-8ACF-ADB70736488F}"/>
                  </a:ext>
                </a:extLst>
              </p:cNvPr>
              <p:cNvSpPr/>
              <p:nvPr/>
            </p:nvSpPr>
            <p:spPr>
              <a:xfrm>
                <a:off x="6680669" y="2927282"/>
                <a:ext cx="37550" cy="2394576"/>
              </a:xfrm>
              <a:custGeom>
                <a:avLst/>
                <a:gdLst>
                  <a:gd name="connsiteX0" fmla="*/ 0 w 100173"/>
                  <a:gd name="connsiteY0" fmla="*/ 6392581 h 6387957"/>
                  <a:gd name="connsiteX1" fmla="*/ 0 w 100173"/>
                  <a:gd name="connsiteY1" fmla="*/ 0 h 6387957"/>
                  <a:gd name="connsiteX2" fmla="*/ 103255 w 100173"/>
                  <a:gd name="connsiteY2" fmla="*/ 0 h 6387957"/>
                  <a:gd name="connsiteX3" fmla="*/ 103255 w 100173"/>
                  <a:gd name="connsiteY3" fmla="*/ 6392581 h 6387957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</a:cxnLst>
                <a:rect l="l" t="t" r="r" b="b"/>
                <a:pathLst>
                  <a:path w="100173" h="6387957">
                    <a:moveTo>
                      <a:pt x="0" y="6392581"/>
                    </a:moveTo>
                    <a:cubicBezTo>
                      <a:pt x="0" y="4261978"/>
                      <a:pt x="0" y="2132145"/>
                      <a:pt x="0" y="0"/>
                    </a:cubicBezTo>
                    <a:cubicBezTo>
                      <a:pt x="33905" y="0"/>
                      <a:pt x="67810" y="0"/>
                      <a:pt x="103255" y="0"/>
                    </a:cubicBezTo>
                    <a:cubicBezTo>
                      <a:pt x="103255" y="2131374"/>
                      <a:pt x="103255" y="4260436"/>
                      <a:pt x="103255" y="6392581"/>
                    </a:cubicBezTo>
                  </a:path>
                </a:pathLst>
              </a:custGeom>
              <a:solidFill>
                <a:schemeClr val="accent4"/>
              </a:solidFill>
              <a:ln w="7704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US" dirty="0">
                  <a:latin typeface="Times New Roman" panose="02020603050405020304" pitchFamily="18" charset="0"/>
                  <a:cs typeface="Times New Roman" pitchFamily="18" charset="0"/>
                </a:endParaRPr>
              </a:p>
            </p:txBody>
          </p:sp>
          <p:sp>
            <p:nvSpPr>
              <p:cNvPr id="68" name="Freeform: Shape 31">
                <a:extLst>
                  <a:ext uri="{FF2B5EF4-FFF2-40B4-BE49-F238E27FC236}">
                    <a16:creationId xmlns:a16="http://schemas.microsoft.com/office/drawing/2014/main" id="{D1DA5EF5-6153-4FA1-B3B6-C7EA4D7C45C7}"/>
                  </a:ext>
                </a:extLst>
              </p:cNvPr>
              <p:cNvSpPr/>
              <p:nvPr/>
            </p:nvSpPr>
            <p:spPr>
              <a:xfrm>
                <a:off x="6516134" y="2927282"/>
                <a:ext cx="37550" cy="2394576"/>
              </a:xfrm>
              <a:custGeom>
                <a:avLst/>
                <a:gdLst>
                  <a:gd name="connsiteX0" fmla="*/ 0 w 100173"/>
                  <a:gd name="connsiteY0" fmla="*/ 6391811 h 6387957"/>
                  <a:gd name="connsiteX1" fmla="*/ 0 w 100173"/>
                  <a:gd name="connsiteY1" fmla="*/ 0 h 6387957"/>
                  <a:gd name="connsiteX2" fmla="*/ 103255 w 100173"/>
                  <a:gd name="connsiteY2" fmla="*/ 0 h 6387957"/>
                  <a:gd name="connsiteX3" fmla="*/ 103255 w 100173"/>
                  <a:gd name="connsiteY3" fmla="*/ 6391811 h 6387957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</a:cxnLst>
                <a:rect l="l" t="t" r="r" b="b"/>
                <a:pathLst>
                  <a:path w="100173" h="6387957">
                    <a:moveTo>
                      <a:pt x="0" y="6391811"/>
                    </a:moveTo>
                    <a:cubicBezTo>
                      <a:pt x="0" y="4261978"/>
                      <a:pt x="0" y="2132145"/>
                      <a:pt x="0" y="0"/>
                    </a:cubicBezTo>
                    <a:cubicBezTo>
                      <a:pt x="33134" y="0"/>
                      <a:pt x="67039" y="0"/>
                      <a:pt x="103255" y="0"/>
                    </a:cubicBezTo>
                    <a:cubicBezTo>
                      <a:pt x="103255" y="2130603"/>
                      <a:pt x="103255" y="4260436"/>
                      <a:pt x="103255" y="6391811"/>
                    </a:cubicBezTo>
                  </a:path>
                </a:pathLst>
              </a:custGeom>
              <a:solidFill>
                <a:schemeClr val="accent4"/>
              </a:solidFill>
              <a:ln w="7704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US" dirty="0">
                  <a:latin typeface="Times New Roman" panose="02020603050405020304" pitchFamily="18" charset="0"/>
                  <a:cs typeface="Times New Roman" pitchFamily="18" charset="0"/>
                </a:endParaRPr>
              </a:p>
            </p:txBody>
          </p:sp>
          <p:sp>
            <p:nvSpPr>
              <p:cNvPr id="69" name="Freeform: Shape 32">
                <a:extLst>
                  <a:ext uri="{FF2B5EF4-FFF2-40B4-BE49-F238E27FC236}">
                    <a16:creationId xmlns:a16="http://schemas.microsoft.com/office/drawing/2014/main" id="{F80C8E45-AA03-497B-9ABE-2E9B8BC26557}"/>
                  </a:ext>
                </a:extLst>
              </p:cNvPr>
              <p:cNvSpPr/>
              <p:nvPr/>
            </p:nvSpPr>
            <p:spPr>
              <a:xfrm>
                <a:off x="6399205" y="2927282"/>
                <a:ext cx="72212" cy="2394576"/>
              </a:xfrm>
              <a:custGeom>
                <a:avLst/>
                <a:gdLst>
                  <a:gd name="connsiteX0" fmla="*/ 0 w 192640"/>
                  <a:gd name="connsiteY0" fmla="*/ 6392581 h 6387957"/>
                  <a:gd name="connsiteX1" fmla="*/ 0 w 192640"/>
                  <a:gd name="connsiteY1" fmla="*/ 0 h 6387957"/>
                  <a:gd name="connsiteX2" fmla="*/ 198805 w 192640"/>
                  <a:gd name="connsiteY2" fmla="*/ 0 h 6387957"/>
                  <a:gd name="connsiteX3" fmla="*/ 198805 w 192640"/>
                  <a:gd name="connsiteY3" fmla="*/ 6392581 h 6387957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</a:cxnLst>
                <a:rect l="l" t="t" r="r" b="b"/>
                <a:pathLst>
                  <a:path w="192640" h="6387957">
                    <a:moveTo>
                      <a:pt x="0" y="6392581"/>
                    </a:moveTo>
                    <a:cubicBezTo>
                      <a:pt x="0" y="4261207"/>
                      <a:pt x="0" y="2132145"/>
                      <a:pt x="0" y="0"/>
                    </a:cubicBezTo>
                    <a:cubicBezTo>
                      <a:pt x="66268" y="0"/>
                      <a:pt x="131766" y="0"/>
                      <a:pt x="198805" y="0"/>
                    </a:cubicBezTo>
                    <a:cubicBezTo>
                      <a:pt x="198805" y="2131374"/>
                      <a:pt x="198805" y="4261207"/>
                      <a:pt x="198805" y="6392581"/>
                    </a:cubicBezTo>
                  </a:path>
                </a:pathLst>
              </a:custGeom>
              <a:solidFill>
                <a:schemeClr val="accent4"/>
              </a:solidFill>
              <a:ln w="7704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US" dirty="0">
                  <a:latin typeface="Times New Roman" panose="02020603050405020304" pitchFamily="18" charset="0"/>
                  <a:cs typeface="Times New Roman" pitchFamily="18" charset="0"/>
                </a:endParaRPr>
              </a:p>
            </p:txBody>
          </p:sp>
          <p:sp>
            <p:nvSpPr>
              <p:cNvPr id="70" name="Freeform: Shape 33">
                <a:extLst>
                  <a:ext uri="{FF2B5EF4-FFF2-40B4-BE49-F238E27FC236}">
                    <a16:creationId xmlns:a16="http://schemas.microsoft.com/office/drawing/2014/main" id="{B33154AB-DAF1-4E1D-AED0-2C8B79C6FE97}"/>
                  </a:ext>
                </a:extLst>
              </p:cNvPr>
              <p:cNvSpPr/>
              <p:nvPr/>
            </p:nvSpPr>
            <p:spPr>
              <a:xfrm>
                <a:off x="5237391" y="2926127"/>
                <a:ext cx="144425" cy="2394576"/>
              </a:xfrm>
              <a:custGeom>
                <a:avLst/>
                <a:gdLst>
                  <a:gd name="connsiteX0" fmla="*/ 0 w 385280"/>
                  <a:gd name="connsiteY0" fmla="*/ 6393351 h 6387957"/>
                  <a:gd name="connsiteX1" fmla="*/ 0 w 385280"/>
                  <a:gd name="connsiteY1" fmla="*/ 0 h 6387957"/>
                  <a:gd name="connsiteX2" fmla="*/ 387593 w 385280"/>
                  <a:gd name="connsiteY2" fmla="*/ 0 h 6387957"/>
                  <a:gd name="connsiteX3" fmla="*/ 387593 w 385280"/>
                  <a:gd name="connsiteY3" fmla="*/ 6393351 h 6387957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</a:cxnLst>
                <a:rect l="l" t="t" r="r" b="b"/>
                <a:pathLst>
                  <a:path w="385280" h="6387957">
                    <a:moveTo>
                      <a:pt x="0" y="6393351"/>
                    </a:moveTo>
                    <a:cubicBezTo>
                      <a:pt x="0" y="4262748"/>
                      <a:pt x="0" y="2132145"/>
                      <a:pt x="0" y="0"/>
                    </a:cubicBezTo>
                    <a:cubicBezTo>
                      <a:pt x="128684" y="0"/>
                      <a:pt x="256597" y="0"/>
                      <a:pt x="387593" y="0"/>
                    </a:cubicBezTo>
                    <a:cubicBezTo>
                      <a:pt x="387593" y="2130603"/>
                      <a:pt x="387593" y="4261207"/>
                      <a:pt x="387593" y="6393351"/>
                    </a:cubicBezTo>
                  </a:path>
                </a:pathLst>
              </a:custGeom>
              <a:solidFill>
                <a:schemeClr val="accent3"/>
              </a:solidFill>
              <a:ln w="7704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US" dirty="0">
                  <a:latin typeface="Times New Roman" panose="02020603050405020304" pitchFamily="18" charset="0"/>
                  <a:cs typeface="Times New Roman" pitchFamily="18" charset="0"/>
                </a:endParaRPr>
              </a:p>
            </p:txBody>
          </p:sp>
          <p:sp>
            <p:nvSpPr>
              <p:cNvPr id="71" name="Freeform: Shape 34">
                <a:extLst>
                  <a:ext uri="{FF2B5EF4-FFF2-40B4-BE49-F238E27FC236}">
                    <a16:creationId xmlns:a16="http://schemas.microsoft.com/office/drawing/2014/main" id="{6E905E38-B653-4270-89DB-6739B8AED375}"/>
                  </a:ext>
                </a:extLst>
              </p:cNvPr>
              <p:cNvSpPr/>
              <p:nvPr/>
            </p:nvSpPr>
            <p:spPr>
              <a:xfrm>
                <a:off x="5123269" y="2926994"/>
                <a:ext cx="72212" cy="2394576"/>
              </a:xfrm>
              <a:custGeom>
                <a:avLst/>
                <a:gdLst>
                  <a:gd name="connsiteX0" fmla="*/ 0 w 192640"/>
                  <a:gd name="connsiteY0" fmla="*/ 6392581 h 6387957"/>
                  <a:gd name="connsiteX1" fmla="*/ 0 w 192640"/>
                  <a:gd name="connsiteY1" fmla="*/ 0 h 6387957"/>
                  <a:gd name="connsiteX2" fmla="*/ 198805 w 192640"/>
                  <a:gd name="connsiteY2" fmla="*/ 0 h 6387957"/>
                  <a:gd name="connsiteX3" fmla="*/ 198805 w 192640"/>
                  <a:gd name="connsiteY3" fmla="*/ 6392581 h 6387957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</a:cxnLst>
                <a:rect l="l" t="t" r="r" b="b"/>
                <a:pathLst>
                  <a:path w="192640" h="6387957">
                    <a:moveTo>
                      <a:pt x="0" y="6392581"/>
                    </a:moveTo>
                    <a:cubicBezTo>
                      <a:pt x="0" y="4261207"/>
                      <a:pt x="0" y="2132145"/>
                      <a:pt x="0" y="0"/>
                    </a:cubicBezTo>
                    <a:cubicBezTo>
                      <a:pt x="67039" y="0"/>
                      <a:pt x="131766" y="0"/>
                      <a:pt x="198805" y="0"/>
                    </a:cubicBezTo>
                    <a:cubicBezTo>
                      <a:pt x="198805" y="2130603"/>
                      <a:pt x="198805" y="4259666"/>
                      <a:pt x="198805" y="6392581"/>
                    </a:cubicBezTo>
                  </a:path>
                </a:pathLst>
              </a:custGeom>
              <a:solidFill>
                <a:schemeClr val="accent3"/>
              </a:solidFill>
              <a:ln w="7704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US" dirty="0">
                  <a:latin typeface="Times New Roman" panose="02020603050405020304" pitchFamily="18" charset="0"/>
                  <a:cs typeface="Times New Roman" pitchFamily="18" charset="0"/>
                </a:endParaRPr>
              </a:p>
            </p:txBody>
          </p:sp>
          <p:sp>
            <p:nvSpPr>
              <p:cNvPr id="72" name="Freeform: Shape 35">
                <a:extLst>
                  <a:ext uri="{FF2B5EF4-FFF2-40B4-BE49-F238E27FC236}">
                    <a16:creationId xmlns:a16="http://schemas.microsoft.com/office/drawing/2014/main" id="{C46E5A34-F6FC-40B7-8BD9-CA4870D3EACB}"/>
                  </a:ext>
                </a:extLst>
              </p:cNvPr>
              <p:cNvSpPr/>
              <p:nvPr/>
            </p:nvSpPr>
            <p:spPr>
              <a:xfrm>
                <a:off x="5611343" y="2927282"/>
                <a:ext cx="72212" cy="2394576"/>
              </a:xfrm>
              <a:custGeom>
                <a:avLst/>
                <a:gdLst>
                  <a:gd name="connsiteX0" fmla="*/ 0 w 192640"/>
                  <a:gd name="connsiteY0" fmla="*/ 6392581 h 6387957"/>
                  <a:gd name="connsiteX1" fmla="*/ 0 w 192640"/>
                  <a:gd name="connsiteY1" fmla="*/ 0 h 6387957"/>
                  <a:gd name="connsiteX2" fmla="*/ 198805 w 192640"/>
                  <a:gd name="connsiteY2" fmla="*/ 0 h 6387957"/>
                  <a:gd name="connsiteX3" fmla="*/ 198805 w 192640"/>
                  <a:gd name="connsiteY3" fmla="*/ 6392581 h 6387957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</a:cxnLst>
                <a:rect l="l" t="t" r="r" b="b"/>
                <a:pathLst>
                  <a:path w="192640" h="6387957">
                    <a:moveTo>
                      <a:pt x="0" y="6392581"/>
                    </a:moveTo>
                    <a:cubicBezTo>
                      <a:pt x="0" y="4261207"/>
                      <a:pt x="0" y="2132145"/>
                      <a:pt x="0" y="0"/>
                    </a:cubicBezTo>
                    <a:cubicBezTo>
                      <a:pt x="66268" y="0"/>
                      <a:pt x="131766" y="0"/>
                      <a:pt x="198805" y="0"/>
                    </a:cubicBezTo>
                    <a:cubicBezTo>
                      <a:pt x="198805" y="2131374"/>
                      <a:pt x="198805" y="4261207"/>
                      <a:pt x="198805" y="6392581"/>
                    </a:cubicBezTo>
                  </a:path>
                </a:pathLst>
              </a:custGeom>
              <a:solidFill>
                <a:schemeClr val="accent3"/>
              </a:solidFill>
              <a:ln w="7704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US" dirty="0">
                  <a:latin typeface="Times New Roman" panose="02020603050405020304" pitchFamily="18" charset="0"/>
                  <a:cs typeface="Times New Roman" pitchFamily="18" charset="0"/>
                </a:endParaRPr>
              </a:p>
            </p:txBody>
          </p:sp>
          <p:sp>
            <p:nvSpPr>
              <p:cNvPr id="73" name="Freeform: Shape 36">
                <a:extLst>
                  <a:ext uri="{FF2B5EF4-FFF2-40B4-BE49-F238E27FC236}">
                    <a16:creationId xmlns:a16="http://schemas.microsoft.com/office/drawing/2014/main" id="{5FA3DBA7-F8ED-45A6-819E-A85FBC355BCB}"/>
                  </a:ext>
                </a:extLst>
              </p:cNvPr>
              <p:cNvSpPr/>
              <p:nvPr/>
            </p:nvSpPr>
            <p:spPr>
              <a:xfrm>
                <a:off x="5407259" y="2926994"/>
                <a:ext cx="37550" cy="2394576"/>
              </a:xfrm>
              <a:custGeom>
                <a:avLst/>
                <a:gdLst>
                  <a:gd name="connsiteX0" fmla="*/ 0 w 100173"/>
                  <a:gd name="connsiteY0" fmla="*/ 6392581 h 6387957"/>
                  <a:gd name="connsiteX1" fmla="*/ 0 w 100173"/>
                  <a:gd name="connsiteY1" fmla="*/ 0 h 6387957"/>
                  <a:gd name="connsiteX2" fmla="*/ 103255 w 100173"/>
                  <a:gd name="connsiteY2" fmla="*/ 0 h 6387957"/>
                  <a:gd name="connsiteX3" fmla="*/ 103255 w 100173"/>
                  <a:gd name="connsiteY3" fmla="*/ 6392581 h 6387957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</a:cxnLst>
                <a:rect l="l" t="t" r="r" b="b"/>
                <a:pathLst>
                  <a:path w="100173" h="6387957">
                    <a:moveTo>
                      <a:pt x="0" y="6392581"/>
                    </a:moveTo>
                    <a:cubicBezTo>
                      <a:pt x="0" y="4261978"/>
                      <a:pt x="0" y="2132145"/>
                      <a:pt x="0" y="0"/>
                    </a:cubicBezTo>
                    <a:cubicBezTo>
                      <a:pt x="34675" y="0"/>
                      <a:pt x="67810" y="0"/>
                      <a:pt x="103255" y="0"/>
                    </a:cubicBezTo>
                    <a:cubicBezTo>
                      <a:pt x="103255" y="2130603"/>
                      <a:pt x="103255" y="4259666"/>
                      <a:pt x="103255" y="6392581"/>
                    </a:cubicBezTo>
                  </a:path>
                </a:pathLst>
              </a:custGeom>
              <a:solidFill>
                <a:schemeClr val="accent3"/>
              </a:solidFill>
              <a:ln w="7704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US" dirty="0">
                  <a:latin typeface="Times New Roman" panose="02020603050405020304" pitchFamily="18" charset="0"/>
                  <a:cs typeface="Times New Roman" pitchFamily="18" charset="0"/>
                </a:endParaRPr>
              </a:p>
            </p:txBody>
          </p:sp>
          <p:sp>
            <p:nvSpPr>
              <p:cNvPr id="74" name="Freeform: Shape 37">
                <a:extLst>
                  <a:ext uri="{FF2B5EF4-FFF2-40B4-BE49-F238E27FC236}">
                    <a16:creationId xmlns:a16="http://schemas.microsoft.com/office/drawing/2014/main" id="{6D4897DB-997C-4440-9C15-09B6C34994D1}"/>
                  </a:ext>
                </a:extLst>
              </p:cNvPr>
              <p:cNvSpPr/>
              <p:nvPr/>
            </p:nvSpPr>
            <p:spPr>
              <a:xfrm>
                <a:off x="5470252" y="2926994"/>
                <a:ext cx="37550" cy="2394576"/>
              </a:xfrm>
              <a:custGeom>
                <a:avLst/>
                <a:gdLst>
                  <a:gd name="connsiteX0" fmla="*/ 0 w 100173"/>
                  <a:gd name="connsiteY0" fmla="*/ 6392581 h 6387957"/>
                  <a:gd name="connsiteX1" fmla="*/ 0 w 100173"/>
                  <a:gd name="connsiteY1" fmla="*/ 0 h 6387957"/>
                  <a:gd name="connsiteX2" fmla="*/ 103255 w 100173"/>
                  <a:gd name="connsiteY2" fmla="*/ 0 h 6387957"/>
                  <a:gd name="connsiteX3" fmla="*/ 103255 w 100173"/>
                  <a:gd name="connsiteY3" fmla="*/ 6392581 h 6387957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</a:cxnLst>
                <a:rect l="l" t="t" r="r" b="b"/>
                <a:pathLst>
                  <a:path w="100173" h="6387957">
                    <a:moveTo>
                      <a:pt x="0" y="6392581"/>
                    </a:moveTo>
                    <a:cubicBezTo>
                      <a:pt x="0" y="4261978"/>
                      <a:pt x="0" y="2132145"/>
                      <a:pt x="0" y="0"/>
                    </a:cubicBezTo>
                    <a:cubicBezTo>
                      <a:pt x="34675" y="0"/>
                      <a:pt x="67809" y="0"/>
                      <a:pt x="103255" y="0"/>
                    </a:cubicBezTo>
                    <a:cubicBezTo>
                      <a:pt x="103255" y="2130603"/>
                      <a:pt x="103255" y="4259666"/>
                      <a:pt x="103255" y="6392581"/>
                    </a:cubicBezTo>
                  </a:path>
                </a:pathLst>
              </a:custGeom>
              <a:solidFill>
                <a:schemeClr val="accent3"/>
              </a:solidFill>
              <a:ln w="7704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US" dirty="0">
                  <a:latin typeface="Times New Roman" panose="02020603050405020304" pitchFamily="18" charset="0"/>
                  <a:cs typeface="Times New Roman" pitchFamily="18" charset="0"/>
                </a:endParaRPr>
              </a:p>
            </p:txBody>
          </p:sp>
          <p:sp>
            <p:nvSpPr>
              <p:cNvPr id="75" name="Freeform: Shape 38">
                <a:extLst>
                  <a:ext uri="{FF2B5EF4-FFF2-40B4-BE49-F238E27FC236}">
                    <a16:creationId xmlns:a16="http://schemas.microsoft.com/office/drawing/2014/main" id="{60C5513F-881C-4B26-9ADB-6A46166CB483}"/>
                  </a:ext>
                </a:extLst>
              </p:cNvPr>
              <p:cNvSpPr/>
              <p:nvPr/>
            </p:nvSpPr>
            <p:spPr>
              <a:xfrm>
                <a:off x="5533244" y="2926127"/>
                <a:ext cx="37550" cy="2394576"/>
              </a:xfrm>
              <a:custGeom>
                <a:avLst/>
                <a:gdLst>
                  <a:gd name="connsiteX0" fmla="*/ 0 w 100173"/>
                  <a:gd name="connsiteY0" fmla="*/ 6392581 h 6387957"/>
                  <a:gd name="connsiteX1" fmla="*/ 0 w 100173"/>
                  <a:gd name="connsiteY1" fmla="*/ 0 h 6387957"/>
                  <a:gd name="connsiteX2" fmla="*/ 103255 w 100173"/>
                  <a:gd name="connsiteY2" fmla="*/ 0 h 6387957"/>
                  <a:gd name="connsiteX3" fmla="*/ 103255 w 100173"/>
                  <a:gd name="connsiteY3" fmla="*/ 6392581 h 6387957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</a:cxnLst>
                <a:rect l="l" t="t" r="r" b="b"/>
                <a:pathLst>
                  <a:path w="100173" h="6387957">
                    <a:moveTo>
                      <a:pt x="0" y="6392581"/>
                    </a:moveTo>
                    <a:cubicBezTo>
                      <a:pt x="0" y="4261978"/>
                      <a:pt x="0" y="2132145"/>
                      <a:pt x="0" y="0"/>
                    </a:cubicBezTo>
                    <a:cubicBezTo>
                      <a:pt x="34675" y="0"/>
                      <a:pt x="67809" y="0"/>
                      <a:pt x="103255" y="0"/>
                    </a:cubicBezTo>
                    <a:cubicBezTo>
                      <a:pt x="103255" y="2130603"/>
                      <a:pt x="103255" y="4259666"/>
                      <a:pt x="103255" y="6392581"/>
                    </a:cubicBezTo>
                  </a:path>
                </a:pathLst>
              </a:custGeom>
              <a:solidFill>
                <a:schemeClr val="accent3"/>
              </a:solidFill>
              <a:ln w="7704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US" dirty="0">
                  <a:latin typeface="Times New Roman" panose="02020603050405020304" pitchFamily="18" charset="0"/>
                  <a:cs typeface="Times New Roman" pitchFamily="18" charset="0"/>
                </a:endParaRPr>
              </a:p>
            </p:txBody>
          </p:sp>
        </p:grpSp>
        <p:sp>
          <p:nvSpPr>
            <p:cNvPr id="76" name="Rectangle 75">
              <a:extLst>
                <a:ext uri="{FF2B5EF4-FFF2-40B4-BE49-F238E27FC236}">
                  <a16:creationId xmlns:a16="http://schemas.microsoft.com/office/drawing/2014/main" id="{621D202A-5DDC-4586-837E-E89610285CC9}"/>
                </a:ext>
              </a:extLst>
            </p:cNvPr>
            <p:cNvSpPr/>
            <p:nvPr/>
          </p:nvSpPr>
          <p:spPr>
            <a:xfrm>
              <a:off x="0" y="-699"/>
              <a:ext cx="12191999" cy="646331"/>
            </a:xfrm>
            <a:prstGeom prst="rect">
              <a:avLst/>
            </a:prstGeom>
            <a:solidFill>
              <a:schemeClr val="bg1"/>
            </a:solidFill>
            <a:effectLst>
              <a:outerShdw blurRad="50800" dist="38100" dir="2700000" algn="tl" rotWithShape="0">
                <a:prstClr val="black">
                  <a:alpha val="40000"/>
                </a:prstClr>
              </a:outerShdw>
            </a:effectLst>
          </p:spPr>
          <p:txBody>
            <a:bodyPr wrap="square">
              <a:spAutoFit/>
            </a:bodyPr>
            <a:lstStyle/>
            <a:p>
              <a:pPr algn="ctr"/>
              <a:endParaRPr lang="ko-KR" altLang="en-US" sz="3600" dirty="0">
                <a:solidFill>
                  <a:srgbClr val="000099"/>
                </a:solidFill>
                <a:latin typeface="Times New Roman" panose="02020603050405020304" pitchFamily="18" charset="0"/>
                <a:cs typeface="Times New Roman" pitchFamily="18" charset="0"/>
              </a:endParaRPr>
            </a:p>
          </p:txBody>
        </p:sp>
        <p:pic>
          <p:nvPicPr>
            <p:cNvPr id="77" name="Picture 76">
              <a:extLst>
                <a:ext uri="{FF2B5EF4-FFF2-40B4-BE49-F238E27FC236}">
                  <a16:creationId xmlns:a16="http://schemas.microsoft.com/office/drawing/2014/main" id="{C10207E4-A41E-4E56-9165-4F7135FB076B}"/>
                </a:ext>
              </a:extLst>
            </p:cNvPr>
            <p:cNvPicPr>
              <a:picLocks noChangeAspect="1"/>
            </p:cNvPicPr>
            <p:nvPr/>
          </p:nvPicPr>
          <p:blipFill>
            <a:blip r:embed="rId2" cstate="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29587" y="34941"/>
              <a:ext cx="1343005" cy="575049"/>
            </a:xfrm>
            <a:prstGeom prst="rect">
              <a:avLst/>
            </a:prstGeom>
          </p:spPr>
        </p:pic>
        <p:sp>
          <p:nvSpPr>
            <p:cNvPr id="78" name="TextBox 77">
              <a:extLst>
                <a:ext uri="{FF2B5EF4-FFF2-40B4-BE49-F238E27FC236}">
                  <a16:creationId xmlns:a16="http://schemas.microsoft.com/office/drawing/2014/main" id="{8C098857-E541-4069-B9EA-AF75614C0ABE}"/>
                </a:ext>
              </a:extLst>
            </p:cNvPr>
            <p:cNvSpPr txBox="1"/>
            <p:nvPr/>
          </p:nvSpPr>
          <p:spPr>
            <a:xfrm>
              <a:off x="3258798" y="84039"/>
              <a:ext cx="5674404" cy="548099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>
                <a:lnSpc>
                  <a:spcPct val="115000"/>
                </a:lnSpc>
                <a:spcAft>
                  <a:spcPts val="800"/>
                </a:spcAft>
              </a:pPr>
              <a:endParaRPr lang="en-US" sz="2800" b="1" kern="100" dirty="0"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endParaRPr>
            </a:p>
          </p:txBody>
        </p:sp>
      </p:grpSp>
      <p:sp>
        <p:nvSpPr>
          <p:cNvPr id="80" name="TextBox 79">
            <a:extLst>
              <a:ext uri="{FF2B5EF4-FFF2-40B4-BE49-F238E27FC236}">
                <a16:creationId xmlns:a16="http://schemas.microsoft.com/office/drawing/2014/main" id="{2BE58F63-321A-548A-19A8-FFC7C77DA267}"/>
              </a:ext>
            </a:extLst>
          </p:cNvPr>
          <p:cNvSpPr txBox="1"/>
          <p:nvPr/>
        </p:nvSpPr>
        <p:spPr>
          <a:xfrm>
            <a:off x="3131887" y="30077"/>
            <a:ext cx="5928226" cy="584775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200" b="1"/>
            </a:pPr>
            <a:r>
              <a:rPr lang="en-IN" sz="3200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Conclusion &amp; Recommendations</a:t>
            </a:r>
            <a:endParaRPr sz="3200" dirty="0">
              <a:solidFill>
                <a:srgbClr val="FF0000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88" name="TextBox 87">
            <a:extLst>
              <a:ext uri="{FF2B5EF4-FFF2-40B4-BE49-F238E27FC236}">
                <a16:creationId xmlns:a16="http://schemas.microsoft.com/office/drawing/2014/main" id="{7A921C9C-52EE-099C-D31B-5EE6773B2A8A}"/>
              </a:ext>
            </a:extLst>
          </p:cNvPr>
          <p:cNvSpPr txBox="1"/>
          <p:nvPr/>
        </p:nvSpPr>
        <p:spPr>
          <a:xfrm>
            <a:off x="302104" y="765865"/>
            <a:ext cx="11620678" cy="58785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just">
              <a:buNone/>
            </a:pPr>
            <a:r>
              <a:rPr lang="en-US" sz="2400" b="1" dirty="0">
                <a:solidFill>
                  <a:schemeClr val="accent1">
                    <a:lumMod val="75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Grand Finding:</a:t>
            </a:r>
          </a:p>
          <a:p>
            <a:pPr>
              <a:buNone/>
            </a:pPr>
            <a:r>
              <a:rPr lang="en-US" sz="2000" dirty="0"/>
              <a:t>India’s deposit ecosystem is driven by two independent forces:</a:t>
            </a:r>
          </a:p>
          <a:p>
            <a:pPr>
              <a:buFont typeface="+mj-lt"/>
              <a:buAutoNum type="arabicPeriod"/>
            </a:pPr>
            <a:r>
              <a:rPr lang="en-US" sz="2000" dirty="0"/>
              <a:t>Deposit Scale</a:t>
            </a:r>
          </a:p>
          <a:p>
            <a:pPr>
              <a:buFont typeface="+mj-lt"/>
              <a:buAutoNum type="arabicPeriod"/>
            </a:pPr>
            <a:r>
              <a:rPr lang="en-US" sz="2000" dirty="0"/>
              <a:t>Population Group Demographics</a:t>
            </a:r>
            <a:endParaRPr lang="en-US" sz="2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algn="just">
              <a:buNone/>
            </a:pPr>
            <a:endParaRPr lang="en-US" sz="2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algn="just">
              <a:buNone/>
            </a:pPr>
            <a:r>
              <a:rPr lang="en-US" sz="2400" b="1" dirty="0">
                <a:solidFill>
                  <a:schemeClr val="accent4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Key Recommendations:</a:t>
            </a:r>
          </a:p>
          <a:p>
            <a:r>
              <a:rPr lang="en-IN" sz="2000" dirty="0"/>
              <a:t>✔ Customize deposit mobilization policies based on population group </a:t>
            </a:r>
            <a:r>
              <a:rPr lang="en-IN" sz="2000" dirty="0" err="1"/>
              <a:t>behavior</a:t>
            </a:r>
            <a:br>
              <a:rPr lang="en-IN" sz="2000" dirty="0"/>
            </a:br>
            <a:r>
              <a:rPr lang="en-IN" sz="2000" dirty="0"/>
              <a:t>✔ Increase rural deposit depth through targeted financial products</a:t>
            </a:r>
            <a:br>
              <a:rPr lang="en-IN" sz="2000" dirty="0"/>
            </a:br>
            <a:r>
              <a:rPr lang="en-IN" sz="2000" dirty="0"/>
              <a:t>✔ Strengthen semi-urban banking infrastructure</a:t>
            </a:r>
            <a:br>
              <a:rPr lang="en-IN" sz="2000" dirty="0"/>
            </a:br>
            <a:r>
              <a:rPr lang="en-IN" sz="2000" dirty="0"/>
              <a:t>✔ Use ML insights for yearly strategic planning</a:t>
            </a:r>
            <a:b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endParaRPr lang="en-US" sz="2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algn="just">
              <a:buNone/>
            </a:pPr>
            <a:r>
              <a:rPr lang="en-US" sz="2400" b="1" dirty="0">
                <a:solidFill>
                  <a:srgbClr val="00B05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Future Work:</a:t>
            </a:r>
          </a:p>
          <a:p>
            <a:pPr>
              <a:buNone/>
            </a:pPr>
            <a:r>
              <a:rPr lang="en-US" sz="2000" dirty="0"/>
              <a:t>Integrate: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US" sz="2000" dirty="0"/>
              <a:t>🏦 Loan performance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US" sz="2000" dirty="0"/>
              <a:t>💳 Account type segmentation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US" sz="2000" dirty="0"/>
              <a:t>🤖 ML forecasting of future deposit inflows</a:t>
            </a:r>
          </a:p>
          <a:p>
            <a:pPr>
              <a:buNone/>
            </a:pPr>
            <a:r>
              <a:rPr lang="en-US" sz="2000" dirty="0"/>
              <a:t>This would create a </a:t>
            </a:r>
            <a:r>
              <a:rPr lang="en-US" sz="2000" b="1" dirty="0"/>
              <a:t>full financial intelligence platform</a:t>
            </a:r>
            <a:r>
              <a:rPr lang="en-US" sz="2000" dirty="0"/>
              <a:t>.</a:t>
            </a:r>
          </a:p>
          <a:p>
            <a:pPr algn="just">
              <a:buNone/>
            </a:pPr>
            <a:endParaRPr lang="en-US" sz="2400" b="1" dirty="0">
              <a:solidFill>
                <a:srgbClr val="00B050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036728157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79" name="Group 78">
            <a:extLst>
              <a:ext uri="{FF2B5EF4-FFF2-40B4-BE49-F238E27FC236}">
                <a16:creationId xmlns:a16="http://schemas.microsoft.com/office/drawing/2014/main" id="{8AB83803-82FF-4FDF-A9E4-FA57E548D4DF}"/>
              </a:ext>
            </a:extLst>
          </p:cNvPr>
          <p:cNvGrpSpPr/>
          <p:nvPr/>
        </p:nvGrpSpPr>
        <p:grpSpPr>
          <a:xfrm>
            <a:off x="0" y="-699"/>
            <a:ext cx="12196232" cy="6859933"/>
            <a:chOff x="0" y="-699"/>
            <a:chExt cx="12196232" cy="6859933"/>
          </a:xfrm>
        </p:grpSpPr>
        <p:grpSp>
          <p:nvGrpSpPr>
            <p:cNvPr id="2" name="Group 1">
              <a:extLst>
                <a:ext uri="{FF2B5EF4-FFF2-40B4-BE49-F238E27FC236}">
                  <a16:creationId xmlns:a16="http://schemas.microsoft.com/office/drawing/2014/main" id="{4F7233E0-8B4C-403F-B4DC-1EAABD525929}"/>
                </a:ext>
              </a:extLst>
            </p:cNvPr>
            <p:cNvGrpSpPr/>
            <p:nvPr/>
          </p:nvGrpSpPr>
          <p:grpSpPr>
            <a:xfrm>
              <a:off x="4232" y="6382984"/>
              <a:ext cx="12192000" cy="476250"/>
              <a:chOff x="0" y="6381750"/>
              <a:chExt cx="12192000" cy="476250"/>
            </a:xfrm>
            <a:solidFill>
              <a:srgbClr val="C00000"/>
            </a:solidFill>
          </p:grpSpPr>
          <p:sp>
            <p:nvSpPr>
              <p:cNvPr id="3" name="Rectangle 2">
                <a:extLst>
                  <a:ext uri="{FF2B5EF4-FFF2-40B4-BE49-F238E27FC236}">
                    <a16:creationId xmlns:a16="http://schemas.microsoft.com/office/drawing/2014/main" id="{C3EDFE22-777C-4E40-82E4-FD5DB11D8B63}"/>
                  </a:ext>
                </a:extLst>
              </p:cNvPr>
              <p:cNvSpPr/>
              <p:nvPr/>
            </p:nvSpPr>
            <p:spPr>
              <a:xfrm>
                <a:off x="0" y="6381750"/>
                <a:ext cx="12192000" cy="476250"/>
              </a:xfrm>
              <a:prstGeom prst="rect">
                <a:avLst/>
              </a:prstGeom>
              <a:grpFill/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 dirty="0">
                  <a:solidFill>
                    <a:srgbClr val="C00000"/>
                  </a:solidFill>
                  <a:latin typeface="Times New Roman" panose="02020603050405020304" pitchFamily="18" charset="0"/>
                  <a:cs typeface="Times New Roman" pitchFamily="18" charset="0"/>
                </a:endParaRPr>
              </a:p>
            </p:txBody>
          </p:sp>
          <p:grpSp>
            <p:nvGrpSpPr>
              <p:cNvPr id="4" name="Group 3">
                <a:extLst>
                  <a:ext uri="{FF2B5EF4-FFF2-40B4-BE49-F238E27FC236}">
                    <a16:creationId xmlns:a16="http://schemas.microsoft.com/office/drawing/2014/main" id="{314080B3-0E2C-457A-A722-47CA48E69C19}"/>
                  </a:ext>
                </a:extLst>
              </p:cNvPr>
              <p:cNvGrpSpPr/>
              <p:nvPr/>
            </p:nvGrpSpPr>
            <p:grpSpPr>
              <a:xfrm>
                <a:off x="160089" y="6467143"/>
                <a:ext cx="4087748" cy="273466"/>
                <a:chOff x="4366684" y="2926127"/>
                <a:chExt cx="3278335" cy="2571063"/>
              </a:xfrm>
              <a:grpFill/>
            </p:grpSpPr>
            <p:sp>
              <p:nvSpPr>
                <p:cNvPr id="5" name="Freeform: Shape 4">
                  <a:extLst>
                    <a:ext uri="{FF2B5EF4-FFF2-40B4-BE49-F238E27FC236}">
                      <a16:creationId xmlns:a16="http://schemas.microsoft.com/office/drawing/2014/main" id="{375F0EE2-DB06-4E1C-9F66-EAACEFA99A97}"/>
                    </a:ext>
                  </a:extLst>
                </p:cNvPr>
                <p:cNvSpPr/>
                <p:nvPr/>
              </p:nvSpPr>
              <p:spPr>
                <a:xfrm>
                  <a:off x="4744501" y="2926994"/>
                  <a:ext cx="72212" cy="2394576"/>
                </a:xfrm>
                <a:custGeom>
                  <a:avLst/>
                  <a:gdLst>
                    <a:gd name="connsiteX0" fmla="*/ 0 w 192640"/>
                    <a:gd name="connsiteY0" fmla="*/ 6393351 h 6387957"/>
                    <a:gd name="connsiteX1" fmla="*/ 0 w 192640"/>
                    <a:gd name="connsiteY1" fmla="*/ 0 h 6387957"/>
                    <a:gd name="connsiteX2" fmla="*/ 198034 w 192640"/>
                    <a:gd name="connsiteY2" fmla="*/ 0 h 6387957"/>
                    <a:gd name="connsiteX3" fmla="*/ 198034 w 192640"/>
                    <a:gd name="connsiteY3" fmla="*/ 6393351 h 6387957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</a:cxnLst>
                  <a:rect l="l" t="t" r="r" b="b"/>
                  <a:pathLst>
                    <a:path w="192640" h="6387957">
                      <a:moveTo>
                        <a:pt x="0" y="6393351"/>
                      </a:moveTo>
                      <a:cubicBezTo>
                        <a:pt x="0" y="4261207"/>
                        <a:pt x="0" y="2132145"/>
                        <a:pt x="0" y="0"/>
                      </a:cubicBezTo>
                      <a:cubicBezTo>
                        <a:pt x="67039" y="0"/>
                        <a:pt x="131766" y="0"/>
                        <a:pt x="198034" y="0"/>
                      </a:cubicBezTo>
                      <a:cubicBezTo>
                        <a:pt x="198034" y="2132145"/>
                        <a:pt x="198034" y="4261207"/>
                        <a:pt x="198034" y="6393351"/>
                      </a:cubicBezTo>
                    </a:path>
                  </a:pathLst>
                </a:custGeom>
                <a:grpFill/>
                <a:ln w="7704" cap="flat">
                  <a:noFill/>
                  <a:prstDash val="solid"/>
                  <a:miter/>
                </a:ln>
              </p:spPr>
              <p:txBody>
                <a:bodyPr rtlCol="0" anchor="ctr"/>
                <a:lstStyle/>
                <a:p>
                  <a:endParaRPr lang="en-US" dirty="0">
                    <a:solidFill>
                      <a:srgbClr val="C00000"/>
                    </a:solidFill>
                    <a:latin typeface="Times New Roman" panose="02020603050405020304" pitchFamily="18" charset="0"/>
                    <a:cs typeface="Times New Roman" pitchFamily="18" charset="0"/>
                  </a:endParaRPr>
                </a:p>
              </p:txBody>
            </p:sp>
            <p:sp>
              <p:nvSpPr>
                <p:cNvPr id="6" name="Freeform: Shape 5">
                  <a:extLst>
                    <a:ext uri="{FF2B5EF4-FFF2-40B4-BE49-F238E27FC236}">
                      <a16:creationId xmlns:a16="http://schemas.microsoft.com/office/drawing/2014/main" id="{175E547C-4DF2-4010-A85D-7C2F6E73C80D}"/>
                    </a:ext>
                  </a:extLst>
                </p:cNvPr>
                <p:cNvSpPr/>
                <p:nvPr/>
              </p:nvSpPr>
              <p:spPr>
                <a:xfrm>
                  <a:off x="4676621" y="2926994"/>
                  <a:ext cx="37550" cy="2394576"/>
                </a:xfrm>
                <a:custGeom>
                  <a:avLst/>
                  <a:gdLst>
                    <a:gd name="connsiteX0" fmla="*/ 0 w 100173"/>
                    <a:gd name="connsiteY0" fmla="*/ 6392581 h 6387957"/>
                    <a:gd name="connsiteX1" fmla="*/ 0 w 100173"/>
                    <a:gd name="connsiteY1" fmla="*/ 0 h 6387957"/>
                    <a:gd name="connsiteX2" fmla="*/ 103255 w 100173"/>
                    <a:gd name="connsiteY2" fmla="*/ 0 h 6387957"/>
                    <a:gd name="connsiteX3" fmla="*/ 103255 w 100173"/>
                    <a:gd name="connsiteY3" fmla="*/ 6392581 h 6387957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</a:cxnLst>
                  <a:rect l="l" t="t" r="r" b="b"/>
                  <a:pathLst>
                    <a:path w="100173" h="6387957">
                      <a:moveTo>
                        <a:pt x="0" y="6392581"/>
                      </a:moveTo>
                      <a:cubicBezTo>
                        <a:pt x="0" y="4261207"/>
                        <a:pt x="0" y="2131374"/>
                        <a:pt x="0" y="0"/>
                      </a:cubicBezTo>
                      <a:cubicBezTo>
                        <a:pt x="34675" y="0"/>
                        <a:pt x="67809" y="0"/>
                        <a:pt x="103255" y="0"/>
                      </a:cubicBezTo>
                      <a:cubicBezTo>
                        <a:pt x="103255" y="2130603"/>
                        <a:pt x="103255" y="4260437"/>
                        <a:pt x="103255" y="6392581"/>
                      </a:cubicBezTo>
                    </a:path>
                  </a:pathLst>
                </a:custGeom>
                <a:grpFill/>
                <a:ln w="7704" cap="flat">
                  <a:noFill/>
                  <a:prstDash val="solid"/>
                  <a:miter/>
                </a:ln>
              </p:spPr>
              <p:txBody>
                <a:bodyPr rtlCol="0" anchor="ctr"/>
                <a:lstStyle/>
                <a:p>
                  <a:endParaRPr lang="en-US" dirty="0">
                    <a:solidFill>
                      <a:srgbClr val="C00000"/>
                    </a:solidFill>
                    <a:latin typeface="Times New Roman" panose="02020603050405020304" pitchFamily="18" charset="0"/>
                    <a:cs typeface="Times New Roman" pitchFamily="18" charset="0"/>
                  </a:endParaRPr>
                </a:p>
              </p:txBody>
            </p:sp>
            <p:sp>
              <p:nvSpPr>
                <p:cNvPr id="7" name="Freeform: Shape 6">
                  <a:extLst>
                    <a:ext uri="{FF2B5EF4-FFF2-40B4-BE49-F238E27FC236}">
                      <a16:creationId xmlns:a16="http://schemas.microsoft.com/office/drawing/2014/main" id="{3F8BF4F1-A2B9-4C23-BC26-20CA699DD57A}"/>
                    </a:ext>
                  </a:extLst>
                </p:cNvPr>
                <p:cNvSpPr/>
                <p:nvPr/>
              </p:nvSpPr>
              <p:spPr>
                <a:xfrm>
                  <a:off x="5706626" y="2927282"/>
                  <a:ext cx="109764" cy="2394576"/>
                </a:xfrm>
                <a:custGeom>
                  <a:avLst/>
                  <a:gdLst>
                    <a:gd name="connsiteX0" fmla="*/ 0 w 292813"/>
                    <a:gd name="connsiteY0" fmla="*/ 6392581 h 6387957"/>
                    <a:gd name="connsiteX1" fmla="*/ 0 w 292813"/>
                    <a:gd name="connsiteY1" fmla="*/ 0 h 6387957"/>
                    <a:gd name="connsiteX2" fmla="*/ 295125 w 292813"/>
                    <a:gd name="connsiteY2" fmla="*/ 0 h 6387957"/>
                    <a:gd name="connsiteX3" fmla="*/ 295125 w 292813"/>
                    <a:gd name="connsiteY3" fmla="*/ 6392581 h 6387957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</a:cxnLst>
                  <a:rect l="l" t="t" r="r" b="b"/>
                  <a:pathLst>
                    <a:path w="292813" h="6387957">
                      <a:moveTo>
                        <a:pt x="0" y="6392581"/>
                      </a:moveTo>
                      <a:cubicBezTo>
                        <a:pt x="0" y="4261978"/>
                        <a:pt x="0" y="2132145"/>
                        <a:pt x="0" y="0"/>
                      </a:cubicBezTo>
                      <a:cubicBezTo>
                        <a:pt x="97091" y="0"/>
                        <a:pt x="194952" y="0"/>
                        <a:pt x="295125" y="0"/>
                      </a:cubicBezTo>
                      <a:cubicBezTo>
                        <a:pt x="295125" y="2130603"/>
                        <a:pt x="295125" y="4259666"/>
                        <a:pt x="295125" y="6392581"/>
                      </a:cubicBezTo>
                    </a:path>
                  </a:pathLst>
                </a:custGeom>
                <a:grpFill/>
                <a:ln w="7704" cap="flat">
                  <a:noFill/>
                  <a:prstDash val="solid"/>
                  <a:miter/>
                </a:ln>
              </p:spPr>
              <p:txBody>
                <a:bodyPr rtlCol="0" anchor="ctr"/>
                <a:lstStyle/>
                <a:p>
                  <a:endParaRPr lang="en-US" dirty="0">
                    <a:solidFill>
                      <a:srgbClr val="C00000"/>
                    </a:solidFill>
                    <a:latin typeface="Times New Roman" panose="02020603050405020304" pitchFamily="18" charset="0"/>
                    <a:cs typeface="Times New Roman" pitchFamily="18" charset="0"/>
                  </a:endParaRPr>
                </a:p>
              </p:txBody>
            </p:sp>
            <p:sp>
              <p:nvSpPr>
                <p:cNvPr id="8" name="Freeform: Shape 7">
                  <a:extLst>
                    <a:ext uri="{FF2B5EF4-FFF2-40B4-BE49-F238E27FC236}">
                      <a16:creationId xmlns:a16="http://schemas.microsoft.com/office/drawing/2014/main" id="{1BB7A337-F067-4346-AD27-97742504B3F6}"/>
                    </a:ext>
                  </a:extLst>
                </p:cNvPr>
                <p:cNvSpPr/>
                <p:nvPr/>
              </p:nvSpPr>
              <p:spPr>
                <a:xfrm>
                  <a:off x="5022376" y="2926994"/>
                  <a:ext cx="75101" cy="2394576"/>
                </a:xfrm>
                <a:custGeom>
                  <a:avLst/>
                  <a:gdLst>
                    <a:gd name="connsiteX0" fmla="*/ 0 w 200346"/>
                    <a:gd name="connsiteY0" fmla="*/ 6392581 h 6387957"/>
                    <a:gd name="connsiteX1" fmla="*/ 0 w 200346"/>
                    <a:gd name="connsiteY1" fmla="*/ 0 h 6387957"/>
                    <a:gd name="connsiteX2" fmla="*/ 201117 w 200346"/>
                    <a:gd name="connsiteY2" fmla="*/ 0 h 6387957"/>
                    <a:gd name="connsiteX3" fmla="*/ 201117 w 200346"/>
                    <a:gd name="connsiteY3" fmla="*/ 6392581 h 6387957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</a:cxnLst>
                  <a:rect l="l" t="t" r="r" b="b"/>
                  <a:pathLst>
                    <a:path w="200346" h="6387957">
                      <a:moveTo>
                        <a:pt x="0" y="6392581"/>
                      </a:moveTo>
                      <a:cubicBezTo>
                        <a:pt x="0" y="4261207"/>
                        <a:pt x="0" y="2132145"/>
                        <a:pt x="0" y="0"/>
                      </a:cubicBezTo>
                      <a:cubicBezTo>
                        <a:pt x="67039" y="0"/>
                        <a:pt x="133307" y="0"/>
                        <a:pt x="201117" y="0"/>
                      </a:cubicBezTo>
                      <a:cubicBezTo>
                        <a:pt x="201117" y="2131374"/>
                        <a:pt x="201117" y="4260437"/>
                        <a:pt x="201117" y="6392581"/>
                      </a:cubicBezTo>
                    </a:path>
                  </a:pathLst>
                </a:custGeom>
                <a:grpFill/>
                <a:ln w="7704" cap="flat">
                  <a:noFill/>
                  <a:prstDash val="solid"/>
                  <a:miter/>
                </a:ln>
              </p:spPr>
              <p:txBody>
                <a:bodyPr rtlCol="0" anchor="ctr"/>
                <a:lstStyle/>
                <a:p>
                  <a:endParaRPr lang="en-US" dirty="0">
                    <a:solidFill>
                      <a:srgbClr val="C00000"/>
                    </a:solidFill>
                    <a:latin typeface="Times New Roman" panose="02020603050405020304" pitchFamily="18" charset="0"/>
                    <a:cs typeface="Times New Roman" pitchFamily="18" charset="0"/>
                  </a:endParaRPr>
                </a:p>
              </p:txBody>
            </p:sp>
            <p:sp>
              <p:nvSpPr>
                <p:cNvPr id="9" name="Freeform: Shape 8">
                  <a:extLst>
                    <a:ext uri="{FF2B5EF4-FFF2-40B4-BE49-F238E27FC236}">
                      <a16:creationId xmlns:a16="http://schemas.microsoft.com/office/drawing/2014/main" id="{8E795506-C19E-4D33-8ECE-0DF520B3AEFE}"/>
                    </a:ext>
                  </a:extLst>
                </p:cNvPr>
                <p:cNvSpPr/>
                <p:nvPr/>
              </p:nvSpPr>
              <p:spPr>
                <a:xfrm>
                  <a:off x="4877829" y="2926994"/>
                  <a:ext cx="72212" cy="2394576"/>
                </a:xfrm>
                <a:custGeom>
                  <a:avLst/>
                  <a:gdLst>
                    <a:gd name="connsiteX0" fmla="*/ 0 w 192640"/>
                    <a:gd name="connsiteY0" fmla="*/ 6392581 h 6387957"/>
                    <a:gd name="connsiteX1" fmla="*/ 0 w 192640"/>
                    <a:gd name="connsiteY1" fmla="*/ 0 h 6387957"/>
                    <a:gd name="connsiteX2" fmla="*/ 198805 w 192640"/>
                    <a:gd name="connsiteY2" fmla="*/ 0 h 6387957"/>
                    <a:gd name="connsiteX3" fmla="*/ 198805 w 192640"/>
                    <a:gd name="connsiteY3" fmla="*/ 6392581 h 6387957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</a:cxnLst>
                  <a:rect l="l" t="t" r="r" b="b"/>
                  <a:pathLst>
                    <a:path w="192640" h="6387957">
                      <a:moveTo>
                        <a:pt x="0" y="6392581"/>
                      </a:moveTo>
                      <a:cubicBezTo>
                        <a:pt x="0" y="4261207"/>
                        <a:pt x="0" y="2131374"/>
                        <a:pt x="0" y="0"/>
                      </a:cubicBezTo>
                      <a:cubicBezTo>
                        <a:pt x="67039" y="0"/>
                        <a:pt x="131766" y="0"/>
                        <a:pt x="198805" y="0"/>
                      </a:cubicBezTo>
                      <a:cubicBezTo>
                        <a:pt x="198805" y="2130603"/>
                        <a:pt x="198805" y="4260437"/>
                        <a:pt x="198805" y="6392581"/>
                      </a:cubicBezTo>
                    </a:path>
                  </a:pathLst>
                </a:custGeom>
                <a:grpFill/>
                <a:ln w="7704" cap="flat">
                  <a:noFill/>
                  <a:prstDash val="solid"/>
                  <a:miter/>
                </a:ln>
              </p:spPr>
              <p:txBody>
                <a:bodyPr rtlCol="0" anchor="ctr"/>
                <a:lstStyle/>
                <a:p>
                  <a:endParaRPr lang="en-US" dirty="0">
                    <a:solidFill>
                      <a:srgbClr val="C00000"/>
                    </a:solidFill>
                    <a:latin typeface="Times New Roman" panose="02020603050405020304" pitchFamily="18" charset="0"/>
                    <a:cs typeface="Times New Roman" pitchFamily="18" charset="0"/>
                  </a:endParaRPr>
                </a:p>
              </p:txBody>
            </p:sp>
            <p:sp>
              <p:nvSpPr>
                <p:cNvPr id="10" name="Freeform: Shape 9">
                  <a:extLst>
                    <a:ext uri="{FF2B5EF4-FFF2-40B4-BE49-F238E27FC236}">
                      <a16:creationId xmlns:a16="http://schemas.microsoft.com/office/drawing/2014/main" id="{3735ADE9-DFBC-40FF-A853-DDEAE403ED0E}"/>
                    </a:ext>
                  </a:extLst>
                </p:cNvPr>
                <p:cNvSpPr/>
                <p:nvPr/>
              </p:nvSpPr>
              <p:spPr>
                <a:xfrm>
                  <a:off x="4559765" y="2926994"/>
                  <a:ext cx="72212" cy="2394576"/>
                </a:xfrm>
                <a:custGeom>
                  <a:avLst/>
                  <a:gdLst>
                    <a:gd name="connsiteX0" fmla="*/ 0 w 192640"/>
                    <a:gd name="connsiteY0" fmla="*/ 6393351 h 6387957"/>
                    <a:gd name="connsiteX1" fmla="*/ 0 w 192640"/>
                    <a:gd name="connsiteY1" fmla="*/ 0 h 6387957"/>
                    <a:gd name="connsiteX2" fmla="*/ 198034 w 192640"/>
                    <a:gd name="connsiteY2" fmla="*/ 0 h 6387957"/>
                    <a:gd name="connsiteX3" fmla="*/ 198034 w 192640"/>
                    <a:gd name="connsiteY3" fmla="*/ 6393351 h 6387957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</a:cxnLst>
                  <a:rect l="l" t="t" r="r" b="b"/>
                  <a:pathLst>
                    <a:path w="192640" h="6387957">
                      <a:moveTo>
                        <a:pt x="0" y="6393351"/>
                      </a:moveTo>
                      <a:cubicBezTo>
                        <a:pt x="0" y="4261207"/>
                        <a:pt x="0" y="2132145"/>
                        <a:pt x="0" y="0"/>
                      </a:cubicBezTo>
                      <a:cubicBezTo>
                        <a:pt x="67039" y="0"/>
                        <a:pt x="131766" y="0"/>
                        <a:pt x="198034" y="0"/>
                      </a:cubicBezTo>
                      <a:cubicBezTo>
                        <a:pt x="198034" y="2132145"/>
                        <a:pt x="198034" y="4261207"/>
                        <a:pt x="198034" y="6393351"/>
                      </a:cubicBezTo>
                    </a:path>
                  </a:pathLst>
                </a:custGeom>
                <a:grpFill/>
                <a:ln w="7704" cap="flat">
                  <a:noFill/>
                  <a:prstDash val="solid"/>
                  <a:miter/>
                </a:ln>
              </p:spPr>
              <p:txBody>
                <a:bodyPr rtlCol="0" anchor="ctr"/>
                <a:lstStyle/>
                <a:p>
                  <a:endParaRPr lang="en-US" dirty="0">
                    <a:solidFill>
                      <a:srgbClr val="C00000"/>
                    </a:solidFill>
                    <a:latin typeface="Times New Roman" panose="02020603050405020304" pitchFamily="18" charset="0"/>
                    <a:cs typeface="Times New Roman" pitchFamily="18" charset="0"/>
                  </a:endParaRPr>
                </a:p>
              </p:txBody>
            </p:sp>
            <p:sp>
              <p:nvSpPr>
                <p:cNvPr id="11" name="Freeform: Shape 10">
                  <a:extLst>
                    <a:ext uri="{FF2B5EF4-FFF2-40B4-BE49-F238E27FC236}">
                      <a16:creationId xmlns:a16="http://schemas.microsoft.com/office/drawing/2014/main" id="{45B816DB-E16D-434D-9DDC-1E4BB22E411A}"/>
                    </a:ext>
                  </a:extLst>
                </p:cNvPr>
                <p:cNvSpPr/>
                <p:nvPr/>
              </p:nvSpPr>
              <p:spPr>
                <a:xfrm>
                  <a:off x="4433987" y="2926705"/>
                  <a:ext cx="37550" cy="2567886"/>
                </a:xfrm>
                <a:custGeom>
                  <a:avLst/>
                  <a:gdLst>
                    <a:gd name="connsiteX0" fmla="*/ 0 w 100173"/>
                    <a:gd name="connsiteY0" fmla="*/ 6854918 h 6850294"/>
                    <a:gd name="connsiteX1" fmla="*/ 0 w 100173"/>
                    <a:gd name="connsiteY1" fmla="*/ 0 h 6850294"/>
                    <a:gd name="connsiteX2" fmla="*/ 103255 w 100173"/>
                    <a:gd name="connsiteY2" fmla="*/ 0 h 6850294"/>
                    <a:gd name="connsiteX3" fmla="*/ 103255 w 100173"/>
                    <a:gd name="connsiteY3" fmla="*/ 6854918 h 6850294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</a:cxnLst>
                  <a:rect l="l" t="t" r="r" b="b"/>
                  <a:pathLst>
                    <a:path w="100173" h="6850294">
                      <a:moveTo>
                        <a:pt x="0" y="6854918"/>
                      </a:moveTo>
                      <a:cubicBezTo>
                        <a:pt x="0" y="4570202"/>
                        <a:pt x="0" y="2286257"/>
                        <a:pt x="0" y="0"/>
                      </a:cubicBezTo>
                      <a:cubicBezTo>
                        <a:pt x="34675" y="0"/>
                        <a:pt x="67809" y="0"/>
                        <a:pt x="103255" y="0"/>
                      </a:cubicBezTo>
                      <a:cubicBezTo>
                        <a:pt x="103255" y="2284716"/>
                        <a:pt x="103255" y="4567891"/>
                        <a:pt x="103255" y="6854918"/>
                      </a:cubicBezTo>
                    </a:path>
                  </a:pathLst>
                </a:custGeom>
                <a:grpFill/>
                <a:ln w="7704" cap="flat">
                  <a:noFill/>
                  <a:prstDash val="solid"/>
                  <a:miter/>
                </a:ln>
              </p:spPr>
              <p:txBody>
                <a:bodyPr rtlCol="0" anchor="ctr"/>
                <a:lstStyle/>
                <a:p>
                  <a:endParaRPr lang="en-US" dirty="0">
                    <a:solidFill>
                      <a:srgbClr val="C00000"/>
                    </a:solidFill>
                    <a:latin typeface="Times New Roman" panose="02020603050405020304" pitchFamily="18" charset="0"/>
                    <a:cs typeface="Times New Roman" pitchFamily="18" charset="0"/>
                  </a:endParaRPr>
                </a:p>
              </p:txBody>
            </p:sp>
            <p:sp>
              <p:nvSpPr>
                <p:cNvPr id="12" name="Freeform: Shape 11">
                  <a:extLst>
                    <a:ext uri="{FF2B5EF4-FFF2-40B4-BE49-F238E27FC236}">
                      <a16:creationId xmlns:a16="http://schemas.microsoft.com/office/drawing/2014/main" id="{D5D6C9B3-F26D-4538-B939-0107B961839D}"/>
                    </a:ext>
                  </a:extLst>
                </p:cNvPr>
                <p:cNvSpPr/>
                <p:nvPr/>
              </p:nvSpPr>
              <p:spPr>
                <a:xfrm>
                  <a:off x="4366684" y="2927282"/>
                  <a:ext cx="37550" cy="2567886"/>
                </a:xfrm>
                <a:custGeom>
                  <a:avLst/>
                  <a:gdLst>
                    <a:gd name="connsiteX0" fmla="*/ 0 w 100173"/>
                    <a:gd name="connsiteY0" fmla="*/ 6854148 h 6850294"/>
                    <a:gd name="connsiteX1" fmla="*/ 0 w 100173"/>
                    <a:gd name="connsiteY1" fmla="*/ 0 h 6850294"/>
                    <a:gd name="connsiteX2" fmla="*/ 103255 w 100173"/>
                    <a:gd name="connsiteY2" fmla="*/ 0 h 6850294"/>
                    <a:gd name="connsiteX3" fmla="*/ 103255 w 100173"/>
                    <a:gd name="connsiteY3" fmla="*/ 6854918 h 6850294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</a:cxnLst>
                  <a:rect l="l" t="t" r="r" b="b"/>
                  <a:pathLst>
                    <a:path w="100173" h="6850294">
                      <a:moveTo>
                        <a:pt x="0" y="6854148"/>
                      </a:moveTo>
                      <a:cubicBezTo>
                        <a:pt x="0" y="4569432"/>
                        <a:pt x="0" y="2286257"/>
                        <a:pt x="0" y="0"/>
                      </a:cubicBezTo>
                      <a:cubicBezTo>
                        <a:pt x="33905" y="0"/>
                        <a:pt x="67809" y="0"/>
                        <a:pt x="103255" y="0"/>
                      </a:cubicBezTo>
                      <a:cubicBezTo>
                        <a:pt x="103255" y="2285486"/>
                        <a:pt x="103255" y="4568661"/>
                        <a:pt x="103255" y="6854918"/>
                      </a:cubicBezTo>
                    </a:path>
                  </a:pathLst>
                </a:custGeom>
                <a:grpFill/>
                <a:ln w="7704" cap="flat">
                  <a:noFill/>
                  <a:prstDash val="solid"/>
                  <a:miter/>
                </a:ln>
              </p:spPr>
              <p:txBody>
                <a:bodyPr rtlCol="0" anchor="ctr"/>
                <a:lstStyle/>
                <a:p>
                  <a:endParaRPr lang="en-US" dirty="0">
                    <a:solidFill>
                      <a:srgbClr val="C00000"/>
                    </a:solidFill>
                    <a:latin typeface="Times New Roman" panose="02020603050405020304" pitchFamily="18" charset="0"/>
                    <a:cs typeface="Times New Roman" pitchFamily="18" charset="0"/>
                  </a:endParaRPr>
                </a:p>
              </p:txBody>
            </p:sp>
            <p:sp>
              <p:nvSpPr>
                <p:cNvPr id="13" name="Freeform: Shape 12">
                  <a:extLst>
                    <a:ext uri="{FF2B5EF4-FFF2-40B4-BE49-F238E27FC236}">
                      <a16:creationId xmlns:a16="http://schemas.microsoft.com/office/drawing/2014/main" id="{EC07D1C9-009A-483F-95D8-AE22DC2CD8D8}"/>
                    </a:ext>
                  </a:extLst>
                </p:cNvPr>
                <p:cNvSpPr/>
                <p:nvPr/>
              </p:nvSpPr>
              <p:spPr>
                <a:xfrm>
                  <a:off x="5957386" y="2926705"/>
                  <a:ext cx="37550" cy="2567886"/>
                </a:xfrm>
                <a:custGeom>
                  <a:avLst/>
                  <a:gdLst>
                    <a:gd name="connsiteX0" fmla="*/ 0 w 100173"/>
                    <a:gd name="connsiteY0" fmla="*/ 6854918 h 6850294"/>
                    <a:gd name="connsiteX1" fmla="*/ 0 w 100173"/>
                    <a:gd name="connsiteY1" fmla="*/ 0 h 6850294"/>
                    <a:gd name="connsiteX2" fmla="*/ 103255 w 100173"/>
                    <a:gd name="connsiteY2" fmla="*/ 0 h 6850294"/>
                    <a:gd name="connsiteX3" fmla="*/ 103255 w 100173"/>
                    <a:gd name="connsiteY3" fmla="*/ 6854918 h 6850294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</a:cxnLst>
                  <a:rect l="l" t="t" r="r" b="b"/>
                  <a:pathLst>
                    <a:path w="100173" h="6850294">
                      <a:moveTo>
                        <a:pt x="0" y="6854918"/>
                      </a:moveTo>
                      <a:cubicBezTo>
                        <a:pt x="0" y="4570202"/>
                        <a:pt x="0" y="2286257"/>
                        <a:pt x="0" y="0"/>
                      </a:cubicBezTo>
                      <a:cubicBezTo>
                        <a:pt x="34675" y="0"/>
                        <a:pt x="67809" y="0"/>
                        <a:pt x="103255" y="0"/>
                      </a:cubicBezTo>
                      <a:cubicBezTo>
                        <a:pt x="103255" y="2283945"/>
                        <a:pt x="103255" y="4567891"/>
                        <a:pt x="103255" y="6854918"/>
                      </a:cubicBezTo>
                    </a:path>
                  </a:pathLst>
                </a:custGeom>
                <a:grpFill/>
                <a:ln w="7704" cap="flat">
                  <a:noFill/>
                  <a:prstDash val="solid"/>
                  <a:miter/>
                </a:ln>
              </p:spPr>
              <p:txBody>
                <a:bodyPr rtlCol="0" anchor="ctr"/>
                <a:lstStyle/>
                <a:p>
                  <a:endParaRPr lang="en-US" dirty="0">
                    <a:solidFill>
                      <a:srgbClr val="C00000"/>
                    </a:solidFill>
                    <a:latin typeface="Times New Roman" panose="02020603050405020304" pitchFamily="18" charset="0"/>
                    <a:cs typeface="Times New Roman" pitchFamily="18" charset="0"/>
                  </a:endParaRPr>
                </a:p>
              </p:txBody>
            </p:sp>
            <p:sp>
              <p:nvSpPr>
                <p:cNvPr id="14" name="Freeform: Shape 13">
                  <a:extLst>
                    <a:ext uri="{FF2B5EF4-FFF2-40B4-BE49-F238E27FC236}">
                      <a16:creationId xmlns:a16="http://schemas.microsoft.com/office/drawing/2014/main" id="{F54B353B-E09D-4957-842E-D8AD4D49A921}"/>
                    </a:ext>
                  </a:extLst>
                </p:cNvPr>
                <p:cNvSpPr/>
                <p:nvPr/>
              </p:nvSpPr>
              <p:spPr>
                <a:xfrm>
                  <a:off x="6024689" y="2926127"/>
                  <a:ext cx="37550" cy="2567886"/>
                </a:xfrm>
                <a:custGeom>
                  <a:avLst/>
                  <a:gdLst>
                    <a:gd name="connsiteX0" fmla="*/ 0 w 100173"/>
                    <a:gd name="connsiteY0" fmla="*/ 6857230 h 6850294"/>
                    <a:gd name="connsiteX1" fmla="*/ 0 w 100173"/>
                    <a:gd name="connsiteY1" fmla="*/ 0 h 6850294"/>
                    <a:gd name="connsiteX2" fmla="*/ 52398 w 100173"/>
                    <a:gd name="connsiteY2" fmla="*/ 0 h 6850294"/>
                    <a:gd name="connsiteX3" fmla="*/ 103255 w 100173"/>
                    <a:gd name="connsiteY3" fmla="*/ 0 h 6850294"/>
                    <a:gd name="connsiteX4" fmla="*/ 103255 w 100173"/>
                    <a:gd name="connsiteY4" fmla="*/ 6857230 h 6850294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  <a:cxn ang="0">
                      <a:pos x="connsiteX4" y="connsiteY4"/>
                    </a:cxn>
                  </a:cxnLst>
                  <a:rect l="l" t="t" r="r" b="b"/>
                  <a:pathLst>
                    <a:path w="100173" h="6850294">
                      <a:moveTo>
                        <a:pt x="0" y="6857230"/>
                      </a:moveTo>
                      <a:cubicBezTo>
                        <a:pt x="0" y="4572514"/>
                        <a:pt x="0" y="2288569"/>
                        <a:pt x="0" y="0"/>
                      </a:cubicBezTo>
                      <a:cubicBezTo>
                        <a:pt x="17723" y="0"/>
                        <a:pt x="34675" y="0"/>
                        <a:pt x="52398" y="0"/>
                      </a:cubicBezTo>
                      <a:cubicBezTo>
                        <a:pt x="68580" y="0"/>
                        <a:pt x="84762" y="0"/>
                        <a:pt x="103255" y="0"/>
                      </a:cubicBezTo>
                      <a:cubicBezTo>
                        <a:pt x="103255" y="2287798"/>
                        <a:pt x="103255" y="4571743"/>
                        <a:pt x="103255" y="6857230"/>
                      </a:cubicBezTo>
                    </a:path>
                  </a:pathLst>
                </a:custGeom>
                <a:grpFill/>
                <a:ln w="7704" cap="flat">
                  <a:noFill/>
                  <a:prstDash val="solid"/>
                  <a:miter/>
                </a:ln>
              </p:spPr>
              <p:txBody>
                <a:bodyPr rtlCol="0" anchor="ctr"/>
                <a:lstStyle/>
                <a:p>
                  <a:endParaRPr lang="en-US" dirty="0">
                    <a:solidFill>
                      <a:srgbClr val="C00000"/>
                    </a:solidFill>
                    <a:latin typeface="Times New Roman" panose="02020603050405020304" pitchFamily="18" charset="0"/>
                    <a:cs typeface="Times New Roman" pitchFamily="18" charset="0"/>
                  </a:endParaRPr>
                </a:p>
              </p:txBody>
            </p:sp>
            <p:sp>
              <p:nvSpPr>
                <p:cNvPr id="15" name="Freeform: Shape 14">
                  <a:extLst>
                    <a:ext uri="{FF2B5EF4-FFF2-40B4-BE49-F238E27FC236}">
                      <a16:creationId xmlns:a16="http://schemas.microsoft.com/office/drawing/2014/main" id="{C60F81BD-F891-48DF-8E0D-BDC05CBC7452}"/>
                    </a:ext>
                  </a:extLst>
                </p:cNvPr>
                <p:cNvSpPr/>
                <p:nvPr/>
              </p:nvSpPr>
              <p:spPr>
                <a:xfrm>
                  <a:off x="5890084" y="2926994"/>
                  <a:ext cx="37550" cy="2394576"/>
                </a:xfrm>
                <a:custGeom>
                  <a:avLst/>
                  <a:gdLst>
                    <a:gd name="connsiteX0" fmla="*/ 0 w 100173"/>
                    <a:gd name="connsiteY0" fmla="*/ 6392581 h 6387957"/>
                    <a:gd name="connsiteX1" fmla="*/ 0 w 100173"/>
                    <a:gd name="connsiteY1" fmla="*/ 0 h 6387957"/>
                    <a:gd name="connsiteX2" fmla="*/ 101714 w 100173"/>
                    <a:gd name="connsiteY2" fmla="*/ 0 h 6387957"/>
                    <a:gd name="connsiteX3" fmla="*/ 101714 w 100173"/>
                    <a:gd name="connsiteY3" fmla="*/ 6392581 h 6387957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</a:cxnLst>
                  <a:rect l="l" t="t" r="r" b="b"/>
                  <a:pathLst>
                    <a:path w="100173" h="6387957">
                      <a:moveTo>
                        <a:pt x="0" y="6392581"/>
                      </a:moveTo>
                      <a:cubicBezTo>
                        <a:pt x="0" y="4262748"/>
                        <a:pt x="0" y="2132145"/>
                        <a:pt x="0" y="0"/>
                      </a:cubicBezTo>
                      <a:cubicBezTo>
                        <a:pt x="33904" y="0"/>
                        <a:pt x="67039" y="0"/>
                        <a:pt x="101714" y="0"/>
                      </a:cubicBezTo>
                      <a:cubicBezTo>
                        <a:pt x="101714" y="2130603"/>
                        <a:pt x="101714" y="4260437"/>
                        <a:pt x="101714" y="6392581"/>
                      </a:cubicBezTo>
                    </a:path>
                  </a:pathLst>
                </a:custGeom>
                <a:grpFill/>
                <a:ln w="7704" cap="flat">
                  <a:noFill/>
                  <a:prstDash val="solid"/>
                  <a:miter/>
                </a:ln>
              </p:spPr>
              <p:txBody>
                <a:bodyPr rtlCol="0" anchor="ctr"/>
                <a:lstStyle/>
                <a:p>
                  <a:endParaRPr lang="en-US" dirty="0">
                    <a:solidFill>
                      <a:srgbClr val="C00000"/>
                    </a:solidFill>
                    <a:latin typeface="Times New Roman" panose="02020603050405020304" pitchFamily="18" charset="0"/>
                    <a:cs typeface="Times New Roman" pitchFamily="18" charset="0"/>
                  </a:endParaRPr>
                </a:p>
              </p:txBody>
            </p:sp>
            <p:sp>
              <p:nvSpPr>
                <p:cNvPr id="16" name="Freeform: Shape 15">
                  <a:extLst>
                    <a:ext uri="{FF2B5EF4-FFF2-40B4-BE49-F238E27FC236}">
                      <a16:creationId xmlns:a16="http://schemas.microsoft.com/office/drawing/2014/main" id="{09F9B5B4-A975-4BC1-A4E4-F4869117A798}"/>
                    </a:ext>
                  </a:extLst>
                </p:cNvPr>
                <p:cNvSpPr/>
                <p:nvPr/>
              </p:nvSpPr>
              <p:spPr>
                <a:xfrm>
                  <a:off x="6091991" y="2926994"/>
                  <a:ext cx="37550" cy="2394576"/>
                </a:xfrm>
                <a:custGeom>
                  <a:avLst/>
                  <a:gdLst>
                    <a:gd name="connsiteX0" fmla="*/ 0 w 100173"/>
                    <a:gd name="connsiteY0" fmla="*/ 6393351 h 6387957"/>
                    <a:gd name="connsiteX1" fmla="*/ 0 w 100173"/>
                    <a:gd name="connsiteY1" fmla="*/ 0 h 6387957"/>
                    <a:gd name="connsiteX2" fmla="*/ 103255 w 100173"/>
                    <a:gd name="connsiteY2" fmla="*/ 0 h 6387957"/>
                    <a:gd name="connsiteX3" fmla="*/ 103255 w 100173"/>
                    <a:gd name="connsiteY3" fmla="*/ 6393351 h 6387957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</a:cxnLst>
                  <a:rect l="l" t="t" r="r" b="b"/>
                  <a:pathLst>
                    <a:path w="100173" h="6387957">
                      <a:moveTo>
                        <a:pt x="0" y="6393351"/>
                      </a:moveTo>
                      <a:cubicBezTo>
                        <a:pt x="0" y="4261978"/>
                        <a:pt x="0" y="2132915"/>
                        <a:pt x="0" y="0"/>
                      </a:cubicBezTo>
                      <a:cubicBezTo>
                        <a:pt x="34675" y="0"/>
                        <a:pt x="67809" y="0"/>
                        <a:pt x="103255" y="0"/>
                      </a:cubicBezTo>
                      <a:cubicBezTo>
                        <a:pt x="103255" y="2131374"/>
                        <a:pt x="103255" y="4261207"/>
                        <a:pt x="103255" y="6393351"/>
                      </a:cubicBezTo>
                    </a:path>
                  </a:pathLst>
                </a:custGeom>
                <a:grpFill/>
                <a:ln w="7704" cap="flat">
                  <a:noFill/>
                  <a:prstDash val="solid"/>
                  <a:miter/>
                </a:ln>
              </p:spPr>
              <p:txBody>
                <a:bodyPr rtlCol="0" anchor="ctr"/>
                <a:lstStyle/>
                <a:p>
                  <a:endParaRPr lang="en-US" dirty="0">
                    <a:solidFill>
                      <a:srgbClr val="C00000"/>
                    </a:solidFill>
                    <a:latin typeface="Times New Roman" panose="02020603050405020304" pitchFamily="18" charset="0"/>
                    <a:cs typeface="Times New Roman" pitchFamily="18" charset="0"/>
                  </a:endParaRPr>
                </a:p>
              </p:txBody>
            </p:sp>
            <p:sp>
              <p:nvSpPr>
                <p:cNvPr id="17" name="Freeform: Shape 16">
                  <a:extLst>
                    <a:ext uri="{FF2B5EF4-FFF2-40B4-BE49-F238E27FC236}">
                      <a16:creationId xmlns:a16="http://schemas.microsoft.com/office/drawing/2014/main" id="{F0F04A50-70C0-4152-B892-712F604BB364}"/>
                    </a:ext>
                  </a:extLst>
                </p:cNvPr>
                <p:cNvSpPr/>
                <p:nvPr/>
              </p:nvSpPr>
              <p:spPr>
                <a:xfrm>
                  <a:off x="7139759" y="2926994"/>
                  <a:ext cx="109764" cy="2394576"/>
                </a:xfrm>
                <a:custGeom>
                  <a:avLst/>
                  <a:gdLst>
                    <a:gd name="connsiteX0" fmla="*/ 0 w 292813"/>
                    <a:gd name="connsiteY0" fmla="*/ 6393351 h 6387957"/>
                    <a:gd name="connsiteX1" fmla="*/ 0 w 292813"/>
                    <a:gd name="connsiteY1" fmla="*/ 0 h 6387957"/>
                    <a:gd name="connsiteX2" fmla="*/ 295125 w 292813"/>
                    <a:gd name="connsiteY2" fmla="*/ 0 h 6387957"/>
                    <a:gd name="connsiteX3" fmla="*/ 295125 w 292813"/>
                    <a:gd name="connsiteY3" fmla="*/ 6393351 h 6387957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</a:cxnLst>
                  <a:rect l="l" t="t" r="r" b="b"/>
                  <a:pathLst>
                    <a:path w="292813" h="6387957">
                      <a:moveTo>
                        <a:pt x="0" y="6393351"/>
                      </a:moveTo>
                      <a:cubicBezTo>
                        <a:pt x="0" y="4261207"/>
                        <a:pt x="0" y="2131374"/>
                        <a:pt x="0" y="0"/>
                      </a:cubicBezTo>
                      <a:cubicBezTo>
                        <a:pt x="99403" y="0"/>
                        <a:pt x="196493" y="0"/>
                        <a:pt x="295125" y="0"/>
                      </a:cubicBezTo>
                      <a:cubicBezTo>
                        <a:pt x="295125" y="2132145"/>
                        <a:pt x="295125" y="4261207"/>
                        <a:pt x="295125" y="6393351"/>
                      </a:cubicBezTo>
                    </a:path>
                  </a:pathLst>
                </a:custGeom>
                <a:grpFill/>
                <a:ln w="7704" cap="flat">
                  <a:noFill/>
                  <a:prstDash val="solid"/>
                  <a:miter/>
                </a:ln>
              </p:spPr>
              <p:txBody>
                <a:bodyPr rtlCol="0" anchor="ctr"/>
                <a:lstStyle/>
                <a:p>
                  <a:endParaRPr lang="en-US" dirty="0">
                    <a:solidFill>
                      <a:srgbClr val="C00000"/>
                    </a:solidFill>
                    <a:latin typeface="Times New Roman" panose="02020603050405020304" pitchFamily="18" charset="0"/>
                    <a:cs typeface="Times New Roman" pitchFamily="18" charset="0"/>
                  </a:endParaRPr>
                </a:p>
              </p:txBody>
            </p:sp>
            <p:sp>
              <p:nvSpPr>
                <p:cNvPr id="18" name="Freeform: Shape 17">
                  <a:extLst>
                    <a:ext uri="{FF2B5EF4-FFF2-40B4-BE49-F238E27FC236}">
                      <a16:creationId xmlns:a16="http://schemas.microsoft.com/office/drawing/2014/main" id="{71D9C88D-AEA2-48F6-AF2B-D383D97E3535}"/>
                    </a:ext>
                  </a:extLst>
                </p:cNvPr>
                <p:cNvSpPr/>
                <p:nvPr/>
              </p:nvSpPr>
              <p:spPr>
                <a:xfrm>
                  <a:off x="7280788" y="2926994"/>
                  <a:ext cx="37550" cy="2394576"/>
                </a:xfrm>
                <a:custGeom>
                  <a:avLst/>
                  <a:gdLst>
                    <a:gd name="connsiteX0" fmla="*/ 0 w 100173"/>
                    <a:gd name="connsiteY0" fmla="*/ 6392581 h 6387957"/>
                    <a:gd name="connsiteX1" fmla="*/ 0 w 100173"/>
                    <a:gd name="connsiteY1" fmla="*/ 0 h 6387957"/>
                    <a:gd name="connsiteX2" fmla="*/ 103255 w 100173"/>
                    <a:gd name="connsiteY2" fmla="*/ 0 h 6387957"/>
                    <a:gd name="connsiteX3" fmla="*/ 103255 w 100173"/>
                    <a:gd name="connsiteY3" fmla="*/ 6392581 h 6387957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</a:cxnLst>
                  <a:rect l="l" t="t" r="r" b="b"/>
                  <a:pathLst>
                    <a:path w="100173" h="6387957">
                      <a:moveTo>
                        <a:pt x="0" y="6392581"/>
                      </a:moveTo>
                      <a:cubicBezTo>
                        <a:pt x="0" y="4261207"/>
                        <a:pt x="0" y="2131374"/>
                        <a:pt x="0" y="0"/>
                      </a:cubicBezTo>
                      <a:cubicBezTo>
                        <a:pt x="34675" y="0"/>
                        <a:pt x="67809" y="0"/>
                        <a:pt x="103255" y="0"/>
                      </a:cubicBezTo>
                      <a:cubicBezTo>
                        <a:pt x="103255" y="2130603"/>
                        <a:pt x="103255" y="4260437"/>
                        <a:pt x="103255" y="6392581"/>
                      </a:cubicBezTo>
                    </a:path>
                  </a:pathLst>
                </a:custGeom>
                <a:grpFill/>
                <a:ln w="7704" cap="flat">
                  <a:noFill/>
                  <a:prstDash val="solid"/>
                  <a:miter/>
                </a:ln>
              </p:spPr>
              <p:txBody>
                <a:bodyPr rtlCol="0" anchor="ctr"/>
                <a:lstStyle/>
                <a:p>
                  <a:endParaRPr lang="en-US" dirty="0">
                    <a:solidFill>
                      <a:srgbClr val="C00000"/>
                    </a:solidFill>
                    <a:latin typeface="Times New Roman" panose="02020603050405020304" pitchFamily="18" charset="0"/>
                    <a:cs typeface="Times New Roman" pitchFamily="18" charset="0"/>
                  </a:endParaRPr>
                </a:p>
              </p:txBody>
            </p:sp>
            <p:sp>
              <p:nvSpPr>
                <p:cNvPr id="19" name="Freeform: Shape 18">
                  <a:extLst>
                    <a:ext uri="{FF2B5EF4-FFF2-40B4-BE49-F238E27FC236}">
                      <a16:creationId xmlns:a16="http://schemas.microsoft.com/office/drawing/2014/main" id="{AB8EEA47-0851-4500-8CE0-169E98978C2E}"/>
                    </a:ext>
                  </a:extLst>
                </p:cNvPr>
                <p:cNvSpPr/>
                <p:nvPr/>
              </p:nvSpPr>
              <p:spPr>
                <a:xfrm>
                  <a:off x="7349773" y="2926994"/>
                  <a:ext cx="109764" cy="2394576"/>
                </a:xfrm>
                <a:custGeom>
                  <a:avLst/>
                  <a:gdLst>
                    <a:gd name="connsiteX0" fmla="*/ 0 w 292813"/>
                    <a:gd name="connsiteY0" fmla="*/ 6393351 h 6387957"/>
                    <a:gd name="connsiteX1" fmla="*/ 0 w 292813"/>
                    <a:gd name="connsiteY1" fmla="*/ 0 h 6387957"/>
                    <a:gd name="connsiteX2" fmla="*/ 295125 w 292813"/>
                    <a:gd name="connsiteY2" fmla="*/ 0 h 6387957"/>
                    <a:gd name="connsiteX3" fmla="*/ 295125 w 292813"/>
                    <a:gd name="connsiteY3" fmla="*/ 6393351 h 6387957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</a:cxnLst>
                  <a:rect l="l" t="t" r="r" b="b"/>
                  <a:pathLst>
                    <a:path w="292813" h="6387957">
                      <a:moveTo>
                        <a:pt x="0" y="6393351"/>
                      </a:moveTo>
                      <a:cubicBezTo>
                        <a:pt x="0" y="4261207"/>
                        <a:pt x="0" y="2132145"/>
                        <a:pt x="0" y="0"/>
                      </a:cubicBezTo>
                      <a:cubicBezTo>
                        <a:pt x="99402" y="0"/>
                        <a:pt x="195722" y="0"/>
                        <a:pt x="295125" y="0"/>
                      </a:cubicBezTo>
                      <a:cubicBezTo>
                        <a:pt x="295125" y="2132145"/>
                        <a:pt x="295125" y="4261207"/>
                        <a:pt x="295125" y="6393351"/>
                      </a:cubicBezTo>
                    </a:path>
                  </a:pathLst>
                </a:custGeom>
                <a:grpFill/>
                <a:ln w="7704" cap="flat">
                  <a:noFill/>
                  <a:prstDash val="solid"/>
                  <a:miter/>
                </a:ln>
              </p:spPr>
              <p:txBody>
                <a:bodyPr rtlCol="0" anchor="ctr"/>
                <a:lstStyle/>
                <a:p>
                  <a:endParaRPr lang="en-US" dirty="0">
                    <a:solidFill>
                      <a:srgbClr val="C00000"/>
                    </a:solidFill>
                    <a:latin typeface="Times New Roman" panose="02020603050405020304" pitchFamily="18" charset="0"/>
                    <a:cs typeface="Times New Roman" pitchFamily="18" charset="0"/>
                  </a:endParaRPr>
                </a:p>
              </p:txBody>
            </p:sp>
            <p:sp>
              <p:nvSpPr>
                <p:cNvPr id="20" name="Freeform: Shape 19">
                  <a:extLst>
                    <a:ext uri="{FF2B5EF4-FFF2-40B4-BE49-F238E27FC236}">
                      <a16:creationId xmlns:a16="http://schemas.microsoft.com/office/drawing/2014/main" id="{99CB024E-C751-4D3B-A1FC-DB08068B1DB8}"/>
                    </a:ext>
                  </a:extLst>
                </p:cNvPr>
                <p:cNvSpPr/>
                <p:nvPr/>
              </p:nvSpPr>
              <p:spPr>
                <a:xfrm>
                  <a:off x="7548511" y="2927282"/>
                  <a:ext cx="41911" cy="2569908"/>
                </a:xfrm>
                <a:custGeom>
                  <a:avLst/>
                  <a:gdLst>
                    <a:gd name="connsiteX0" fmla="*/ 0 w 115584"/>
                    <a:gd name="connsiteY0" fmla="*/ 6753975 h 6850294"/>
                    <a:gd name="connsiteX1" fmla="*/ 13099 w 115584"/>
                    <a:gd name="connsiteY1" fmla="*/ 0 h 6850294"/>
                    <a:gd name="connsiteX2" fmla="*/ 118666 w 115584"/>
                    <a:gd name="connsiteY2" fmla="*/ 0 h 6850294"/>
                    <a:gd name="connsiteX3" fmla="*/ 118666 w 115584"/>
                    <a:gd name="connsiteY3" fmla="*/ 6855688 h 6850294"/>
                    <a:gd name="connsiteX0" fmla="*/ 0 w 111805"/>
                    <a:gd name="connsiteY0" fmla="*/ 6836322 h 6855688"/>
                    <a:gd name="connsiteX1" fmla="*/ 6237 w 111805"/>
                    <a:gd name="connsiteY1" fmla="*/ 0 h 6855688"/>
                    <a:gd name="connsiteX2" fmla="*/ 111804 w 111805"/>
                    <a:gd name="connsiteY2" fmla="*/ 0 h 6855688"/>
                    <a:gd name="connsiteX3" fmla="*/ 111804 w 111805"/>
                    <a:gd name="connsiteY3" fmla="*/ 6855688 h 6855688"/>
                    <a:gd name="connsiteX0" fmla="*/ 0 w 111804"/>
                    <a:gd name="connsiteY0" fmla="*/ 6853478 h 6855688"/>
                    <a:gd name="connsiteX1" fmla="*/ 6237 w 111804"/>
                    <a:gd name="connsiteY1" fmla="*/ 0 h 6855688"/>
                    <a:gd name="connsiteX2" fmla="*/ 111804 w 111804"/>
                    <a:gd name="connsiteY2" fmla="*/ 0 h 6855688"/>
                    <a:gd name="connsiteX3" fmla="*/ 111804 w 111804"/>
                    <a:gd name="connsiteY3" fmla="*/ 6855688 h 6855688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</a:cxnLst>
                  <a:rect l="l" t="t" r="r" b="b"/>
                  <a:pathLst>
                    <a:path w="111804" h="6855688">
                      <a:moveTo>
                        <a:pt x="0" y="6853478"/>
                      </a:moveTo>
                      <a:cubicBezTo>
                        <a:pt x="14640" y="4603437"/>
                        <a:pt x="3155" y="2253123"/>
                        <a:pt x="6237" y="0"/>
                      </a:cubicBezTo>
                      <a:lnTo>
                        <a:pt x="111804" y="0"/>
                      </a:lnTo>
                      <a:lnTo>
                        <a:pt x="111804" y="6855688"/>
                      </a:lnTo>
                    </a:path>
                  </a:pathLst>
                </a:custGeom>
                <a:grpFill/>
                <a:ln w="7704" cap="flat">
                  <a:noFill/>
                  <a:prstDash val="solid"/>
                  <a:miter/>
                </a:ln>
              </p:spPr>
              <p:txBody>
                <a:bodyPr rtlCol="0" anchor="ctr"/>
                <a:lstStyle/>
                <a:p>
                  <a:endParaRPr lang="en-US" dirty="0">
                    <a:solidFill>
                      <a:srgbClr val="C00000"/>
                    </a:solidFill>
                    <a:latin typeface="Times New Roman" panose="02020603050405020304" pitchFamily="18" charset="0"/>
                    <a:cs typeface="Times New Roman" pitchFamily="18" charset="0"/>
                  </a:endParaRPr>
                </a:p>
              </p:txBody>
            </p:sp>
            <p:sp>
              <p:nvSpPr>
                <p:cNvPr id="21" name="Freeform: Shape 20">
                  <a:extLst>
                    <a:ext uri="{FF2B5EF4-FFF2-40B4-BE49-F238E27FC236}">
                      <a16:creationId xmlns:a16="http://schemas.microsoft.com/office/drawing/2014/main" id="{1BDA8D11-4AAC-43CC-B408-A388F56971AF}"/>
                    </a:ext>
                  </a:extLst>
                </p:cNvPr>
                <p:cNvSpPr/>
                <p:nvPr/>
              </p:nvSpPr>
              <p:spPr>
                <a:xfrm>
                  <a:off x="7485249" y="2926994"/>
                  <a:ext cx="37550" cy="2394576"/>
                </a:xfrm>
                <a:custGeom>
                  <a:avLst/>
                  <a:gdLst>
                    <a:gd name="connsiteX0" fmla="*/ 0 w 100173"/>
                    <a:gd name="connsiteY0" fmla="*/ 6392581 h 6387957"/>
                    <a:gd name="connsiteX1" fmla="*/ 0 w 100173"/>
                    <a:gd name="connsiteY1" fmla="*/ 0 h 6387957"/>
                    <a:gd name="connsiteX2" fmla="*/ 103255 w 100173"/>
                    <a:gd name="connsiteY2" fmla="*/ 0 h 6387957"/>
                    <a:gd name="connsiteX3" fmla="*/ 103255 w 100173"/>
                    <a:gd name="connsiteY3" fmla="*/ 6392581 h 6387957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</a:cxnLst>
                  <a:rect l="l" t="t" r="r" b="b"/>
                  <a:pathLst>
                    <a:path w="100173" h="6387957">
                      <a:moveTo>
                        <a:pt x="0" y="6392581"/>
                      </a:moveTo>
                      <a:cubicBezTo>
                        <a:pt x="0" y="4261207"/>
                        <a:pt x="0" y="2131374"/>
                        <a:pt x="0" y="0"/>
                      </a:cubicBezTo>
                      <a:cubicBezTo>
                        <a:pt x="34675" y="0"/>
                        <a:pt x="67809" y="0"/>
                        <a:pt x="103255" y="0"/>
                      </a:cubicBezTo>
                      <a:cubicBezTo>
                        <a:pt x="103255" y="2130603"/>
                        <a:pt x="103255" y="4260437"/>
                        <a:pt x="103255" y="6392581"/>
                      </a:cubicBezTo>
                    </a:path>
                  </a:pathLst>
                </a:custGeom>
                <a:grpFill/>
                <a:ln w="7704" cap="flat">
                  <a:noFill/>
                  <a:prstDash val="solid"/>
                  <a:miter/>
                </a:ln>
              </p:spPr>
              <p:txBody>
                <a:bodyPr rtlCol="0" anchor="ctr"/>
                <a:lstStyle/>
                <a:p>
                  <a:endParaRPr lang="en-US" dirty="0">
                    <a:solidFill>
                      <a:srgbClr val="C00000"/>
                    </a:solidFill>
                    <a:latin typeface="Times New Roman" panose="02020603050405020304" pitchFamily="18" charset="0"/>
                    <a:cs typeface="Times New Roman" pitchFamily="18" charset="0"/>
                  </a:endParaRPr>
                </a:p>
              </p:txBody>
            </p:sp>
            <p:sp>
              <p:nvSpPr>
                <p:cNvPr id="22" name="Freeform: Shape 21">
                  <a:extLst>
                    <a:ext uri="{FF2B5EF4-FFF2-40B4-BE49-F238E27FC236}">
                      <a16:creationId xmlns:a16="http://schemas.microsoft.com/office/drawing/2014/main" id="{3EE00667-7B8F-4892-BF72-8EA3745153E0}"/>
                    </a:ext>
                  </a:extLst>
                </p:cNvPr>
                <p:cNvSpPr/>
                <p:nvPr/>
              </p:nvSpPr>
              <p:spPr>
                <a:xfrm>
                  <a:off x="7616134" y="2926994"/>
                  <a:ext cx="28885" cy="2567886"/>
                </a:xfrm>
                <a:custGeom>
                  <a:avLst/>
                  <a:gdLst>
                    <a:gd name="connsiteX0" fmla="*/ 0 w 77056"/>
                    <a:gd name="connsiteY0" fmla="*/ 6854918 h 6850294"/>
                    <a:gd name="connsiteX1" fmla="*/ 0 w 77056"/>
                    <a:gd name="connsiteY1" fmla="*/ 0 h 6850294"/>
                    <a:gd name="connsiteX2" fmla="*/ 78597 w 77056"/>
                    <a:gd name="connsiteY2" fmla="*/ 0 h 6850294"/>
                    <a:gd name="connsiteX3" fmla="*/ 78597 w 77056"/>
                    <a:gd name="connsiteY3" fmla="*/ 6854918 h 6850294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</a:cxnLst>
                  <a:rect l="l" t="t" r="r" b="b"/>
                  <a:pathLst>
                    <a:path w="77056" h="6850294">
                      <a:moveTo>
                        <a:pt x="0" y="6854918"/>
                      </a:moveTo>
                      <a:cubicBezTo>
                        <a:pt x="0" y="4570202"/>
                        <a:pt x="0" y="2286257"/>
                        <a:pt x="0" y="0"/>
                      </a:cubicBezTo>
                      <a:cubicBezTo>
                        <a:pt x="25428" y="0"/>
                        <a:pt x="50087" y="0"/>
                        <a:pt x="78597" y="0"/>
                      </a:cubicBezTo>
                      <a:cubicBezTo>
                        <a:pt x="78597" y="2283175"/>
                        <a:pt x="78597" y="4566350"/>
                        <a:pt x="78597" y="6854918"/>
                      </a:cubicBezTo>
                    </a:path>
                  </a:pathLst>
                </a:custGeom>
                <a:grpFill/>
                <a:ln w="7704" cap="flat">
                  <a:noFill/>
                  <a:prstDash val="solid"/>
                  <a:miter/>
                </a:ln>
              </p:spPr>
              <p:txBody>
                <a:bodyPr rtlCol="0" anchor="ctr"/>
                <a:lstStyle/>
                <a:p>
                  <a:endParaRPr lang="en-US" dirty="0">
                    <a:solidFill>
                      <a:srgbClr val="C00000"/>
                    </a:solidFill>
                    <a:latin typeface="Times New Roman" panose="02020603050405020304" pitchFamily="18" charset="0"/>
                    <a:cs typeface="Times New Roman" pitchFamily="18" charset="0"/>
                  </a:endParaRPr>
                </a:p>
              </p:txBody>
            </p:sp>
            <p:sp>
              <p:nvSpPr>
                <p:cNvPr id="23" name="Freeform: Shape 22">
                  <a:extLst>
                    <a:ext uri="{FF2B5EF4-FFF2-40B4-BE49-F238E27FC236}">
                      <a16:creationId xmlns:a16="http://schemas.microsoft.com/office/drawing/2014/main" id="{902A81A6-28D8-4522-B490-B37A255B8416}"/>
                    </a:ext>
                  </a:extLst>
                </p:cNvPr>
                <p:cNvSpPr/>
                <p:nvPr/>
              </p:nvSpPr>
              <p:spPr>
                <a:xfrm>
                  <a:off x="6838507" y="2926994"/>
                  <a:ext cx="109764" cy="2394576"/>
                </a:xfrm>
                <a:custGeom>
                  <a:avLst/>
                  <a:gdLst>
                    <a:gd name="connsiteX0" fmla="*/ 0 w 292813"/>
                    <a:gd name="connsiteY0" fmla="*/ 6393351 h 6387957"/>
                    <a:gd name="connsiteX1" fmla="*/ 0 w 292813"/>
                    <a:gd name="connsiteY1" fmla="*/ 0 h 6387957"/>
                    <a:gd name="connsiteX2" fmla="*/ 295125 w 292813"/>
                    <a:gd name="connsiteY2" fmla="*/ 0 h 6387957"/>
                    <a:gd name="connsiteX3" fmla="*/ 295125 w 292813"/>
                    <a:gd name="connsiteY3" fmla="*/ 6393351 h 6387957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</a:cxnLst>
                  <a:rect l="l" t="t" r="r" b="b"/>
                  <a:pathLst>
                    <a:path w="292813" h="6387957">
                      <a:moveTo>
                        <a:pt x="0" y="6393351"/>
                      </a:moveTo>
                      <a:cubicBezTo>
                        <a:pt x="0" y="4261207"/>
                        <a:pt x="0" y="2131374"/>
                        <a:pt x="0" y="0"/>
                      </a:cubicBezTo>
                      <a:cubicBezTo>
                        <a:pt x="99403" y="0"/>
                        <a:pt x="196493" y="0"/>
                        <a:pt x="295125" y="0"/>
                      </a:cubicBezTo>
                      <a:cubicBezTo>
                        <a:pt x="295125" y="2132145"/>
                        <a:pt x="295125" y="4261207"/>
                        <a:pt x="295125" y="6393351"/>
                      </a:cubicBezTo>
                    </a:path>
                  </a:pathLst>
                </a:custGeom>
                <a:grpFill/>
                <a:ln w="7704" cap="flat">
                  <a:noFill/>
                  <a:prstDash val="solid"/>
                  <a:miter/>
                </a:ln>
              </p:spPr>
              <p:txBody>
                <a:bodyPr rtlCol="0" anchor="ctr"/>
                <a:lstStyle/>
                <a:p>
                  <a:endParaRPr lang="en-US" dirty="0">
                    <a:solidFill>
                      <a:srgbClr val="C00000"/>
                    </a:solidFill>
                    <a:latin typeface="Times New Roman" panose="02020603050405020304" pitchFamily="18" charset="0"/>
                    <a:cs typeface="Times New Roman" pitchFamily="18" charset="0"/>
                  </a:endParaRPr>
                </a:p>
              </p:txBody>
            </p:sp>
            <p:sp>
              <p:nvSpPr>
                <p:cNvPr id="24" name="Freeform: Shape 23">
                  <a:extLst>
                    <a:ext uri="{FF2B5EF4-FFF2-40B4-BE49-F238E27FC236}">
                      <a16:creationId xmlns:a16="http://schemas.microsoft.com/office/drawing/2014/main" id="{2A569EB6-2490-40DF-9A4A-639E65D35F5C}"/>
                    </a:ext>
                  </a:extLst>
                </p:cNvPr>
                <p:cNvSpPr/>
                <p:nvPr/>
              </p:nvSpPr>
              <p:spPr>
                <a:xfrm>
                  <a:off x="6980994" y="2927282"/>
                  <a:ext cx="37550" cy="2394576"/>
                </a:xfrm>
                <a:custGeom>
                  <a:avLst/>
                  <a:gdLst>
                    <a:gd name="connsiteX0" fmla="*/ 0 w 100173"/>
                    <a:gd name="connsiteY0" fmla="*/ 6392581 h 6387957"/>
                    <a:gd name="connsiteX1" fmla="*/ 0 w 100173"/>
                    <a:gd name="connsiteY1" fmla="*/ 0 h 6387957"/>
                    <a:gd name="connsiteX2" fmla="*/ 103255 w 100173"/>
                    <a:gd name="connsiteY2" fmla="*/ 0 h 6387957"/>
                    <a:gd name="connsiteX3" fmla="*/ 103255 w 100173"/>
                    <a:gd name="connsiteY3" fmla="*/ 6392581 h 6387957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</a:cxnLst>
                  <a:rect l="l" t="t" r="r" b="b"/>
                  <a:pathLst>
                    <a:path w="100173" h="6387957">
                      <a:moveTo>
                        <a:pt x="0" y="6392581"/>
                      </a:moveTo>
                      <a:cubicBezTo>
                        <a:pt x="0" y="4261978"/>
                        <a:pt x="0" y="2132145"/>
                        <a:pt x="0" y="0"/>
                      </a:cubicBezTo>
                      <a:cubicBezTo>
                        <a:pt x="33904" y="0"/>
                        <a:pt x="67809" y="0"/>
                        <a:pt x="103255" y="0"/>
                      </a:cubicBezTo>
                      <a:cubicBezTo>
                        <a:pt x="103255" y="2130603"/>
                        <a:pt x="103255" y="4258895"/>
                        <a:pt x="103255" y="6392581"/>
                      </a:cubicBezTo>
                    </a:path>
                  </a:pathLst>
                </a:custGeom>
                <a:grpFill/>
                <a:ln w="7704" cap="flat">
                  <a:noFill/>
                  <a:prstDash val="solid"/>
                  <a:miter/>
                </a:ln>
              </p:spPr>
              <p:txBody>
                <a:bodyPr rtlCol="0" anchor="ctr"/>
                <a:lstStyle/>
                <a:p>
                  <a:endParaRPr lang="en-US" dirty="0">
                    <a:solidFill>
                      <a:srgbClr val="C00000"/>
                    </a:solidFill>
                    <a:latin typeface="Times New Roman" panose="02020603050405020304" pitchFamily="18" charset="0"/>
                    <a:cs typeface="Times New Roman" pitchFamily="18" charset="0"/>
                  </a:endParaRPr>
                </a:p>
              </p:txBody>
            </p:sp>
            <p:sp>
              <p:nvSpPr>
                <p:cNvPr id="25" name="Freeform: Shape 24">
                  <a:extLst>
                    <a:ext uri="{FF2B5EF4-FFF2-40B4-BE49-F238E27FC236}">
                      <a16:creationId xmlns:a16="http://schemas.microsoft.com/office/drawing/2014/main" id="{7DC04B7B-FFF7-4CAC-BF2B-7AF98E950FE2}"/>
                    </a:ext>
                  </a:extLst>
                </p:cNvPr>
                <p:cNvSpPr/>
                <p:nvPr/>
              </p:nvSpPr>
              <p:spPr>
                <a:xfrm>
                  <a:off x="7065051" y="2926994"/>
                  <a:ext cx="37550" cy="2394576"/>
                </a:xfrm>
                <a:custGeom>
                  <a:avLst/>
                  <a:gdLst>
                    <a:gd name="connsiteX0" fmla="*/ 0 w 100173"/>
                    <a:gd name="connsiteY0" fmla="*/ 6392581 h 6387957"/>
                    <a:gd name="connsiteX1" fmla="*/ 0 w 100173"/>
                    <a:gd name="connsiteY1" fmla="*/ 0 h 6387957"/>
                    <a:gd name="connsiteX2" fmla="*/ 103255 w 100173"/>
                    <a:gd name="connsiteY2" fmla="*/ 0 h 6387957"/>
                    <a:gd name="connsiteX3" fmla="*/ 103255 w 100173"/>
                    <a:gd name="connsiteY3" fmla="*/ 6392581 h 6387957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</a:cxnLst>
                  <a:rect l="l" t="t" r="r" b="b"/>
                  <a:pathLst>
                    <a:path w="100173" h="6387957">
                      <a:moveTo>
                        <a:pt x="0" y="6392581"/>
                      </a:moveTo>
                      <a:cubicBezTo>
                        <a:pt x="0" y="4261978"/>
                        <a:pt x="0" y="2132145"/>
                        <a:pt x="0" y="0"/>
                      </a:cubicBezTo>
                      <a:cubicBezTo>
                        <a:pt x="33904" y="0"/>
                        <a:pt x="67809" y="0"/>
                        <a:pt x="103255" y="0"/>
                      </a:cubicBezTo>
                      <a:cubicBezTo>
                        <a:pt x="103255" y="2130603"/>
                        <a:pt x="103255" y="4258895"/>
                        <a:pt x="103255" y="6392581"/>
                      </a:cubicBezTo>
                    </a:path>
                  </a:pathLst>
                </a:custGeom>
                <a:grpFill/>
                <a:ln w="7704" cap="flat">
                  <a:noFill/>
                  <a:prstDash val="solid"/>
                  <a:miter/>
                </a:ln>
              </p:spPr>
              <p:txBody>
                <a:bodyPr rtlCol="0" anchor="ctr"/>
                <a:lstStyle/>
                <a:p>
                  <a:endParaRPr lang="en-US" dirty="0">
                    <a:solidFill>
                      <a:srgbClr val="C00000"/>
                    </a:solidFill>
                    <a:latin typeface="Times New Roman" panose="02020603050405020304" pitchFamily="18" charset="0"/>
                    <a:cs typeface="Times New Roman" pitchFamily="18" charset="0"/>
                  </a:endParaRPr>
                </a:p>
              </p:txBody>
            </p:sp>
            <p:sp>
              <p:nvSpPr>
                <p:cNvPr id="26" name="Freeform: Shape 25">
                  <a:extLst>
                    <a:ext uri="{FF2B5EF4-FFF2-40B4-BE49-F238E27FC236}">
                      <a16:creationId xmlns:a16="http://schemas.microsoft.com/office/drawing/2014/main" id="{99FD279C-9B71-46A5-9519-57C2FDE43882}"/>
                    </a:ext>
                  </a:extLst>
                </p:cNvPr>
                <p:cNvSpPr/>
                <p:nvPr/>
              </p:nvSpPr>
              <p:spPr>
                <a:xfrm>
                  <a:off x="6754449" y="2926127"/>
                  <a:ext cx="37550" cy="2394576"/>
                </a:xfrm>
                <a:custGeom>
                  <a:avLst/>
                  <a:gdLst>
                    <a:gd name="connsiteX0" fmla="*/ 0 w 100173"/>
                    <a:gd name="connsiteY0" fmla="*/ 6392581 h 6387957"/>
                    <a:gd name="connsiteX1" fmla="*/ 0 w 100173"/>
                    <a:gd name="connsiteY1" fmla="*/ 0 h 6387957"/>
                    <a:gd name="connsiteX2" fmla="*/ 103255 w 100173"/>
                    <a:gd name="connsiteY2" fmla="*/ 0 h 6387957"/>
                    <a:gd name="connsiteX3" fmla="*/ 103255 w 100173"/>
                    <a:gd name="connsiteY3" fmla="*/ 6392581 h 6387957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</a:cxnLst>
                  <a:rect l="l" t="t" r="r" b="b"/>
                  <a:pathLst>
                    <a:path w="100173" h="6387957">
                      <a:moveTo>
                        <a:pt x="0" y="6392581"/>
                      </a:moveTo>
                      <a:cubicBezTo>
                        <a:pt x="0" y="4261978"/>
                        <a:pt x="0" y="2132145"/>
                        <a:pt x="0" y="0"/>
                      </a:cubicBezTo>
                      <a:cubicBezTo>
                        <a:pt x="33905" y="0"/>
                        <a:pt x="67810" y="0"/>
                        <a:pt x="103255" y="0"/>
                      </a:cubicBezTo>
                      <a:cubicBezTo>
                        <a:pt x="103255" y="2131374"/>
                        <a:pt x="103255" y="4260436"/>
                        <a:pt x="103255" y="6392581"/>
                      </a:cubicBezTo>
                    </a:path>
                  </a:pathLst>
                </a:custGeom>
                <a:grpFill/>
                <a:ln w="7704" cap="flat">
                  <a:noFill/>
                  <a:prstDash val="solid"/>
                  <a:miter/>
                </a:ln>
              </p:spPr>
              <p:txBody>
                <a:bodyPr rtlCol="0" anchor="ctr"/>
                <a:lstStyle/>
                <a:p>
                  <a:endParaRPr lang="en-US" dirty="0">
                    <a:solidFill>
                      <a:srgbClr val="C00000"/>
                    </a:solidFill>
                    <a:latin typeface="Times New Roman" panose="02020603050405020304" pitchFamily="18" charset="0"/>
                    <a:cs typeface="Times New Roman" pitchFamily="18" charset="0"/>
                  </a:endParaRPr>
                </a:p>
              </p:txBody>
            </p:sp>
            <p:sp>
              <p:nvSpPr>
                <p:cNvPr id="27" name="Freeform: Shape 26">
                  <a:extLst>
                    <a:ext uri="{FF2B5EF4-FFF2-40B4-BE49-F238E27FC236}">
                      <a16:creationId xmlns:a16="http://schemas.microsoft.com/office/drawing/2014/main" id="{E77F362F-1E3A-429A-8A7A-092562BB2825}"/>
                    </a:ext>
                  </a:extLst>
                </p:cNvPr>
                <p:cNvSpPr/>
                <p:nvPr/>
              </p:nvSpPr>
              <p:spPr>
                <a:xfrm>
                  <a:off x="6334914" y="2927282"/>
                  <a:ext cx="37550" cy="2394576"/>
                </a:xfrm>
                <a:custGeom>
                  <a:avLst/>
                  <a:gdLst>
                    <a:gd name="connsiteX0" fmla="*/ 0 w 100173"/>
                    <a:gd name="connsiteY0" fmla="*/ 6393351 h 6387957"/>
                    <a:gd name="connsiteX1" fmla="*/ 0 w 100173"/>
                    <a:gd name="connsiteY1" fmla="*/ 0 h 6387957"/>
                    <a:gd name="connsiteX2" fmla="*/ 103255 w 100173"/>
                    <a:gd name="connsiteY2" fmla="*/ 0 h 6387957"/>
                    <a:gd name="connsiteX3" fmla="*/ 103255 w 100173"/>
                    <a:gd name="connsiteY3" fmla="*/ 6393351 h 6387957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</a:cxnLst>
                  <a:rect l="l" t="t" r="r" b="b"/>
                  <a:pathLst>
                    <a:path w="100173" h="6387957">
                      <a:moveTo>
                        <a:pt x="0" y="6393351"/>
                      </a:moveTo>
                      <a:cubicBezTo>
                        <a:pt x="0" y="4262748"/>
                        <a:pt x="0" y="2132915"/>
                        <a:pt x="0" y="0"/>
                      </a:cubicBezTo>
                      <a:cubicBezTo>
                        <a:pt x="33904" y="0"/>
                        <a:pt x="67809" y="0"/>
                        <a:pt x="103255" y="0"/>
                      </a:cubicBezTo>
                      <a:cubicBezTo>
                        <a:pt x="103255" y="2131374"/>
                        <a:pt x="103255" y="4260436"/>
                        <a:pt x="103255" y="6393351"/>
                      </a:cubicBezTo>
                    </a:path>
                  </a:pathLst>
                </a:custGeom>
                <a:grpFill/>
                <a:ln w="7704" cap="flat">
                  <a:noFill/>
                  <a:prstDash val="solid"/>
                  <a:miter/>
                </a:ln>
              </p:spPr>
              <p:txBody>
                <a:bodyPr rtlCol="0" anchor="ctr"/>
                <a:lstStyle/>
                <a:p>
                  <a:endParaRPr lang="en-US" dirty="0">
                    <a:solidFill>
                      <a:srgbClr val="C00000"/>
                    </a:solidFill>
                    <a:latin typeface="Times New Roman" panose="02020603050405020304" pitchFamily="18" charset="0"/>
                    <a:cs typeface="Times New Roman" pitchFamily="18" charset="0"/>
                  </a:endParaRPr>
                </a:p>
              </p:txBody>
            </p:sp>
            <p:sp>
              <p:nvSpPr>
                <p:cNvPr id="28" name="Freeform: Shape 27">
                  <a:extLst>
                    <a:ext uri="{FF2B5EF4-FFF2-40B4-BE49-F238E27FC236}">
                      <a16:creationId xmlns:a16="http://schemas.microsoft.com/office/drawing/2014/main" id="{BA25F615-E11E-4379-BA54-9819ACDC6FD8}"/>
                    </a:ext>
                  </a:extLst>
                </p:cNvPr>
                <p:cNvSpPr/>
                <p:nvPr/>
              </p:nvSpPr>
              <p:spPr>
                <a:xfrm>
                  <a:off x="6159871" y="2926127"/>
                  <a:ext cx="37550" cy="2397464"/>
                </a:xfrm>
                <a:custGeom>
                  <a:avLst/>
                  <a:gdLst>
                    <a:gd name="connsiteX0" fmla="*/ 0 w 100173"/>
                    <a:gd name="connsiteY0" fmla="*/ 6395663 h 6395662"/>
                    <a:gd name="connsiteX1" fmla="*/ 0 w 100173"/>
                    <a:gd name="connsiteY1" fmla="*/ 0 h 6395662"/>
                    <a:gd name="connsiteX2" fmla="*/ 52398 w 100173"/>
                    <a:gd name="connsiteY2" fmla="*/ 0 h 6395662"/>
                    <a:gd name="connsiteX3" fmla="*/ 103255 w 100173"/>
                    <a:gd name="connsiteY3" fmla="*/ 0 h 6395662"/>
                    <a:gd name="connsiteX4" fmla="*/ 103255 w 100173"/>
                    <a:gd name="connsiteY4" fmla="*/ 6395663 h 6395662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  <a:cxn ang="0">
                      <a:pos x="connsiteX4" y="connsiteY4"/>
                    </a:cxn>
                  </a:cxnLst>
                  <a:rect l="l" t="t" r="r" b="b"/>
                  <a:pathLst>
                    <a:path w="100173" h="6395662">
                      <a:moveTo>
                        <a:pt x="0" y="6395663"/>
                      </a:moveTo>
                      <a:cubicBezTo>
                        <a:pt x="0" y="4265060"/>
                        <a:pt x="0" y="2135227"/>
                        <a:pt x="0" y="0"/>
                      </a:cubicBezTo>
                      <a:cubicBezTo>
                        <a:pt x="17723" y="0"/>
                        <a:pt x="34675" y="0"/>
                        <a:pt x="52398" y="0"/>
                      </a:cubicBezTo>
                      <a:cubicBezTo>
                        <a:pt x="68580" y="0"/>
                        <a:pt x="84762" y="0"/>
                        <a:pt x="103255" y="0"/>
                      </a:cubicBezTo>
                      <a:cubicBezTo>
                        <a:pt x="103255" y="2132915"/>
                        <a:pt x="103255" y="4261977"/>
                        <a:pt x="103255" y="6395663"/>
                      </a:cubicBezTo>
                    </a:path>
                  </a:pathLst>
                </a:custGeom>
                <a:grpFill/>
                <a:ln w="7704" cap="flat">
                  <a:noFill/>
                  <a:prstDash val="solid"/>
                  <a:miter/>
                </a:ln>
              </p:spPr>
              <p:txBody>
                <a:bodyPr rtlCol="0" anchor="ctr"/>
                <a:lstStyle/>
                <a:p>
                  <a:endParaRPr lang="en-US" dirty="0">
                    <a:solidFill>
                      <a:srgbClr val="C00000"/>
                    </a:solidFill>
                    <a:latin typeface="Times New Roman" panose="02020603050405020304" pitchFamily="18" charset="0"/>
                    <a:cs typeface="Times New Roman" pitchFamily="18" charset="0"/>
                  </a:endParaRPr>
                </a:p>
              </p:txBody>
            </p:sp>
            <p:sp>
              <p:nvSpPr>
                <p:cNvPr id="29" name="Freeform: Shape 28">
                  <a:extLst>
                    <a:ext uri="{FF2B5EF4-FFF2-40B4-BE49-F238E27FC236}">
                      <a16:creationId xmlns:a16="http://schemas.microsoft.com/office/drawing/2014/main" id="{43767ECE-21FE-4B4C-89B1-0E19BEADDA56}"/>
                    </a:ext>
                  </a:extLst>
                </p:cNvPr>
                <p:cNvSpPr/>
                <p:nvPr/>
              </p:nvSpPr>
              <p:spPr>
                <a:xfrm>
                  <a:off x="6231712" y="2926127"/>
                  <a:ext cx="72212" cy="2394576"/>
                </a:xfrm>
                <a:custGeom>
                  <a:avLst/>
                  <a:gdLst>
                    <a:gd name="connsiteX0" fmla="*/ 0 w 192640"/>
                    <a:gd name="connsiteY0" fmla="*/ 6392581 h 6387957"/>
                    <a:gd name="connsiteX1" fmla="*/ 0 w 192640"/>
                    <a:gd name="connsiteY1" fmla="*/ 0 h 6387957"/>
                    <a:gd name="connsiteX2" fmla="*/ 198805 w 192640"/>
                    <a:gd name="connsiteY2" fmla="*/ 0 h 6387957"/>
                    <a:gd name="connsiteX3" fmla="*/ 198805 w 192640"/>
                    <a:gd name="connsiteY3" fmla="*/ 6392581 h 6387957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</a:cxnLst>
                  <a:rect l="l" t="t" r="r" b="b"/>
                  <a:pathLst>
                    <a:path w="192640" h="6387957">
                      <a:moveTo>
                        <a:pt x="0" y="6392581"/>
                      </a:moveTo>
                      <a:cubicBezTo>
                        <a:pt x="0" y="4261207"/>
                        <a:pt x="0" y="2132145"/>
                        <a:pt x="0" y="0"/>
                      </a:cubicBezTo>
                      <a:cubicBezTo>
                        <a:pt x="66268" y="0"/>
                        <a:pt x="131766" y="0"/>
                        <a:pt x="198805" y="0"/>
                      </a:cubicBezTo>
                      <a:cubicBezTo>
                        <a:pt x="198805" y="2131374"/>
                        <a:pt x="198805" y="4261207"/>
                        <a:pt x="198805" y="6392581"/>
                      </a:cubicBezTo>
                    </a:path>
                  </a:pathLst>
                </a:custGeom>
                <a:grpFill/>
                <a:ln w="7704" cap="flat">
                  <a:noFill/>
                  <a:prstDash val="solid"/>
                  <a:miter/>
                </a:ln>
              </p:spPr>
              <p:txBody>
                <a:bodyPr rtlCol="0" anchor="ctr"/>
                <a:lstStyle/>
                <a:p>
                  <a:endParaRPr lang="en-US" dirty="0">
                    <a:solidFill>
                      <a:srgbClr val="C00000"/>
                    </a:solidFill>
                    <a:latin typeface="Times New Roman" panose="02020603050405020304" pitchFamily="18" charset="0"/>
                    <a:cs typeface="Times New Roman" pitchFamily="18" charset="0"/>
                  </a:endParaRPr>
                </a:p>
              </p:txBody>
            </p:sp>
            <p:sp>
              <p:nvSpPr>
                <p:cNvPr id="30" name="Freeform: Shape 29">
                  <a:extLst>
                    <a:ext uri="{FF2B5EF4-FFF2-40B4-BE49-F238E27FC236}">
                      <a16:creationId xmlns:a16="http://schemas.microsoft.com/office/drawing/2014/main" id="{E117A468-C0B3-46FD-8EC1-6AE134264BA0}"/>
                    </a:ext>
                  </a:extLst>
                </p:cNvPr>
                <p:cNvSpPr/>
                <p:nvPr/>
              </p:nvSpPr>
              <p:spPr>
                <a:xfrm>
                  <a:off x="6598401" y="2927282"/>
                  <a:ext cx="37550" cy="2394576"/>
                </a:xfrm>
                <a:custGeom>
                  <a:avLst/>
                  <a:gdLst>
                    <a:gd name="connsiteX0" fmla="*/ 0 w 100173"/>
                    <a:gd name="connsiteY0" fmla="*/ 6392581 h 6387957"/>
                    <a:gd name="connsiteX1" fmla="*/ 0 w 100173"/>
                    <a:gd name="connsiteY1" fmla="*/ 0 h 6387957"/>
                    <a:gd name="connsiteX2" fmla="*/ 103255 w 100173"/>
                    <a:gd name="connsiteY2" fmla="*/ 0 h 6387957"/>
                    <a:gd name="connsiteX3" fmla="*/ 103255 w 100173"/>
                    <a:gd name="connsiteY3" fmla="*/ 6392581 h 6387957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</a:cxnLst>
                  <a:rect l="l" t="t" r="r" b="b"/>
                  <a:pathLst>
                    <a:path w="100173" h="6387957">
                      <a:moveTo>
                        <a:pt x="0" y="6392581"/>
                      </a:moveTo>
                      <a:cubicBezTo>
                        <a:pt x="0" y="4261207"/>
                        <a:pt x="0" y="2131374"/>
                        <a:pt x="0" y="0"/>
                      </a:cubicBezTo>
                      <a:cubicBezTo>
                        <a:pt x="34675" y="0"/>
                        <a:pt x="67809" y="0"/>
                        <a:pt x="103255" y="0"/>
                      </a:cubicBezTo>
                      <a:cubicBezTo>
                        <a:pt x="103255" y="2130603"/>
                        <a:pt x="103255" y="4260437"/>
                        <a:pt x="103255" y="6392581"/>
                      </a:cubicBezTo>
                    </a:path>
                  </a:pathLst>
                </a:custGeom>
                <a:grpFill/>
                <a:ln w="7704" cap="flat">
                  <a:noFill/>
                  <a:prstDash val="solid"/>
                  <a:miter/>
                </a:ln>
              </p:spPr>
              <p:txBody>
                <a:bodyPr rtlCol="0" anchor="ctr"/>
                <a:lstStyle/>
                <a:p>
                  <a:endParaRPr lang="en-US" dirty="0">
                    <a:solidFill>
                      <a:srgbClr val="C00000"/>
                    </a:solidFill>
                    <a:latin typeface="Times New Roman" panose="02020603050405020304" pitchFamily="18" charset="0"/>
                    <a:cs typeface="Times New Roman" pitchFamily="18" charset="0"/>
                  </a:endParaRPr>
                </a:p>
              </p:txBody>
            </p:sp>
            <p:sp>
              <p:nvSpPr>
                <p:cNvPr id="31" name="Freeform: Shape 30">
                  <a:extLst>
                    <a:ext uri="{FF2B5EF4-FFF2-40B4-BE49-F238E27FC236}">
                      <a16:creationId xmlns:a16="http://schemas.microsoft.com/office/drawing/2014/main" id="{939B7FCC-CDDF-4A11-A2F1-C8F70FF2EEB4}"/>
                    </a:ext>
                  </a:extLst>
                </p:cNvPr>
                <p:cNvSpPr/>
                <p:nvPr/>
              </p:nvSpPr>
              <p:spPr>
                <a:xfrm>
                  <a:off x="6680669" y="2927282"/>
                  <a:ext cx="37550" cy="2394576"/>
                </a:xfrm>
                <a:custGeom>
                  <a:avLst/>
                  <a:gdLst>
                    <a:gd name="connsiteX0" fmla="*/ 0 w 100173"/>
                    <a:gd name="connsiteY0" fmla="*/ 6392581 h 6387957"/>
                    <a:gd name="connsiteX1" fmla="*/ 0 w 100173"/>
                    <a:gd name="connsiteY1" fmla="*/ 0 h 6387957"/>
                    <a:gd name="connsiteX2" fmla="*/ 103255 w 100173"/>
                    <a:gd name="connsiteY2" fmla="*/ 0 h 6387957"/>
                    <a:gd name="connsiteX3" fmla="*/ 103255 w 100173"/>
                    <a:gd name="connsiteY3" fmla="*/ 6392581 h 6387957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</a:cxnLst>
                  <a:rect l="l" t="t" r="r" b="b"/>
                  <a:pathLst>
                    <a:path w="100173" h="6387957">
                      <a:moveTo>
                        <a:pt x="0" y="6392581"/>
                      </a:moveTo>
                      <a:cubicBezTo>
                        <a:pt x="0" y="4261978"/>
                        <a:pt x="0" y="2132145"/>
                        <a:pt x="0" y="0"/>
                      </a:cubicBezTo>
                      <a:cubicBezTo>
                        <a:pt x="33905" y="0"/>
                        <a:pt x="67810" y="0"/>
                        <a:pt x="103255" y="0"/>
                      </a:cubicBezTo>
                      <a:cubicBezTo>
                        <a:pt x="103255" y="2131374"/>
                        <a:pt x="103255" y="4260436"/>
                        <a:pt x="103255" y="6392581"/>
                      </a:cubicBezTo>
                    </a:path>
                  </a:pathLst>
                </a:custGeom>
                <a:grpFill/>
                <a:ln w="7704" cap="flat">
                  <a:noFill/>
                  <a:prstDash val="solid"/>
                  <a:miter/>
                </a:ln>
              </p:spPr>
              <p:txBody>
                <a:bodyPr rtlCol="0" anchor="ctr"/>
                <a:lstStyle/>
                <a:p>
                  <a:endParaRPr lang="en-US" dirty="0">
                    <a:solidFill>
                      <a:srgbClr val="C00000"/>
                    </a:solidFill>
                    <a:latin typeface="Times New Roman" panose="02020603050405020304" pitchFamily="18" charset="0"/>
                    <a:cs typeface="Times New Roman" pitchFamily="18" charset="0"/>
                  </a:endParaRPr>
                </a:p>
              </p:txBody>
            </p:sp>
            <p:sp>
              <p:nvSpPr>
                <p:cNvPr id="32" name="Freeform: Shape 31">
                  <a:extLst>
                    <a:ext uri="{FF2B5EF4-FFF2-40B4-BE49-F238E27FC236}">
                      <a16:creationId xmlns:a16="http://schemas.microsoft.com/office/drawing/2014/main" id="{79A45683-A3FC-4243-9523-B723BBD003A1}"/>
                    </a:ext>
                  </a:extLst>
                </p:cNvPr>
                <p:cNvSpPr/>
                <p:nvPr/>
              </p:nvSpPr>
              <p:spPr>
                <a:xfrm>
                  <a:off x="6516134" y="2927282"/>
                  <a:ext cx="37550" cy="2394576"/>
                </a:xfrm>
                <a:custGeom>
                  <a:avLst/>
                  <a:gdLst>
                    <a:gd name="connsiteX0" fmla="*/ 0 w 100173"/>
                    <a:gd name="connsiteY0" fmla="*/ 6391811 h 6387957"/>
                    <a:gd name="connsiteX1" fmla="*/ 0 w 100173"/>
                    <a:gd name="connsiteY1" fmla="*/ 0 h 6387957"/>
                    <a:gd name="connsiteX2" fmla="*/ 103255 w 100173"/>
                    <a:gd name="connsiteY2" fmla="*/ 0 h 6387957"/>
                    <a:gd name="connsiteX3" fmla="*/ 103255 w 100173"/>
                    <a:gd name="connsiteY3" fmla="*/ 6391811 h 6387957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</a:cxnLst>
                  <a:rect l="l" t="t" r="r" b="b"/>
                  <a:pathLst>
                    <a:path w="100173" h="6387957">
                      <a:moveTo>
                        <a:pt x="0" y="6391811"/>
                      </a:moveTo>
                      <a:cubicBezTo>
                        <a:pt x="0" y="4261978"/>
                        <a:pt x="0" y="2132145"/>
                        <a:pt x="0" y="0"/>
                      </a:cubicBezTo>
                      <a:cubicBezTo>
                        <a:pt x="33134" y="0"/>
                        <a:pt x="67039" y="0"/>
                        <a:pt x="103255" y="0"/>
                      </a:cubicBezTo>
                      <a:cubicBezTo>
                        <a:pt x="103255" y="2130603"/>
                        <a:pt x="103255" y="4260436"/>
                        <a:pt x="103255" y="6391811"/>
                      </a:cubicBezTo>
                    </a:path>
                  </a:pathLst>
                </a:custGeom>
                <a:grpFill/>
                <a:ln w="7704" cap="flat">
                  <a:noFill/>
                  <a:prstDash val="solid"/>
                  <a:miter/>
                </a:ln>
              </p:spPr>
              <p:txBody>
                <a:bodyPr rtlCol="0" anchor="ctr"/>
                <a:lstStyle/>
                <a:p>
                  <a:endParaRPr lang="en-US" dirty="0">
                    <a:solidFill>
                      <a:srgbClr val="C00000"/>
                    </a:solidFill>
                    <a:latin typeface="Times New Roman" panose="02020603050405020304" pitchFamily="18" charset="0"/>
                    <a:cs typeface="Times New Roman" pitchFamily="18" charset="0"/>
                  </a:endParaRPr>
                </a:p>
              </p:txBody>
            </p:sp>
            <p:sp>
              <p:nvSpPr>
                <p:cNvPr id="33" name="Freeform: Shape 32">
                  <a:extLst>
                    <a:ext uri="{FF2B5EF4-FFF2-40B4-BE49-F238E27FC236}">
                      <a16:creationId xmlns:a16="http://schemas.microsoft.com/office/drawing/2014/main" id="{B40B3F0D-8DF8-4702-99BD-23B1475CD452}"/>
                    </a:ext>
                  </a:extLst>
                </p:cNvPr>
                <p:cNvSpPr/>
                <p:nvPr/>
              </p:nvSpPr>
              <p:spPr>
                <a:xfrm>
                  <a:off x="6399205" y="2927282"/>
                  <a:ext cx="72212" cy="2394576"/>
                </a:xfrm>
                <a:custGeom>
                  <a:avLst/>
                  <a:gdLst>
                    <a:gd name="connsiteX0" fmla="*/ 0 w 192640"/>
                    <a:gd name="connsiteY0" fmla="*/ 6392581 h 6387957"/>
                    <a:gd name="connsiteX1" fmla="*/ 0 w 192640"/>
                    <a:gd name="connsiteY1" fmla="*/ 0 h 6387957"/>
                    <a:gd name="connsiteX2" fmla="*/ 198805 w 192640"/>
                    <a:gd name="connsiteY2" fmla="*/ 0 h 6387957"/>
                    <a:gd name="connsiteX3" fmla="*/ 198805 w 192640"/>
                    <a:gd name="connsiteY3" fmla="*/ 6392581 h 6387957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</a:cxnLst>
                  <a:rect l="l" t="t" r="r" b="b"/>
                  <a:pathLst>
                    <a:path w="192640" h="6387957">
                      <a:moveTo>
                        <a:pt x="0" y="6392581"/>
                      </a:moveTo>
                      <a:cubicBezTo>
                        <a:pt x="0" y="4261207"/>
                        <a:pt x="0" y="2132145"/>
                        <a:pt x="0" y="0"/>
                      </a:cubicBezTo>
                      <a:cubicBezTo>
                        <a:pt x="66268" y="0"/>
                        <a:pt x="131766" y="0"/>
                        <a:pt x="198805" y="0"/>
                      </a:cubicBezTo>
                      <a:cubicBezTo>
                        <a:pt x="198805" y="2131374"/>
                        <a:pt x="198805" y="4261207"/>
                        <a:pt x="198805" y="6392581"/>
                      </a:cubicBezTo>
                    </a:path>
                  </a:pathLst>
                </a:custGeom>
                <a:grpFill/>
                <a:ln w="7704" cap="flat">
                  <a:noFill/>
                  <a:prstDash val="solid"/>
                  <a:miter/>
                </a:ln>
              </p:spPr>
              <p:txBody>
                <a:bodyPr rtlCol="0" anchor="ctr"/>
                <a:lstStyle/>
                <a:p>
                  <a:endParaRPr lang="en-US" dirty="0">
                    <a:solidFill>
                      <a:srgbClr val="C00000"/>
                    </a:solidFill>
                    <a:latin typeface="Times New Roman" panose="02020603050405020304" pitchFamily="18" charset="0"/>
                    <a:cs typeface="Times New Roman" pitchFamily="18" charset="0"/>
                  </a:endParaRPr>
                </a:p>
              </p:txBody>
            </p:sp>
            <p:sp>
              <p:nvSpPr>
                <p:cNvPr id="34" name="Freeform: Shape 33">
                  <a:extLst>
                    <a:ext uri="{FF2B5EF4-FFF2-40B4-BE49-F238E27FC236}">
                      <a16:creationId xmlns:a16="http://schemas.microsoft.com/office/drawing/2014/main" id="{0B972A39-D5F1-4DBE-B2F6-AA9010526F16}"/>
                    </a:ext>
                  </a:extLst>
                </p:cNvPr>
                <p:cNvSpPr/>
                <p:nvPr/>
              </p:nvSpPr>
              <p:spPr>
                <a:xfrm>
                  <a:off x="5237391" y="2926127"/>
                  <a:ext cx="144425" cy="2394576"/>
                </a:xfrm>
                <a:custGeom>
                  <a:avLst/>
                  <a:gdLst>
                    <a:gd name="connsiteX0" fmla="*/ 0 w 385280"/>
                    <a:gd name="connsiteY0" fmla="*/ 6393351 h 6387957"/>
                    <a:gd name="connsiteX1" fmla="*/ 0 w 385280"/>
                    <a:gd name="connsiteY1" fmla="*/ 0 h 6387957"/>
                    <a:gd name="connsiteX2" fmla="*/ 387593 w 385280"/>
                    <a:gd name="connsiteY2" fmla="*/ 0 h 6387957"/>
                    <a:gd name="connsiteX3" fmla="*/ 387593 w 385280"/>
                    <a:gd name="connsiteY3" fmla="*/ 6393351 h 6387957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</a:cxnLst>
                  <a:rect l="l" t="t" r="r" b="b"/>
                  <a:pathLst>
                    <a:path w="385280" h="6387957">
                      <a:moveTo>
                        <a:pt x="0" y="6393351"/>
                      </a:moveTo>
                      <a:cubicBezTo>
                        <a:pt x="0" y="4262748"/>
                        <a:pt x="0" y="2132145"/>
                        <a:pt x="0" y="0"/>
                      </a:cubicBezTo>
                      <a:cubicBezTo>
                        <a:pt x="128684" y="0"/>
                        <a:pt x="256597" y="0"/>
                        <a:pt x="387593" y="0"/>
                      </a:cubicBezTo>
                      <a:cubicBezTo>
                        <a:pt x="387593" y="2130603"/>
                        <a:pt x="387593" y="4261207"/>
                        <a:pt x="387593" y="6393351"/>
                      </a:cubicBezTo>
                    </a:path>
                  </a:pathLst>
                </a:custGeom>
                <a:grpFill/>
                <a:ln w="7704" cap="flat">
                  <a:noFill/>
                  <a:prstDash val="solid"/>
                  <a:miter/>
                </a:ln>
              </p:spPr>
              <p:txBody>
                <a:bodyPr rtlCol="0" anchor="ctr"/>
                <a:lstStyle/>
                <a:p>
                  <a:endParaRPr lang="en-US" dirty="0">
                    <a:solidFill>
                      <a:srgbClr val="C00000"/>
                    </a:solidFill>
                    <a:latin typeface="Times New Roman" panose="02020603050405020304" pitchFamily="18" charset="0"/>
                    <a:cs typeface="Times New Roman" pitchFamily="18" charset="0"/>
                  </a:endParaRPr>
                </a:p>
              </p:txBody>
            </p:sp>
            <p:sp>
              <p:nvSpPr>
                <p:cNvPr id="35" name="Freeform: Shape 34">
                  <a:extLst>
                    <a:ext uri="{FF2B5EF4-FFF2-40B4-BE49-F238E27FC236}">
                      <a16:creationId xmlns:a16="http://schemas.microsoft.com/office/drawing/2014/main" id="{C6F21A28-C5C3-423E-816C-EFF154B420AF}"/>
                    </a:ext>
                  </a:extLst>
                </p:cNvPr>
                <p:cNvSpPr/>
                <p:nvPr/>
              </p:nvSpPr>
              <p:spPr>
                <a:xfrm>
                  <a:off x="5123269" y="2926994"/>
                  <a:ext cx="72212" cy="2394576"/>
                </a:xfrm>
                <a:custGeom>
                  <a:avLst/>
                  <a:gdLst>
                    <a:gd name="connsiteX0" fmla="*/ 0 w 192640"/>
                    <a:gd name="connsiteY0" fmla="*/ 6392581 h 6387957"/>
                    <a:gd name="connsiteX1" fmla="*/ 0 w 192640"/>
                    <a:gd name="connsiteY1" fmla="*/ 0 h 6387957"/>
                    <a:gd name="connsiteX2" fmla="*/ 198805 w 192640"/>
                    <a:gd name="connsiteY2" fmla="*/ 0 h 6387957"/>
                    <a:gd name="connsiteX3" fmla="*/ 198805 w 192640"/>
                    <a:gd name="connsiteY3" fmla="*/ 6392581 h 6387957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</a:cxnLst>
                  <a:rect l="l" t="t" r="r" b="b"/>
                  <a:pathLst>
                    <a:path w="192640" h="6387957">
                      <a:moveTo>
                        <a:pt x="0" y="6392581"/>
                      </a:moveTo>
                      <a:cubicBezTo>
                        <a:pt x="0" y="4261207"/>
                        <a:pt x="0" y="2132145"/>
                        <a:pt x="0" y="0"/>
                      </a:cubicBezTo>
                      <a:cubicBezTo>
                        <a:pt x="67039" y="0"/>
                        <a:pt x="131766" y="0"/>
                        <a:pt x="198805" y="0"/>
                      </a:cubicBezTo>
                      <a:cubicBezTo>
                        <a:pt x="198805" y="2130603"/>
                        <a:pt x="198805" y="4259666"/>
                        <a:pt x="198805" y="6392581"/>
                      </a:cubicBezTo>
                    </a:path>
                  </a:pathLst>
                </a:custGeom>
                <a:grpFill/>
                <a:ln w="7704" cap="flat">
                  <a:noFill/>
                  <a:prstDash val="solid"/>
                  <a:miter/>
                </a:ln>
              </p:spPr>
              <p:txBody>
                <a:bodyPr rtlCol="0" anchor="ctr"/>
                <a:lstStyle/>
                <a:p>
                  <a:endParaRPr lang="en-US" dirty="0">
                    <a:solidFill>
                      <a:srgbClr val="C00000"/>
                    </a:solidFill>
                    <a:latin typeface="Times New Roman" panose="02020603050405020304" pitchFamily="18" charset="0"/>
                    <a:cs typeface="Times New Roman" pitchFamily="18" charset="0"/>
                  </a:endParaRPr>
                </a:p>
              </p:txBody>
            </p:sp>
            <p:sp>
              <p:nvSpPr>
                <p:cNvPr id="36" name="Freeform: Shape 35">
                  <a:extLst>
                    <a:ext uri="{FF2B5EF4-FFF2-40B4-BE49-F238E27FC236}">
                      <a16:creationId xmlns:a16="http://schemas.microsoft.com/office/drawing/2014/main" id="{CD2D5180-3504-4AF5-A04B-07F487071B22}"/>
                    </a:ext>
                  </a:extLst>
                </p:cNvPr>
                <p:cNvSpPr/>
                <p:nvPr/>
              </p:nvSpPr>
              <p:spPr>
                <a:xfrm>
                  <a:off x="5611343" y="2927282"/>
                  <a:ext cx="72212" cy="2394576"/>
                </a:xfrm>
                <a:custGeom>
                  <a:avLst/>
                  <a:gdLst>
                    <a:gd name="connsiteX0" fmla="*/ 0 w 192640"/>
                    <a:gd name="connsiteY0" fmla="*/ 6392581 h 6387957"/>
                    <a:gd name="connsiteX1" fmla="*/ 0 w 192640"/>
                    <a:gd name="connsiteY1" fmla="*/ 0 h 6387957"/>
                    <a:gd name="connsiteX2" fmla="*/ 198805 w 192640"/>
                    <a:gd name="connsiteY2" fmla="*/ 0 h 6387957"/>
                    <a:gd name="connsiteX3" fmla="*/ 198805 w 192640"/>
                    <a:gd name="connsiteY3" fmla="*/ 6392581 h 6387957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</a:cxnLst>
                  <a:rect l="l" t="t" r="r" b="b"/>
                  <a:pathLst>
                    <a:path w="192640" h="6387957">
                      <a:moveTo>
                        <a:pt x="0" y="6392581"/>
                      </a:moveTo>
                      <a:cubicBezTo>
                        <a:pt x="0" y="4261207"/>
                        <a:pt x="0" y="2132145"/>
                        <a:pt x="0" y="0"/>
                      </a:cubicBezTo>
                      <a:cubicBezTo>
                        <a:pt x="66268" y="0"/>
                        <a:pt x="131766" y="0"/>
                        <a:pt x="198805" y="0"/>
                      </a:cubicBezTo>
                      <a:cubicBezTo>
                        <a:pt x="198805" y="2131374"/>
                        <a:pt x="198805" y="4261207"/>
                        <a:pt x="198805" y="6392581"/>
                      </a:cubicBezTo>
                    </a:path>
                  </a:pathLst>
                </a:custGeom>
                <a:grpFill/>
                <a:ln w="7704" cap="flat">
                  <a:noFill/>
                  <a:prstDash val="solid"/>
                  <a:miter/>
                </a:ln>
              </p:spPr>
              <p:txBody>
                <a:bodyPr rtlCol="0" anchor="ctr"/>
                <a:lstStyle/>
                <a:p>
                  <a:endParaRPr lang="en-US" dirty="0">
                    <a:solidFill>
                      <a:srgbClr val="C00000"/>
                    </a:solidFill>
                    <a:latin typeface="Times New Roman" panose="02020603050405020304" pitchFamily="18" charset="0"/>
                    <a:cs typeface="Times New Roman" pitchFamily="18" charset="0"/>
                  </a:endParaRPr>
                </a:p>
              </p:txBody>
            </p:sp>
            <p:sp>
              <p:nvSpPr>
                <p:cNvPr id="37" name="Freeform: Shape 36">
                  <a:extLst>
                    <a:ext uri="{FF2B5EF4-FFF2-40B4-BE49-F238E27FC236}">
                      <a16:creationId xmlns:a16="http://schemas.microsoft.com/office/drawing/2014/main" id="{6078D920-7771-4459-9280-C4992F522CBA}"/>
                    </a:ext>
                  </a:extLst>
                </p:cNvPr>
                <p:cNvSpPr/>
                <p:nvPr/>
              </p:nvSpPr>
              <p:spPr>
                <a:xfrm>
                  <a:off x="5407259" y="2926994"/>
                  <a:ext cx="37550" cy="2394576"/>
                </a:xfrm>
                <a:custGeom>
                  <a:avLst/>
                  <a:gdLst>
                    <a:gd name="connsiteX0" fmla="*/ 0 w 100173"/>
                    <a:gd name="connsiteY0" fmla="*/ 6392581 h 6387957"/>
                    <a:gd name="connsiteX1" fmla="*/ 0 w 100173"/>
                    <a:gd name="connsiteY1" fmla="*/ 0 h 6387957"/>
                    <a:gd name="connsiteX2" fmla="*/ 103255 w 100173"/>
                    <a:gd name="connsiteY2" fmla="*/ 0 h 6387957"/>
                    <a:gd name="connsiteX3" fmla="*/ 103255 w 100173"/>
                    <a:gd name="connsiteY3" fmla="*/ 6392581 h 6387957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</a:cxnLst>
                  <a:rect l="l" t="t" r="r" b="b"/>
                  <a:pathLst>
                    <a:path w="100173" h="6387957">
                      <a:moveTo>
                        <a:pt x="0" y="6392581"/>
                      </a:moveTo>
                      <a:cubicBezTo>
                        <a:pt x="0" y="4261978"/>
                        <a:pt x="0" y="2132145"/>
                        <a:pt x="0" y="0"/>
                      </a:cubicBezTo>
                      <a:cubicBezTo>
                        <a:pt x="34675" y="0"/>
                        <a:pt x="67810" y="0"/>
                        <a:pt x="103255" y="0"/>
                      </a:cubicBezTo>
                      <a:cubicBezTo>
                        <a:pt x="103255" y="2130603"/>
                        <a:pt x="103255" y="4259666"/>
                        <a:pt x="103255" y="6392581"/>
                      </a:cubicBezTo>
                    </a:path>
                  </a:pathLst>
                </a:custGeom>
                <a:grpFill/>
                <a:ln w="7704" cap="flat">
                  <a:noFill/>
                  <a:prstDash val="solid"/>
                  <a:miter/>
                </a:ln>
              </p:spPr>
              <p:txBody>
                <a:bodyPr rtlCol="0" anchor="ctr"/>
                <a:lstStyle/>
                <a:p>
                  <a:endParaRPr lang="en-US" dirty="0">
                    <a:solidFill>
                      <a:srgbClr val="C00000"/>
                    </a:solidFill>
                    <a:latin typeface="Times New Roman" panose="02020603050405020304" pitchFamily="18" charset="0"/>
                    <a:cs typeface="Times New Roman" pitchFamily="18" charset="0"/>
                  </a:endParaRPr>
                </a:p>
              </p:txBody>
            </p:sp>
            <p:sp>
              <p:nvSpPr>
                <p:cNvPr id="38" name="Freeform: Shape 37">
                  <a:extLst>
                    <a:ext uri="{FF2B5EF4-FFF2-40B4-BE49-F238E27FC236}">
                      <a16:creationId xmlns:a16="http://schemas.microsoft.com/office/drawing/2014/main" id="{C3F5AF82-D5F9-4252-B824-36671DB16639}"/>
                    </a:ext>
                  </a:extLst>
                </p:cNvPr>
                <p:cNvSpPr/>
                <p:nvPr/>
              </p:nvSpPr>
              <p:spPr>
                <a:xfrm>
                  <a:off x="5470252" y="2926994"/>
                  <a:ext cx="37550" cy="2394576"/>
                </a:xfrm>
                <a:custGeom>
                  <a:avLst/>
                  <a:gdLst>
                    <a:gd name="connsiteX0" fmla="*/ 0 w 100173"/>
                    <a:gd name="connsiteY0" fmla="*/ 6392581 h 6387957"/>
                    <a:gd name="connsiteX1" fmla="*/ 0 w 100173"/>
                    <a:gd name="connsiteY1" fmla="*/ 0 h 6387957"/>
                    <a:gd name="connsiteX2" fmla="*/ 103255 w 100173"/>
                    <a:gd name="connsiteY2" fmla="*/ 0 h 6387957"/>
                    <a:gd name="connsiteX3" fmla="*/ 103255 w 100173"/>
                    <a:gd name="connsiteY3" fmla="*/ 6392581 h 6387957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</a:cxnLst>
                  <a:rect l="l" t="t" r="r" b="b"/>
                  <a:pathLst>
                    <a:path w="100173" h="6387957">
                      <a:moveTo>
                        <a:pt x="0" y="6392581"/>
                      </a:moveTo>
                      <a:cubicBezTo>
                        <a:pt x="0" y="4261978"/>
                        <a:pt x="0" y="2132145"/>
                        <a:pt x="0" y="0"/>
                      </a:cubicBezTo>
                      <a:cubicBezTo>
                        <a:pt x="34675" y="0"/>
                        <a:pt x="67809" y="0"/>
                        <a:pt x="103255" y="0"/>
                      </a:cubicBezTo>
                      <a:cubicBezTo>
                        <a:pt x="103255" y="2130603"/>
                        <a:pt x="103255" y="4259666"/>
                        <a:pt x="103255" y="6392581"/>
                      </a:cubicBezTo>
                    </a:path>
                  </a:pathLst>
                </a:custGeom>
                <a:grpFill/>
                <a:ln w="7704" cap="flat">
                  <a:noFill/>
                  <a:prstDash val="solid"/>
                  <a:miter/>
                </a:ln>
              </p:spPr>
              <p:txBody>
                <a:bodyPr rtlCol="0" anchor="ctr"/>
                <a:lstStyle/>
                <a:p>
                  <a:endParaRPr lang="en-US" dirty="0">
                    <a:solidFill>
                      <a:srgbClr val="C00000"/>
                    </a:solidFill>
                    <a:latin typeface="Times New Roman" panose="02020603050405020304" pitchFamily="18" charset="0"/>
                    <a:cs typeface="Times New Roman" pitchFamily="18" charset="0"/>
                  </a:endParaRPr>
                </a:p>
              </p:txBody>
            </p:sp>
            <p:sp>
              <p:nvSpPr>
                <p:cNvPr id="39" name="Freeform: Shape 38">
                  <a:extLst>
                    <a:ext uri="{FF2B5EF4-FFF2-40B4-BE49-F238E27FC236}">
                      <a16:creationId xmlns:a16="http://schemas.microsoft.com/office/drawing/2014/main" id="{608790BC-CF74-4127-A790-27CC4E8D7766}"/>
                    </a:ext>
                  </a:extLst>
                </p:cNvPr>
                <p:cNvSpPr/>
                <p:nvPr/>
              </p:nvSpPr>
              <p:spPr>
                <a:xfrm>
                  <a:off x="5533244" y="2926127"/>
                  <a:ext cx="37550" cy="2394576"/>
                </a:xfrm>
                <a:custGeom>
                  <a:avLst/>
                  <a:gdLst>
                    <a:gd name="connsiteX0" fmla="*/ 0 w 100173"/>
                    <a:gd name="connsiteY0" fmla="*/ 6392581 h 6387957"/>
                    <a:gd name="connsiteX1" fmla="*/ 0 w 100173"/>
                    <a:gd name="connsiteY1" fmla="*/ 0 h 6387957"/>
                    <a:gd name="connsiteX2" fmla="*/ 103255 w 100173"/>
                    <a:gd name="connsiteY2" fmla="*/ 0 h 6387957"/>
                    <a:gd name="connsiteX3" fmla="*/ 103255 w 100173"/>
                    <a:gd name="connsiteY3" fmla="*/ 6392581 h 6387957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</a:cxnLst>
                  <a:rect l="l" t="t" r="r" b="b"/>
                  <a:pathLst>
                    <a:path w="100173" h="6387957">
                      <a:moveTo>
                        <a:pt x="0" y="6392581"/>
                      </a:moveTo>
                      <a:cubicBezTo>
                        <a:pt x="0" y="4261978"/>
                        <a:pt x="0" y="2132145"/>
                        <a:pt x="0" y="0"/>
                      </a:cubicBezTo>
                      <a:cubicBezTo>
                        <a:pt x="34675" y="0"/>
                        <a:pt x="67809" y="0"/>
                        <a:pt x="103255" y="0"/>
                      </a:cubicBezTo>
                      <a:cubicBezTo>
                        <a:pt x="103255" y="2130603"/>
                        <a:pt x="103255" y="4259666"/>
                        <a:pt x="103255" y="6392581"/>
                      </a:cubicBezTo>
                    </a:path>
                  </a:pathLst>
                </a:custGeom>
                <a:grpFill/>
                <a:ln w="7704" cap="flat">
                  <a:noFill/>
                  <a:prstDash val="solid"/>
                  <a:miter/>
                </a:ln>
              </p:spPr>
              <p:txBody>
                <a:bodyPr rtlCol="0" anchor="ctr"/>
                <a:lstStyle/>
                <a:p>
                  <a:endParaRPr lang="en-US" dirty="0">
                    <a:solidFill>
                      <a:srgbClr val="C00000"/>
                    </a:solidFill>
                    <a:latin typeface="Times New Roman" panose="02020603050405020304" pitchFamily="18" charset="0"/>
                    <a:cs typeface="Times New Roman" pitchFamily="18" charset="0"/>
                  </a:endParaRPr>
                </a:p>
              </p:txBody>
            </p:sp>
          </p:grpSp>
        </p:grpSp>
        <p:grpSp>
          <p:nvGrpSpPr>
            <p:cNvPr id="40" name="Group 39">
              <a:extLst>
                <a:ext uri="{FF2B5EF4-FFF2-40B4-BE49-F238E27FC236}">
                  <a16:creationId xmlns:a16="http://schemas.microsoft.com/office/drawing/2014/main" id="{79445F8C-1794-4081-97F9-DDCDE8889481}"/>
                </a:ext>
              </a:extLst>
            </p:cNvPr>
            <p:cNvGrpSpPr/>
            <p:nvPr/>
          </p:nvGrpSpPr>
          <p:grpSpPr>
            <a:xfrm>
              <a:off x="166248" y="6490548"/>
              <a:ext cx="4247655" cy="273466"/>
              <a:chOff x="4366684" y="2926127"/>
              <a:chExt cx="3278335" cy="2571063"/>
            </a:xfrm>
          </p:grpSpPr>
          <p:sp>
            <p:nvSpPr>
              <p:cNvPr id="41" name="Freeform: Shape 4">
                <a:extLst>
                  <a:ext uri="{FF2B5EF4-FFF2-40B4-BE49-F238E27FC236}">
                    <a16:creationId xmlns:a16="http://schemas.microsoft.com/office/drawing/2014/main" id="{74D575C7-16A7-4D8B-BCCC-3A2CC2EAF554}"/>
                  </a:ext>
                </a:extLst>
              </p:cNvPr>
              <p:cNvSpPr/>
              <p:nvPr/>
            </p:nvSpPr>
            <p:spPr>
              <a:xfrm>
                <a:off x="4744501" y="2926994"/>
                <a:ext cx="72212" cy="2394576"/>
              </a:xfrm>
              <a:custGeom>
                <a:avLst/>
                <a:gdLst>
                  <a:gd name="connsiteX0" fmla="*/ 0 w 192640"/>
                  <a:gd name="connsiteY0" fmla="*/ 6393351 h 6387957"/>
                  <a:gd name="connsiteX1" fmla="*/ 0 w 192640"/>
                  <a:gd name="connsiteY1" fmla="*/ 0 h 6387957"/>
                  <a:gd name="connsiteX2" fmla="*/ 198034 w 192640"/>
                  <a:gd name="connsiteY2" fmla="*/ 0 h 6387957"/>
                  <a:gd name="connsiteX3" fmla="*/ 198034 w 192640"/>
                  <a:gd name="connsiteY3" fmla="*/ 6393351 h 6387957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</a:cxnLst>
                <a:rect l="l" t="t" r="r" b="b"/>
                <a:pathLst>
                  <a:path w="192640" h="6387957">
                    <a:moveTo>
                      <a:pt x="0" y="6393351"/>
                    </a:moveTo>
                    <a:cubicBezTo>
                      <a:pt x="0" y="4261207"/>
                      <a:pt x="0" y="2132145"/>
                      <a:pt x="0" y="0"/>
                    </a:cubicBezTo>
                    <a:cubicBezTo>
                      <a:pt x="67039" y="0"/>
                      <a:pt x="131766" y="0"/>
                      <a:pt x="198034" y="0"/>
                    </a:cubicBezTo>
                    <a:cubicBezTo>
                      <a:pt x="198034" y="2132145"/>
                      <a:pt x="198034" y="4261207"/>
                      <a:pt x="198034" y="6393351"/>
                    </a:cubicBezTo>
                  </a:path>
                </a:pathLst>
              </a:custGeom>
              <a:solidFill>
                <a:schemeClr val="accent5"/>
              </a:solidFill>
              <a:ln w="7704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US" dirty="0">
                  <a:latin typeface="Times New Roman" panose="02020603050405020304" pitchFamily="18" charset="0"/>
                  <a:cs typeface="Times New Roman" pitchFamily="18" charset="0"/>
                </a:endParaRPr>
              </a:p>
            </p:txBody>
          </p:sp>
          <p:sp>
            <p:nvSpPr>
              <p:cNvPr id="42" name="Freeform: Shape 5">
                <a:extLst>
                  <a:ext uri="{FF2B5EF4-FFF2-40B4-BE49-F238E27FC236}">
                    <a16:creationId xmlns:a16="http://schemas.microsoft.com/office/drawing/2014/main" id="{F6284352-7A7E-48DA-8B26-7B51CCB5A721}"/>
                  </a:ext>
                </a:extLst>
              </p:cNvPr>
              <p:cNvSpPr/>
              <p:nvPr/>
            </p:nvSpPr>
            <p:spPr>
              <a:xfrm>
                <a:off x="4676621" y="2926994"/>
                <a:ext cx="37550" cy="2394576"/>
              </a:xfrm>
              <a:custGeom>
                <a:avLst/>
                <a:gdLst>
                  <a:gd name="connsiteX0" fmla="*/ 0 w 100173"/>
                  <a:gd name="connsiteY0" fmla="*/ 6392581 h 6387957"/>
                  <a:gd name="connsiteX1" fmla="*/ 0 w 100173"/>
                  <a:gd name="connsiteY1" fmla="*/ 0 h 6387957"/>
                  <a:gd name="connsiteX2" fmla="*/ 103255 w 100173"/>
                  <a:gd name="connsiteY2" fmla="*/ 0 h 6387957"/>
                  <a:gd name="connsiteX3" fmla="*/ 103255 w 100173"/>
                  <a:gd name="connsiteY3" fmla="*/ 6392581 h 6387957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</a:cxnLst>
                <a:rect l="l" t="t" r="r" b="b"/>
                <a:pathLst>
                  <a:path w="100173" h="6387957">
                    <a:moveTo>
                      <a:pt x="0" y="6392581"/>
                    </a:moveTo>
                    <a:cubicBezTo>
                      <a:pt x="0" y="4261207"/>
                      <a:pt x="0" y="2131374"/>
                      <a:pt x="0" y="0"/>
                    </a:cubicBezTo>
                    <a:cubicBezTo>
                      <a:pt x="34675" y="0"/>
                      <a:pt x="67809" y="0"/>
                      <a:pt x="103255" y="0"/>
                    </a:cubicBezTo>
                    <a:cubicBezTo>
                      <a:pt x="103255" y="2130603"/>
                      <a:pt x="103255" y="4260437"/>
                      <a:pt x="103255" y="6392581"/>
                    </a:cubicBezTo>
                  </a:path>
                </a:pathLst>
              </a:custGeom>
              <a:solidFill>
                <a:schemeClr val="accent5"/>
              </a:solidFill>
              <a:ln w="7704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US" dirty="0">
                  <a:latin typeface="Times New Roman" panose="02020603050405020304" pitchFamily="18" charset="0"/>
                  <a:cs typeface="Times New Roman" pitchFamily="18" charset="0"/>
                </a:endParaRPr>
              </a:p>
            </p:txBody>
          </p:sp>
          <p:sp>
            <p:nvSpPr>
              <p:cNvPr id="43" name="Freeform: Shape 6">
                <a:extLst>
                  <a:ext uri="{FF2B5EF4-FFF2-40B4-BE49-F238E27FC236}">
                    <a16:creationId xmlns:a16="http://schemas.microsoft.com/office/drawing/2014/main" id="{8AB1A5A0-486E-4510-BCA8-845A3DA94D58}"/>
                  </a:ext>
                </a:extLst>
              </p:cNvPr>
              <p:cNvSpPr/>
              <p:nvPr/>
            </p:nvSpPr>
            <p:spPr>
              <a:xfrm>
                <a:off x="5706626" y="2927282"/>
                <a:ext cx="109764" cy="2394576"/>
              </a:xfrm>
              <a:custGeom>
                <a:avLst/>
                <a:gdLst>
                  <a:gd name="connsiteX0" fmla="*/ 0 w 292813"/>
                  <a:gd name="connsiteY0" fmla="*/ 6392581 h 6387957"/>
                  <a:gd name="connsiteX1" fmla="*/ 0 w 292813"/>
                  <a:gd name="connsiteY1" fmla="*/ 0 h 6387957"/>
                  <a:gd name="connsiteX2" fmla="*/ 295125 w 292813"/>
                  <a:gd name="connsiteY2" fmla="*/ 0 h 6387957"/>
                  <a:gd name="connsiteX3" fmla="*/ 295125 w 292813"/>
                  <a:gd name="connsiteY3" fmla="*/ 6392581 h 6387957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</a:cxnLst>
                <a:rect l="l" t="t" r="r" b="b"/>
                <a:pathLst>
                  <a:path w="292813" h="6387957">
                    <a:moveTo>
                      <a:pt x="0" y="6392581"/>
                    </a:moveTo>
                    <a:cubicBezTo>
                      <a:pt x="0" y="4261978"/>
                      <a:pt x="0" y="2132145"/>
                      <a:pt x="0" y="0"/>
                    </a:cubicBezTo>
                    <a:cubicBezTo>
                      <a:pt x="97091" y="0"/>
                      <a:pt x="194952" y="0"/>
                      <a:pt x="295125" y="0"/>
                    </a:cubicBezTo>
                    <a:cubicBezTo>
                      <a:pt x="295125" y="2130603"/>
                      <a:pt x="295125" y="4259666"/>
                      <a:pt x="295125" y="6392581"/>
                    </a:cubicBezTo>
                  </a:path>
                </a:pathLst>
              </a:custGeom>
              <a:solidFill>
                <a:schemeClr val="accent2"/>
              </a:solidFill>
              <a:ln w="7704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US" dirty="0">
                  <a:latin typeface="Times New Roman" panose="02020603050405020304" pitchFamily="18" charset="0"/>
                  <a:cs typeface="Times New Roman" pitchFamily="18" charset="0"/>
                </a:endParaRPr>
              </a:p>
            </p:txBody>
          </p:sp>
          <p:sp>
            <p:nvSpPr>
              <p:cNvPr id="44" name="Freeform: Shape 7">
                <a:extLst>
                  <a:ext uri="{FF2B5EF4-FFF2-40B4-BE49-F238E27FC236}">
                    <a16:creationId xmlns:a16="http://schemas.microsoft.com/office/drawing/2014/main" id="{D81590AB-AD28-44BD-8461-22FE3E26E6E0}"/>
                  </a:ext>
                </a:extLst>
              </p:cNvPr>
              <p:cNvSpPr/>
              <p:nvPr/>
            </p:nvSpPr>
            <p:spPr>
              <a:xfrm>
                <a:off x="5022376" y="2926994"/>
                <a:ext cx="75101" cy="2394576"/>
              </a:xfrm>
              <a:custGeom>
                <a:avLst/>
                <a:gdLst>
                  <a:gd name="connsiteX0" fmla="*/ 0 w 200346"/>
                  <a:gd name="connsiteY0" fmla="*/ 6392581 h 6387957"/>
                  <a:gd name="connsiteX1" fmla="*/ 0 w 200346"/>
                  <a:gd name="connsiteY1" fmla="*/ 0 h 6387957"/>
                  <a:gd name="connsiteX2" fmla="*/ 201117 w 200346"/>
                  <a:gd name="connsiteY2" fmla="*/ 0 h 6387957"/>
                  <a:gd name="connsiteX3" fmla="*/ 201117 w 200346"/>
                  <a:gd name="connsiteY3" fmla="*/ 6392581 h 6387957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</a:cxnLst>
                <a:rect l="l" t="t" r="r" b="b"/>
                <a:pathLst>
                  <a:path w="200346" h="6387957">
                    <a:moveTo>
                      <a:pt x="0" y="6392581"/>
                    </a:moveTo>
                    <a:cubicBezTo>
                      <a:pt x="0" y="4261207"/>
                      <a:pt x="0" y="2132145"/>
                      <a:pt x="0" y="0"/>
                    </a:cubicBezTo>
                    <a:cubicBezTo>
                      <a:pt x="67039" y="0"/>
                      <a:pt x="133307" y="0"/>
                      <a:pt x="201117" y="0"/>
                    </a:cubicBezTo>
                    <a:cubicBezTo>
                      <a:pt x="201117" y="2131374"/>
                      <a:pt x="201117" y="4260437"/>
                      <a:pt x="201117" y="6392581"/>
                    </a:cubicBezTo>
                  </a:path>
                </a:pathLst>
              </a:custGeom>
              <a:solidFill>
                <a:schemeClr val="accent4"/>
              </a:solidFill>
              <a:ln w="7704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US" dirty="0">
                  <a:latin typeface="Times New Roman" panose="02020603050405020304" pitchFamily="18" charset="0"/>
                  <a:cs typeface="Times New Roman" pitchFamily="18" charset="0"/>
                </a:endParaRPr>
              </a:p>
            </p:txBody>
          </p:sp>
          <p:sp>
            <p:nvSpPr>
              <p:cNvPr id="45" name="Freeform: Shape 8">
                <a:extLst>
                  <a:ext uri="{FF2B5EF4-FFF2-40B4-BE49-F238E27FC236}">
                    <a16:creationId xmlns:a16="http://schemas.microsoft.com/office/drawing/2014/main" id="{C3640730-A67E-4C43-A7C2-B4C32BF965C4}"/>
                  </a:ext>
                </a:extLst>
              </p:cNvPr>
              <p:cNvSpPr/>
              <p:nvPr/>
            </p:nvSpPr>
            <p:spPr>
              <a:xfrm>
                <a:off x="4877829" y="2926994"/>
                <a:ext cx="72212" cy="2394576"/>
              </a:xfrm>
              <a:custGeom>
                <a:avLst/>
                <a:gdLst>
                  <a:gd name="connsiteX0" fmla="*/ 0 w 192640"/>
                  <a:gd name="connsiteY0" fmla="*/ 6392581 h 6387957"/>
                  <a:gd name="connsiteX1" fmla="*/ 0 w 192640"/>
                  <a:gd name="connsiteY1" fmla="*/ 0 h 6387957"/>
                  <a:gd name="connsiteX2" fmla="*/ 198805 w 192640"/>
                  <a:gd name="connsiteY2" fmla="*/ 0 h 6387957"/>
                  <a:gd name="connsiteX3" fmla="*/ 198805 w 192640"/>
                  <a:gd name="connsiteY3" fmla="*/ 6392581 h 6387957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</a:cxnLst>
                <a:rect l="l" t="t" r="r" b="b"/>
                <a:pathLst>
                  <a:path w="192640" h="6387957">
                    <a:moveTo>
                      <a:pt x="0" y="6392581"/>
                    </a:moveTo>
                    <a:cubicBezTo>
                      <a:pt x="0" y="4261207"/>
                      <a:pt x="0" y="2131374"/>
                      <a:pt x="0" y="0"/>
                    </a:cubicBezTo>
                    <a:cubicBezTo>
                      <a:pt x="67039" y="0"/>
                      <a:pt x="131766" y="0"/>
                      <a:pt x="198805" y="0"/>
                    </a:cubicBezTo>
                    <a:cubicBezTo>
                      <a:pt x="198805" y="2130603"/>
                      <a:pt x="198805" y="4260437"/>
                      <a:pt x="198805" y="6392581"/>
                    </a:cubicBezTo>
                  </a:path>
                </a:pathLst>
              </a:custGeom>
              <a:solidFill>
                <a:schemeClr val="accent4"/>
              </a:solidFill>
              <a:ln w="7704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US" dirty="0">
                  <a:latin typeface="Times New Roman" panose="02020603050405020304" pitchFamily="18" charset="0"/>
                  <a:cs typeface="Times New Roman" pitchFamily="18" charset="0"/>
                </a:endParaRPr>
              </a:p>
            </p:txBody>
          </p:sp>
          <p:sp>
            <p:nvSpPr>
              <p:cNvPr id="46" name="Freeform: Shape 9">
                <a:extLst>
                  <a:ext uri="{FF2B5EF4-FFF2-40B4-BE49-F238E27FC236}">
                    <a16:creationId xmlns:a16="http://schemas.microsoft.com/office/drawing/2014/main" id="{8F91D3B5-0631-4E10-8E8F-A90BDB6CEF8C}"/>
                  </a:ext>
                </a:extLst>
              </p:cNvPr>
              <p:cNvSpPr/>
              <p:nvPr/>
            </p:nvSpPr>
            <p:spPr>
              <a:xfrm>
                <a:off x="4559765" y="2926994"/>
                <a:ext cx="72212" cy="2394576"/>
              </a:xfrm>
              <a:custGeom>
                <a:avLst/>
                <a:gdLst>
                  <a:gd name="connsiteX0" fmla="*/ 0 w 192640"/>
                  <a:gd name="connsiteY0" fmla="*/ 6393351 h 6387957"/>
                  <a:gd name="connsiteX1" fmla="*/ 0 w 192640"/>
                  <a:gd name="connsiteY1" fmla="*/ 0 h 6387957"/>
                  <a:gd name="connsiteX2" fmla="*/ 198034 w 192640"/>
                  <a:gd name="connsiteY2" fmla="*/ 0 h 6387957"/>
                  <a:gd name="connsiteX3" fmla="*/ 198034 w 192640"/>
                  <a:gd name="connsiteY3" fmla="*/ 6393351 h 6387957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</a:cxnLst>
                <a:rect l="l" t="t" r="r" b="b"/>
                <a:pathLst>
                  <a:path w="192640" h="6387957">
                    <a:moveTo>
                      <a:pt x="0" y="6393351"/>
                    </a:moveTo>
                    <a:cubicBezTo>
                      <a:pt x="0" y="4261207"/>
                      <a:pt x="0" y="2132145"/>
                      <a:pt x="0" y="0"/>
                    </a:cubicBezTo>
                    <a:cubicBezTo>
                      <a:pt x="67039" y="0"/>
                      <a:pt x="131766" y="0"/>
                      <a:pt x="198034" y="0"/>
                    </a:cubicBezTo>
                    <a:cubicBezTo>
                      <a:pt x="198034" y="2132145"/>
                      <a:pt x="198034" y="4261207"/>
                      <a:pt x="198034" y="6393351"/>
                    </a:cubicBezTo>
                  </a:path>
                </a:pathLst>
              </a:custGeom>
              <a:solidFill>
                <a:schemeClr val="accent6"/>
              </a:solidFill>
              <a:ln w="7704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US" dirty="0">
                  <a:latin typeface="Times New Roman" panose="02020603050405020304" pitchFamily="18" charset="0"/>
                  <a:cs typeface="Times New Roman" pitchFamily="18" charset="0"/>
                </a:endParaRPr>
              </a:p>
            </p:txBody>
          </p:sp>
          <p:sp>
            <p:nvSpPr>
              <p:cNvPr id="47" name="Freeform: Shape 10">
                <a:extLst>
                  <a:ext uri="{FF2B5EF4-FFF2-40B4-BE49-F238E27FC236}">
                    <a16:creationId xmlns:a16="http://schemas.microsoft.com/office/drawing/2014/main" id="{9833ED5E-247A-4AFE-956E-D90EE783EDB3}"/>
                  </a:ext>
                </a:extLst>
              </p:cNvPr>
              <p:cNvSpPr/>
              <p:nvPr/>
            </p:nvSpPr>
            <p:spPr>
              <a:xfrm>
                <a:off x="4433987" y="2926705"/>
                <a:ext cx="37550" cy="2567886"/>
              </a:xfrm>
              <a:custGeom>
                <a:avLst/>
                <a:gdLst>
                  <a:gd name="connsiteX0" fmla="*/ 0 w 100173"/>
                  <a:gd name="connsiteY0" fmla="*/ 6854918 h 6850294"/>
                  <a:gd name="connsiteX1" fmla="*/ 0 w 100173"/>
                  <a:gd name="connsiteY1" fmla="*/ 0 h 6850294"/>
                  <a:gd name="connsiteX2" fmla="*/ 103255 w 100173"/>
                  <a:gd name="connsiteY2" fmla="*/ 0 h 6850294"/>
                  <a:gd name="connsiteX3" fmla="*/ 103255 w 100173"/>
                  <a:gd name="connsiteY3" fmla="*/ 6854918 h 6850294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</a:cxnLst>
                <a:rect l="l" t="t" r="r" b="b"/>
                <a:pathLst>
                  <a:path w="100173" h="6850294">
                    <a:moveTo>
                      <a:pt x="0" y="6854918"/>
                    </a:moveTo>
                    <a:cubicBezTo>
                      <a:pt x="0" y="4570202"/>
                      <a:pt x="0" y="2286257"/>
                      <a:pt x="0" y="0"/>
                    </a:cubicBezTo>
                    <a:cubicBezTo>
                      <a:pt x="34675" y="0"/>
                      <a:pt x="67809" y="0"/>
                      <a:pt x="103255" y="0"/>
                    </a:cubicBezTo>
                    <a:cubicBezTo>
                      <a:pt x="103255" y="2284716"/>
                      <a:pt x="103255" y="4567891"/>
                      <a:pt x="103255" y="6854918"/>
                    </a:cubicBezTo>
                  </a:path>
                </a:pathLst>
              </a:custGeom>
              <a:solidFill>
                <a:schemeClr val="accent6"/>
              </a:solidFill>
              <a:ln w="7704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US" dirty="0">
                  <a:latin typeface="Times New Roman" panose="02020603050405020304" pitchFamily="18" charset="0"/>
                  <a:cs typeface="Times New Roman" pitchFamily="18" charset="0"/>
                </a:endParaRPr>
              </a:p>
            </p:txBody>
          </p:sp>
          <p:sp>
            <p:nvSpPr>
              <p:cNvPr id="48" name="Freeform: Shape 11">
                <a:extLst>
                  <a:ext uri="{FF2B5EF4-FFF2-40B4-BE49-F238E27FC236}">
                    <a16:creationId xmlns:a16="http://schemas.microsoft.com/office/drawing/2014/main" id="{E5EC525C-3908-4545-B9F0-C982F2420877}"/>
                  </a:ext>
                </a:extLst>
              </p:cNvPr>
              <p:cNvSpPr/>
              <p:nvPr/>
            </p:nvSpPr>
            <p:spPr>
              <a:xfrm>
                <a:off x="4366684" y="2927282"/>
                <a:ext cx="37550" cy="2567886"/>
              </a:xfrm>
              <a:custGeom>
                <a:avLst/>
                <a:gdLst>
                  <a:gd name="connsiteX0" fmla="*/ 0 w 100173"/>
                  <a:gd name="connsiteY0" fmla="*/ 6854148 h 6850294"/>
                  <a:gd name="connsiteX1" fmla="*/ 0 w 100173"/>
                  <a:gd name="connsiteY1" fmla="*/ 0 h 6850294"/>
                  <a:gd name="connsiteX2" fmla="*/ 103255 w 100173"/>
                  <a:gd name="connsiteY2" fmla="*/ 0 h 6850294"/>
                  <a:gd name="connsiteX3" fmla="*/ 103255 w 100173"/>
                  <a:gd name="connsiteY3" fmla="*/ 6854918 h 6850294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</a:cxnLst>
                <a:rect l="l" t="t" r="r" b="b"/>
                <a:pathLst>
                  <a:path w="100173" h="6850294">
                    <a:moveTo>
                      <a:pt x="0" y="6854148"/>
                    </a:moveTo>
                    <a:cubicBezTo>
                      <a:pt x="0" y="4569432"/>
                      <a:pt x="0" y="2286257"/>
                      <a:pt x="0" y="0"/>
                    </a:cubicBezTo>
                    <a:cubicBezTo>
                      <a:pt x="33905" y="0"/>
                      <a:pt x="67809" y="0"/>
                      <a:pt x="103255" y="0"/>
                    </a:cubicBezTo>
                    <a:cubicBezTo>
                      <a:pt x="103255" y="2285486"/>
                      <a:pt x="103255" y="4568661"/>
                      <a:pt x="103255" y="6854918"/>
                    </a:cubicBezTo>
                  </a:path>
                </a:pathLst>
              </a:custGeom>
              <a:solidFill>
                <a:schemeClr val="accent6"/>
              </a:solidFill>
              <a:ln w="7704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US" dirty="0">
                  <a:latin typeface="Times New Roman" panose="02020603050405020304" pitchFamily="18" charset="0"/>
                  <a:cs typeface="Times New Roman" pitchFamily="18" charset="0"/>
                </a:endParaRPr>
              </a:p>
            </p:txBody>
          </p:sp>
          <p:sp>
            <p:nvSpPr>
              <p:cNvPr id="49" name="Freeform: Shape 12">
                <a:extLst>
                  <a:ext uri="{FF2B5EF4-FFF2-40B4-BE49-F238E27FC236}">
                    <a16:creationId xmlns:a16="http://schemas.microsoft.com/office/drawing/2014/main" id="{09C432BF-83BF-44C7-8A68-9B35111165C4}"/>
                  </a:ext>
                </a:extLst>
              </p:cNvPr>
              <p:cNvSpPr/>
              <p:nvPr/>
            </p:nvSpPr>
            <p:spPr>
              <a:xfrm>
                <a:off x="5957386" y="2926705"/>
                <a:ext cx="37550" cy="2567886"/>
              </a:xfrm>
              <a:custGeom>
                <a:avLst/>
                <a:gdLst>
                  <a:gd name="connsiteX0" fmla="*/ 0 w 100173"/>
                  <a:gd name="connsiteY0" fmla="*/ 6854918 h 6850294"/>
                  <a:gd name="connsiteX1" fmla="*/ 0 w 100173"/>
                  <a:gd name="connsiteY1" fmla="*/ 0 h 6850294"/>
                  <a:gd name="connsiteX2" fmla="*/ 103255 w 100173"/>
                  <a:gd name="connsiteY2" fmla="*/ 0 h 6850294"/>
                  <a:gd name="connsiteX3" fmla="*/ 103255 w 100173"/>
                  <a:gd name="connsiteY3" fmla="*/ 6854918 h 6850294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</a:cxnLst>
                <a:rect l="l" t="t" r="r" b="b"/>
                <a:pathLst>
                  <a:path w="100173" h="6850294">
                    <a:moveTo>
                      <a:pt x="0" y="6854918"/>
                    </a:moveTo>
                    <a:cubicBezTo>
                      <a:pt x="0" y="4570202"/>
                      <a:pt x="0" y="2286257"/>
                      <a:pt x="0" y="0"/>
                    </a:cubicBezTo>
                    <a:cubicBezTo>
                      <a:pt x="34675" y="0"/>
                      <a:pt x="67809" y="0"/>
                      <a:pt x="103255" y="0"/>
                    </a:cubicBezTo>
                    <a:cubicBezTo>
                      <a:pt x="103255" y="2283945"/>
                      <a:pt x="103255" y="4567891"/>
                      <a:pt x="103255" y="6854918"/>
                    </a:cubicBezTo>
                  </a:path>
                </a:pathLst>
              </a:custGeom>
              <a:solidFill>
                <a:schemeClr val="accent6"/>
              </a:solidFill>
              <a:ln w="7704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US" dirty="0">
                  <a:latin typeface="Times New Roman" panose="02020603050405020304" pitchFamily="18" charset="0"/>
                  <a:cs typeface="Times New Roman" pitchFamily="18" charset="0"/>
                </a:endParaRPr>
              </a:p>
            </p:txBody>
          </p:sp>
          <p:sp>
            <p:nvSpPr>
              <p:cNvPr id="50" name="Freeform: Shape 13">
                <a:extLst>
                  <a:ext uri="{FF2B5EF4-FFF2-40B4-BE49-F238E27FC236}">
                    <a16:creationId xmlns:a16="http://schemas.microsoft.com/office/drawing/2014/main" id="{4D5F14F6-BD9C-4471-B822-35693E0ECCEE}"/>
                  </a:ext>
                </a:extLst>
              </p:cNvPr>
              <p:cNvSpPr/>
              <p:nvPr/>
            </p:nvSpPr>
            <p:spPr>
              <a:xfrm>
                <a:off x="6024689" y="2926127"/>
                <a:ext cx="37550" cy="2567886"/>
              </a:xfrm>
              <a:custGeom>
                <a:avLst/>
                <a:gdLst>
                  <a:gd name="connsiteX0" fmla="*/ 0 w 100173"/>
                  <a:gd name="connsiteY0" fmla="*/ 6857230 h 6850294"/>
                  <a:gd name="connsiteX1" fmla="*/ 0 w 100173"/>
                  <a:gd name="connsiteY1" fmla="*/ 0 h 6850294"/>
                  <a:gd name="connsiteX2" fmla="*/ 52398 w 100173"/>
                  <a:gd name="connsiteY2" fmla="*/ 0 h 6850294"/>
                  <a:gd name="connsiteX3" fmla="*/ 103255 w 100173"/>
                  <a:gd name="connsiteY3" fmla="*/ 0 h 6850294"/>
                  <a:gd name="connsiteX4" fmla="*/ 103255 w 100173"/>
                  <a:gd name="connsiteY4" fmla="*/ 6857230 h 6850294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</a:cxnLst>
                <a:rect l="l" t="t" r="r" b="b"/>
                <a:pathLst>
                  <a:path w="100173" h="6850294">
                    <a:moveTo>
                      <a:pt x="0" y="6857230"/>
                    </a:moveTo>
                    <a:cubicBezTo>
                      <a:pt x="0" y="4572514"/>
                      <a:pt x="0" y="2288569"/>
                      <a:pt x="0" y="0"/>
                    </a:cubicBezTo>
                    <a:cubicBezTo>
                      <a:pt x="17723" y="0"/>
                      <a:pt x="34675" y="0"/>
                      <a:pt x="52398" y="0"/>
                    </a:cubicBezTo>
                    <a:cubicBezTo>
                      <a:pt x="68580" y="0"/>
                      <a:pt x="84762" y="0"/>
                      <a:pt x="103255" y="0"/>
                    </a:cubicBezTo>
                    <a:cubicBezTo>
                      <a:pt x="103255" y="2287798"/>
                      <a:pt x="103255" y="4571743"/>
                      <a:pt x="103255" y="6857230"/>
                    </a:cubicBezTo>
                  </a:path>
                </a:pathLst>
              </a:custGeom>
              <a:solidFill>
                <a:schemeClr val="accent6"/>
              </a:solidFill>
              <a:ln w="7704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US" dirty="0">
                  <a:latin typeface="Times New Roman" panose="02020603050405020304" pitchFamily="18" charset="0"/>
                  <a:cs typeface="Times New Roman" pitchFamily="18" charset="0"/>
                </a:endParaRPr>
              </a:p>
            </p:txBody>
          </p:sp>
          <p:sp>
            <p:nvSpPr>
              <p:cNvPr id="51" name="Freeform: Shape 14">
                <a:extLst>
                  <a:ext uri="{FF2B5EF4-FFF2-40B4-BE49-F238E27FC236}">
                    <a16:creationId xmlns:a16="http://schemas.microsoft.com/office/drawing/2014/main" id="{35B6ED53-E8E4-4DE2-BE76-D07542427D91}"/>
                  </a:ext>
                </a:extLst>
              </p:cNvPr>
              <p:cNvSpPr/>
              <p:nvPr/>
            </p:nvSpPr>
            <p:spPr>
              <a:xfrm>
                <a:off x="5890084" y="2926994"/>
                <a:ext cx="37550" cy="2394576"/>
              </a:xfrm>
              <a:custGeom>
                <a:avLst/>
                <a:gdLst>
                  <a:gd name="connsiteX0" fmla="*/ 0 w 100173"/>
                  <a:gd name="connsiteY0" fmla="*/ 6392581 h 6387957"/>
                  <a:gd name="connsiteX1" fmla="*/ 0 w 100173"/>
                  <a:gd name="connsiteY1" fmla="*/ 0 h 6387957"/>
                  <a:gd name="connsiteX2" fmla="*/ 101714 w 100173"/>
                  <a:gd name="connsiteY2" fmla="*/ 0 h 6387957"/>
                  <a:gd name="connsiteX3" fmla="*/ 101714 w 100173"/>
                  <a:gd name="connsiteY3" fmla="*/ 6392581 h 6387957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</a:cxnLst>
                <a:rect l="l" t="t" r="r" b="b"/>
                <a:pathLst>
                  <a:path w="100173" h="6387957">
                    <a:moveTo>
                      <a:pt x="0" y="6392581"/>
                    </a:moveTo>
                    <a:cubicBezTo>
                      <a:pt x="0" y="4262748"/>
                      <a:pt x="0" y="2132145"/>
                      <a:pt x="0" y="0"/>
                    </a:cubicBezTo>
                    <a:cubicBezTo>
                      <a:pt x="33904" y="0"/>
                      <a:pt x="67039" y="0"/>
                      <a:pt x="101714" y="0"/>
                    </a:cubicBezTo>
                    <a:cubicBezTo>
                      <a:pt x="101714" y="2130603"/>
                      <a:pt x="101714" y="4260437"/>
                      <a:pt x="101714" y="6392581"/>
                    </a:cubicBezTo>
                  </a:path>
                </a:pathLst>
              </a:custGeom>
              <a:solidFill>
                <a:schemeClr val="accent6"/>
              </a:solidFill>
              <a:ln w="7704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US" dirty="0">
                  <a:latin typeface="Times New Roman" panose="02020603050405020304" pitchFamily="18" charset="0"/>
                  <a:cs typeface="Times New Roman" pitchFamily="18" charset="0"/>
                </a:endParaRPr>
              </a:p>
            </p:txBody>
          </p:sp>
          <p:sp>
            <p:nvSpPr>
              <p:cNvPr id="52" name="Freeform: Shape 15">
                <a:extLst>
                  <a:ext uri="{FF2B5EF4-FFF2-40B4-BE49-F238E27FC236}">
                    <a16:creationId xmlns:a16="http://schemas.microsoft.com/office/drawing/2014/main" id="{A8A97A24-DC2C-49EC-B707-A0A7A527B0A9}"/>
                  </a:ext>
                </a:extLst>
              </p:cNvPr>
              <p:cNvSpPr/>
              <p:nvPr/>
            </p:nvSpPr>
            <p:spPr>
              <a:xfrm>
                <a:off x="6091991" y="2926994"/>
                <a:ext cx="37550" cy="2394576"/>
              </a:xfrm>
              <a:custGeom>
                <a:avLst/>
                <a:gdLst>
                  <a:gd name="connsiteX0" fmla="*/ 0 w 100173"/>
                  <a:gd name="connsiteY0" fmla="*/ 6393351 h 6387957"/>
                  <a:gd name="connsiteX1" fmla="*/ 0 w 100173"/>
                  <a:gd name="connsiteY1" fmla="*/ 0 h 6387957"/>
                  <a:gd name="connsiteX2" fmla="*/ 103255 w 100173"/>
                  <a:gd name="connsiteY2" fmla="*/ 0 h 6387957"/>
                  <a:gd name="connsiteX3" fmla="*/ 103255 w 100173"/>
                  <a:gd name="connsiteY3" fmla="*/ 6393351 h 6387957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</a:cxnLst>
                <a:rect l="l" t="t" r="r" b="b"/>
                <a:pathLst>
                  <a:path w="100173" h="6387957">
                    <a:moveTo>
                      <a:pt x="0" y="6393351"/>
                    </a:moveTo>
                    <a:cubicBezTo>
                      <a:pt x="0" y="4261978"/>
                      <a:pt x="0" y="2132915"/>
                      <a:pt x="0" y="0"/>
                    </a:cubicBezTo>
                    <a:cubicBezTo>
                      <a:pt x="34675" y="0"/>
                      <a:pt x="67809" y="0"/>
                      <a:pt x="103255" y="0"/>
                    </a:cubicBezTo>
                    <a:cubicBezTo>
                      <a:pt x="103255" y="2131374"/>
                      <a:pt x="103255" y="4261207"/>
                      <a:pt x="103255" y="6393351"/>
                    </a:cubicBezTo>
                  </a:path>
                </a:pathLst>
              </a:custGeom>
              <a:solidFill>
                <a:schemeClr val="accent6"/>
              </a:solidFill>
              <a:ln w="7704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US" dirty="0">
                  <a:latin typeface="Times New Roman" panose="02020603050405020304" pitchFamily="18" charset="0"/>
                  <a:cs typeface="Times New Roman" pitchFamily="18" charset="0"/>
                </a:endParaRPr>
              </a:p>
            </p:txBody>
          </p:sp>
          <p:sp>
            <p:nvSpPr>
              <p:cNvPr id="53" name="Freeform: Shape 16">
                <a:extLst>
                  <a:ext uri="{FF2B5EF4-FFF2-40B4-BE49-F238E27FC236}">
                    <a16:creationId xmlns:a16="http://schemas.microsoft.com/office/drawing/2014/main" id="{4ED0FC69-47AA-4FC9-8D08-3147EA5A1734}"/>
                  </a:ext>
                </a:extLst>
              </p:cNvPr>
              <p:cNvSpPr/>
              <p:nvPr/>
            </p:nvSpPr>
            <p:spPr>
              <a:xfrm>
                <a:off x="7139759" y="2926994"/>
                <a:ext cx="109764" cy="2394576"/>
              </a:xfrm>
              <a:custGeom>
                <a:avLst/>
                <a:gdLst>
                  <a:gd name="connsiteX0" fmla="*/ 0 w 292813"/>
                  <a:gd name="connsiteY0" fmla="*/ 6393351 h 6387957"/>
                  <a:gd name="connsiteX1" fmla="*/ 0 w 292813"/>
                  <a:gd name="connsiteY1" fmla="*/ 0 h 6387957"/>
                  <a:gd name="connsiteX2" fmla="*/ 295125 w 292813"/>
                  <a:gd name="connsiteY2" fmla="*/ 0 h 6387957"/>
                  <a:gd name="connsiteX3" fmla="*/ 295125 w 292813"/>
                  <a:gd name="connsiteY3" fmla="*/ 6393351 h 6387957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</a:cxnLst>
                <a:rect l="l" t="t" r="r" b="b"/>
                <a:pathLst>
                  <a:path w="292813" h="6387957">
                    <a:moveTo>
                      <a:pt x="0" y="6393351"/>
                    </a:moveTo>
                    <a:cubicBezTo>
                      <a:pt x="0" y="4261207"/>
                      <a:pt x="0" y="2131374"/>
                      <a:pt x="0" y="0"/>
                    </a:cubicBezTo>
                    <a:cubicBezTo>
                      <a:pt x="99403" y="0"/>
                      <a:pt x="196493" y="0"/>
                      <a:pt x="295125" y="0"/>
                    </a:cubicBezTo>
                    <a:cubicBezTo>
                      <a:pt x="295125" y="2132145"/>
                      <a:pt x="295125" y="4261207"/>
                      <a:pt x="295125" y="6393351"/>
                    </a:cubicBezTo>
                  </a:path>
                </a:pathLst>
              </a:custGeom>
              <a:solidFill>
                <a:schemeClr val="accent2"/>
              </a:solidFill>
              <a:ln w="7704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US" dirty="0">
                  <a:latin typeface="Times New Roman" panose="02020603050405020304" pitchFamily="18" charset="0"/>
                  <a:cs typeface="Times New Roman" pitchFamily="18" charset="0"/>
                </a:endParaRPr>
              </a:p>
            </p:txBody>
          </p:sp>
          <p:sp>
            <p:nvSpPr>
              <p:cNvPr id="54" name="Freeform: Shape 17">
                <a:extLst>
                  <a:ext uri="{FF2B5EF4-FFF2-40B4-BE49-F238E27FC236}">
                    <a16:creationId xmlns:a16="http://schemas.microsoft.com/office/drawing/2014/main" id="{2757EAE5-8C6A-452C-9A4B-7A71BBF68BB8}"/>
                  </a:ext>
                </a:extLst>
              </p:cNvPr>
              <p:cNvSpPr/>
              <p:nvPr/>
            </p:nvSpPr>
            <p:spPr>
              <a:xfrm>
                <a:off x="7280788" y="2926994"/>
                <a:ext cx="37550" cy="2394576"/>
              </a:xfrm>
              <a:custGeom>
                <a:avLst/>
                <a:gdLst>
                  <a:gd name="connsiteX0" fmla="*/ 0 w 100173"/>
                  <a:gd name="connsiteY0" fmla="*/ 6392581 h 6387957"/>
                  <a:gd name="connsiteX1" fmla="*/ 0 w 100173"/>
                  <a:gd name="connsiteY1" fmla="*/ 0 h 6387957"/>
                  <a:gd name="connsiteX2" fmla="*/ 103255 w 100173"/>
                  <a:gd name="connsiteY2" fmla="*/ 0 h 6387957"/>
                  <a:gd name="connsiteX3" fmla="*/ 103255 w 100173"/>
                  <a:gd name="connsiteY3" fmla="*/ 6392581 h 6387957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</a:cxnLst>
                <a:rect l="l" t="t" r="r" b="b"/>
                <a:pathLst>
                  <a:path w="100173" h="6387957">
                    <a:moveTo>
                      <a:pt x="0" y="6392581"/>
                    </a:moveTo>
                    <a:cubicBezTo>
                      <a:pt x="0" y="4261207"/>
                      <a:pt x="0" y="2131374"/>
                      <a:pt x="0" y="0"/>
                    </a:cubicBezTo>
                    <a:cubicBezTo>
                      <a:pt x="34675" y="0"/>
                      <a:pt x="67809" y="0"/>
                      <a:pt x="103255" y="0"/>
                    </a:cubicBezTo>
                    <a:cubicBezTo>
                      <a:pt x="103255" y="2130603"/>
                      <a:pt x="103255" y="4260437"/>
                      <a:pt x="103255" y="6392581"/>
                    </a:cubicBezTo>
                  </a:path>
                </a:pathLst>
              </a:custGeom>
              <a:solidFill>
                <a:schemeClr val="accent2"/>
              </a:solidFill>
              <a:ln w="7704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US" dirty="0">
                  <a:latin typeface="Times New Roman" panose="02020603050405020304" pitchFamily="18" charset="0"/>
                  <a:cs typeface="Times New Roman" pitchFamily="18" charset="0"/>
                </a:endParaRPr>
              </a:p>
            </p:txBody>
          </p:sp>
          <p:sp>
            <p:nvSpPr>
              <p:cNvPr id="55" name="Freeform: Shape 18">
                <a:extLst>
                  <a:ext uri="{FF2B5EF4-FFF2-40B4-BE49-F238E27FC236}">
                    <a16:creationId xmlns:a16="http://schemas.microsoft.com/office/drawing/2014/main" id="{9A398514-6CBA-493F-8416-AE84CB3E34D9}"/>
                  </a:ext>
                </a:extLst>
              </p:cNvPr>
              <p:cNvSpPr/>
              <p:nvPr/>
            </p:nvSpPr>
            <p:spPr>
              <a:xfrm>
                <a:off x="7349773" y="2926994"/>
                <a:ext cx="109764" cy="2394576"/>
              </a:xfrm>
              <a:custGeom>
                <a:avLst/>
                <a:gdLst>
                  <a:gd name="connsiteX0" fmla="*/ 0 w 292813"/>
                  <a:gd name="connsiteY0" fmla="*/ 6393351 h 6387957"/>
                  <a:gd name="connsiteX1" fmla="*/ 0 w 292813"/>
                  <a:gd name="connsiteY1" fmla="*/ 0 h 6387957"/>
                  <a:gd name="connsiteX2" fmla="*/ 295125 w 292813"/>
                  <a:gd name="connsiteY2" fmla="*/ 0 h 6387957"/>
                  <a:gd name="connsiteX3" fmla="*/ 295125 w 292813"/>
                  <a:gd name="connsiteY3" fmla="*/ 6393351 h 6387957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</a:cxnLst>
                <a:rect l="l" t="t" r="r" b="b"/>
                <a:pathLst>
                  <a:path w="292813" h="6387957">
                    <a:moveTo>
                      <a:pt x="0" y="6393351"/>
                    </a:moveTo>
                    <a:cubicBezTo>
                      <a:pt x="0" y="4261207"/>
                      <a:pt x="0" y="2132145"/>
                      <a:pt x="0" y="0"/>
                    </a:cubicBezTo>
                    <a:cubicBezTo>
                      <a:pt x="99402" y="0"/>
                      <a:pt x="195722" y="0"/>
                      <a:pt x="295125" y="0"/>
                    </a:cubicBezTo>
                    <a:cubicBezTo>
                      <a:pt x="295125" y="2132145"/>
                      <a:pt x="295125" y="4261207"/>
                      <a:pt x="295125" y="6393351"/>
                    </a:cubicBezTo>
                  </a:path>
                </a:pathLst>
              </a:custGeom>
              <a:solidFill>
                <a:schemeClr val="accent1"/>
              </a:solidFill>
              <a:ln w="7704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US" dirty="0">
                  <a:latin typeface="Times New Roman" panose="02020603050405020304" pitchFamily="18" charset="0"/>
                  <a:cs typeface="Times New Roman" pitchFamily="18" charset="0"/>
                </a:endParaRPr>
              </a:p>
            </p:txBody>
          </p:sp>
          <p:sp>
            <p:nvSpPr>
              <p:cNvPr id="56" name="Freeform: Shape 19">
                <a:extLst>
                  <a:ext uri="{FF2B5EF4-FFF2-40B4-BE49-F238E27FC236}">
                    <a16:creationId xmlns:a16="http://schemas.microsoft.com/office/drawing/2014/main" id="{248BDF24-2CD8-4F98-A671-38A09AFC3B84}"/>
                  </a:ext>
                </a:extLst>
              </p:cNvPr>
              <p:cNvSpPr/>
              <p:nvPr/>
            </p:nvSpPr>
            <p:spPr>
              <a:xfrm>
                <a:off x="7548511" y="2927282"/>
                <a:ext cx="41911" cy="2569908"/>
              </a:xfrm>
              <a:custGeom>
                <a:avLst/>
                <a:gdLst>
                  <a:gd name="connsiteX0" fmla="*/ 0 w 115584"/>
                  <a:gd name="connsiteY0" fmla="*/ 6753975 h 6850294"/>
                  <a:gd name="connsiteX1" fmla="*/ 13099 w 115584"/>
                  <a:gd name="connsiteY1" fmla="*/ 0 h 6850294"/>
                  <a:gd name="connsiteX2" fmla="*/ 118666 w 115584"/>
                  <a:gd name="connsiteY2" fmla="*/ 0 h 6850294"/>
                  <a:gd name="connsiteX3" fmla="*/ 118666 w 115584"/>
                  <a:gd name="connsiteY3" fmla="*/ 6855688 h 6850294"/>
                  <a:gd name="connsiteX0" fmla="*/ 0 w 111805"/>
                  <a:gd name="connsiteY0" fmla="*/ 6836322 h 6855688"/>
                  <a:gd name="connsiteX1" fmla="*/ 6237 w 111805"/>
                  <a:gd name="connsiteY1" fmla="*/ 0 h 6855688"/>
                  <a:gd name="connsiteX2" fmla="*/ 111804 w 111805"/>
                  <a:gd name="connsiteY2" fmla="*/ 0 h 6855688"/>
                  <a:gd name="connsiteX3" fmla="*/ 111804 w 111805"/>
                  <a:gd name="connsiteY3" fmla="*/ 6855688 h 6855688"/>
                  <a:gd name="connsiteX0" fmla="*/ 0 w 111804"/>
                  <a:gd name="connsiteY0" fmla="*/ 6853478 h 6855688"/>
                  <a:gd name="connsiteX1" fmla="*/ 6237 w 111804"/>
                  <a:gd name="connsiteY1" fmla="*/ 0 h 6855688"/>
                  <a:gd name="connsiteX2" fmla="*/ 111804 w 111804"/>
                  <a:gd name="connsiteY2" fmla="*/ 0 h 6855688"/>
                  <a:gd name="connsiteX3" fmla="*/ 111804 w 111804"/>
                  <a:gd name="connsiteY3" fmla="*/ 6855688 h 6855688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</a:cxnLst>
                <a:rect l="l" t="t" r="r" b="b"/>
                <a:pathLst>
                  <a:path w="111804" h="6855688">
                    <a:moveTo>
                      <a:pt x="0" y="6853478"/>
                    </a:moveTo>
                    <a:cubicBezTo>
                      <a:pt x="14640" y="4603437"/>
                      <a:pt x="3155" y="2253123"/>
                      <a:pt x="6237" y="0"/>
                    </a:cubicBezTo>
                    <a:lnTo>
                      <a:pt x="111804" y="0"/>
                    </a:lnTo>
                    <a:lnTo>
                      <a:pt x="111804" y="6855688"/>
                    </a:lnTo>
                  </a:path>
                </a:pathLst>
              </a:custGeom>
              <a:solidFill>
                <a:schemeClr val="accent1"/>
              </a:solidFill>
              <a:ln w="7704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US" dirty="0">
                  <a:latin typeface="Times New Roman" panose="02020603050405020304" pitchFamily="18" charset="0"/>
                  <a:cs typeface="Times New Roman" pitchFamily="18" charset="0"/>
                </a:endParaRPr>
              </a:p>
            </p:txBody>
          </p:sp>
          <p:sp>
            <p:nvSpPr>
              <p:cNvPr id="57" name="Freeform: Shape 20">
                <a:extLst>
                  <a:ext uri="{FF2B5EF4-FFF2-40B4-BE49-F238E27FC236}">
                    <a16:creationId xmlns:a16="http://schemas.microsoft.com/office/drawing/2014/main" id="{7984C3E4-7628-40C8-85CA-E19FCBCEF3F1}"/>
                  </a:ext>
                </a:extLst>
              </p:cNvPr>
              <p:cNvSpPr/>
              <p:nvPr/>
            </p:nvSpPr>
            <p:spPr>
              <a:xfrm>
                <a:off x="7485249" y="2926994"/>
                <a:ext cx="37550" cy="2394576"/>
              </a:xfrm>
              <a:custGeom>
                <a:avLst/>
                <a:gdLst>
                  <a:gd name="connsiteX0" fmla="*/ 0 w 100173"/>
                  <a:gd name="connsiteY0" fmla="*/ 6392581 h 6387957"/>
                  <a:gd name="connsiteX1" fmla="*/ 0 w 100173"/>
                  <a:gd name="connsiteY1" fmla="*/ 0 h 6387957"/>
                  <a:gd name="connsiteX2" fmla="*/ 103255 w 100173"/>
                  <a:gd name="connsiteY2" fmla="*/ 0 h 6387957"/>
                  <a:gd name="connsiteX3" fmla="*/ 103255 w 100173"/>
                  <a:gd name="connsiteY3" fmla="*/ 6392581 h 6387957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</a:cxnLst>
                <a:rect l="l" t="t" r="r" b="b"/>
                <a:pathLst>
                  <a:path w="100173" h="6387957">
                    <a:moveTo>
                      <a:pt x="0" y="6392581"/>
                    </a:moveTo>
                    <a:cubicBezTo>
                      <a:pt x="0" y="4261207"/>
                      <a:pt x="0" y="2131374"/>
                      <a:pt x="0" y="0"/>
                    </a:cubicBezTo>
                    <a:cubicBezTo>
                      <a:pt x="34675" y="0"/>
                      <a:pt x="67809" y="0"/>
                      <a:pt x="103255" y="0"/>
                    </a:cubicBezTo>
                    <a:cubicBezTo>
                      <a:pt x="103255" y="2130603"/>
                      <a:pt x="103255" y="4260437"/>
                      <a:pt x="103255" y="6392581"/>
                    </a:cubicBezTo>
                  </a:path>
                </a:pathLst>
              </a:custGeom>
              <a:solidFill>
                <a:schemeClr val="accent1"/>
              </a:solidFill>
              <a:ln w="7704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US" dirty="0">
                  <a:latin typeface="Times New Roman" panose="02020603050405020304" pitchFamily="18" charset="0"/>
                  <a:cs typeface="Times New Roman" pitchFamily="18" charset="0"/>
                </a:endParaRPr>
              </a:p>
            </p:txBody>
          </p:sp>
          <p:sp>
            <p:nvSpPr>
              <p:cNvPr id="58" name="Freeform: Shape 21">
                <a:extLst>
                  <a:ext uri="{FF2B5EF4-FFF2-40B4-BE49-F238E27FC236}">
                    <a16:creationId xmlns:a16="http://schemas.microsoft.com/office/drawing/2014/main" id="{8C53762C-C9DB-488B-A6C3-D2EF997D4824}"/>
                  </a:ext>
                </a:extLst>
              </p:cNvPr>
              <p:cNvSpPr/>
              <p:nvPr/>
            </p:nvSpPr>
            <p:spPr>
              <a:xfrm>
                <a:off x="7616134" y="2926994"/>
                <a:ext cx="28885" cy="2567886"/>
              </a:xfrm>
              <a:custGeom>
                <a:avLst/>
                <a:gdLst>
                  <a:gd name="connsiteX0" fmla="*/ 0 w 77056"/>
                  <a:gd name="connsiteY0" fmla="*/ 6854918 h 6850294"/>
                  <a:gd name="connsiteX1" fmla="*/ 0 w 77056"/>
                  <a:gd name="connsiteY1" fmla="*/ 0 h 6850294"/>
                  <a:gd name="connsiteX2" fmla="*/ 78597 w 77056"/>
                  <a:gd name="connsiteY2" fmla="*/ 0 h 6850294"/>
                  <a:gd name="connsiteX3" fmla="*/ 78597 w 77056"/>
                  <a:gd name="connsiteY3" fmla="*/ 6854918 h 6850294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</a:cxnLst>
                <a:rect l="l" t="t" r="r" b="b"/>
                <a:pathLst>
                  <a:path w="77056" h="6850294">
                    <a:moveTo>
                      <a:pt x="0" y="6854918"/>
                    </a:moveTo>
                    <a:cubicBezTo>
                      <a:pt x="0" y="4570202"/>
                      <a:pt x="0" y="2286257"/>
                      <a:pt x="0" y="0"/>
                    </a:cubicBezTo>
                    <a:cubicBezTo>
                      <a:pt x="25428" y="0"/>
                      <a:pt x="50087" y="0"/>
                      <a:pt x="78597" y="0"/>
                    </a:cubicBezTo>
                    <a:cubicBezTo>
                      <a:pt x="78597" y="2283175"/>
                      <a:pt x="78597" y="4566350"/>
                      <a:pt x="78597" y="6854918"/>
                    </a:cubicBezTo>
                  </a:path>
                </a:pathLst>
              </a:custGeom>
              <a:solidFill>
                <a:schemeClr val="accent1"/>
              </a:solidFill>
              <a:ln w="7704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US" dirty="0">
                  <a:latin typeface="Times New Roman" panose="02020603050405020304" pitchFamily="18" charset="0"/>
                  <a:cs typeface="Times New Roman" pitchFamily="18" charset="0"/>
                </a:endParaRPr>
              </a:p>
            </p:txBody>
          </p:sp>
          <p:sp>
            <p:nvSpPr>
              <p:cNvPr id="59" name="Freeform: Shape 22">
                <a:extLst>
                  <a:ext uri="{FF2B5EF4-FFF2-40B4-BE49-F238E27FC236}">
                    <a16:creationId xmlns:a16="http://schemas.microsoft.com/office/drawing/2014/main" id="{1A8ED041-2586-48E4-ACBE-6C2ED338E966}"/>
                  </a:ext>
                </a:extLst>
              </p:cNvPr>
              <p:cNvSpPr/>
              <p:nvPr/>
            </p:nvSpPr>
            <p:spPr>
              <a:xfrm>
                <a:off x="6838507" y="2926994"/>
                <a:ext cx="109764" cy="2394576"/>
              </a:xfrm>
              <a:custGeom>
                <a:avLst/>
                <a:gdLst>
                  <a:gd name="connsiteX0" fmla="*/ 0 w 292813"/>
                  <a:gd name="connsiteY0" fmla="*/ 6393351 h 6387957"/>
                  <a:gd name="connsiteX1" fmla="*/ 0 w 292813"/>
                  <a:gd name="connsiteY1" fmla="*/ 0 h 6387957"/>
                  <a:gd name="connsiteX2" fmla="*/ 295125 w 292813"/>
                  <a:gd name="connsiteY2" fmla="*/ 0 h 6387957"/>
                  <a:gd name="connsiteX3" fmla="*/ 295125 w 292813"/>
                  <a:gd name="connsiteY3" fmla="*/ 6393351 h 6387957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</a:cxnLst>
                <a:rect l="l" t="t" r="r" b="b"/>
                <a:pathLst>
                  <a:path w="292813" h="6387957">
                    <a:moveTo>
                      <a:pt x="0" y="6393351"/>
                    </a:moveTo>
                    <a:cubicBezTo>
                      <a:pt x="0" y="4261207"/>
                      <a:pt x="0" y="2131374"/>
                      <a:pt x="0" y="0"/>
                    </a:cubicBezTo>
                    <a:cubicBezTo>
                      <a:pt x="99403" y="0"/>
                      <a:pt x="196493" y="0"/>
                      <a:pt x="295125" y="0"/>
                    </a:cubicBezTo>
                    <a:cubicBezTo>
                      <a:pt x="295125" y="2132145"/>
                      <a:pt x="295125" y="4261207"/>
                      <a:pt x="295125" y="6393351"/>
                    </a:cubicBezTo>
                  </a:path>
                </a:pathLst>
              </a:custGeom>
              <a:solidFill>
                <a:schemeClr val="accent3"/>
              </a:solidFill>
              <a:ln w="7704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US" dirty="0">
                  <a:latin typeface="Times New Roman" panose="02020603050405020304" pitchFamily="18" charset="0"/>
                  <a:cs typeface="Times New Roman" pitchFamily="18" charset="0"/>
                </a:endParaRPr>
              </a:p>
            </p:txBody>
          </p:sp>
          <p:sp>
            <p:nvSpPr>
              <p:cNvPr id="60" name="Freeform: Shape 23">
                <a:extLst>
                  <a:ext uri="{FF2B5EF4-FFF2-40B4-BE49-F238E27FC236}">
                    <a16:creationId xmlns:a16="http://schemas.microsoft.com/office/drawing/2014/main" id="{E2E2C08D-AFC1-4D38-B19D-ECAA791E7E03}"/>
                  </a:ext>
                </a:extLst>
              </p:cNvPr>
              <p:cNvSpPr/>
              <p:nvPr/>
            </p:nvSpPr>
            <p:spPr>
              <a:xfrm>
                <a:off x="6980994" y="2927282"/>
                <a:ext cx="37550" cy="2394576"/>
              </a:xfrm>
              <a:custGeom>
                <a:avLst/>
                <a:gdLst>
                  <a:gd name="connsiteX0" fmla="*/ 0 w 100173"/>
                  <a:gd name="connsiteY0" fmla="*/ 6392581 h 6387957"/>
                  <a:gd name="connsiteX1" fmla="*/ 0 w 100173"/>
                  <a:gd name="connsiteY1" fmla="*/ 0 h 6387957"/>
                  <a:gd name="connsiteX2" fmla="*/ 103255 w 100173"/>
                  <a:gd name="connsiteY2" fmla="*/ 0 h 6387957"/>
                  <a:gd name="connsiteX3" fmla="*/ 103255 w 100173"/>
                  <a:gd name="connsiteY3" fmla="*/ 6392581 h 6387957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</a:cxnLst>
                <a:rect l="l" t="t" r="r" b="b"/>
                <a:pathLst>
                  <a:path w="100173" h="6387957">
                    <a:moveTo>
                      <a:pt x="0" y="6392581"/>
                    </a:moveTo>
                    <a:cubicBezTo>
                      <a:pt x="0" y="4261978"/>
                      <a:pt x="0" y="2132145"/>
                      <a:pt x="0" y="0"/>
                    </a:cubicBezTo>
                    <a:cubicBezTo>
                      <a:pt x="33904" y="0"/>
                      <a:pt x="67809" y="0"/>
                      <a:pt x="103255" y="0"/>
                    </a:cubicBezTo>
                    <a:cubicBezTo>
                      <a:pt x="103255" y="2130603"/>
                      <a:pt x="103255" y="4258895"/>
                      <a:pt x="103255" y="6392581"/>
                    </a:cubicBezTo>
                  </a:path>
                </a:pathLst>
              </a:custGeom>
              <a:solidFill>
                <a:schemeClr val="accent3"/>
              </a:solidFill>
              <a:ln w="7704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US" dirty="0">
                  <a:latin typeface="Times New Roman" panose="02020603050405020304" pitchFamily="18" charset="0"/>
                  <a:cs typeface="Times New Roman" pitchFamily="18" charset="0"/>
                </a:endParaRPr>
              </a:p>
            </p:txBody>
          </p:sp>
          <p:sp>
            <p:nvSpPr>
              <p:cNvPr id="61" name="Freeform: Shape 24">
                <a:extLst>
                  <a:ext uri="{FF2B5EF4-FFF2-40B4-BE49-F238E27FC236}">
                    <a16:creationId xmlns:a16="http://schemas.microsoft.com/office/drawing/2014/main" id="{53B015E2-EB41-454F-B249-A3924B2C56A7}"/>
                  </a:ext>
                </a:extLst>
              </p:cNvPr>
              <p:cNvSpPr/>
              <p:nvPr/>
            </p:nvSpPr>
            <p:spPr>
              <a:xfrm>
                <a:off x="7065051" y="2926994"/>
                <a:ext cx="37550" cy="2394576"/>
              </a:xfrm>
              <a:custGeom>
                <a:avLst/>
                <a:gdLst>
                  <a:gd name="connsiteX0" fmla="*/ 0 w 100173"/>
                  <a:gd name="connsiteY0" fmla="*/ 6392581 h 6387957"/>
                  <a:gd name="connsiteX1" fmla="*/ 0 w 100173"/>
                  <a:gd name="connsiteY1" fmla="*/ 0 h 6387957"/>
                  <a:gd name="connsiteX2" fmla="*/ 103255 w 100173"/>
                  <a:gd name="connsiteY2" fmla="*/ 0 h 6387957"/>
                  <a:gd name="connsiteX3" fmla="*/ 103255 w 100173"/>
                  <a:gd name="connsiteY3" fmla="*/ 6392581 h 6387957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</a:cxnLst>
                <a:rect l="l" t="t" r="r" b="b"/>
                <a:pathLst>
                  <a:path w="100173" h="6387957">
                    <a:moveTo>
                      <a:pt x="0" y="6392581"/>
                    </a:moveTo>
                    <a:cubicBezTo>
                      <a:pt x="0" y="4261978"/>
                      <a:pt x="0" y="2132145"/>
                      <a:pt x="0" y="0"/>
                    </a:cubicBezTo>
                    <a:cubicBezTo>
                      <a:pt x="33904" y="0"/>
                      <a:pt x="67809" y="0"/>
                      <a:pt x="103255" y="0"/>
                    </a:cubicBezTo>
                    <a:cubicBezTo>
                      <a:pt x="103255" y="2130603"/>
                      <a:pt x="103255" y="4258895"/>
                      <a:pt x="103255" y="6392581"/>
                    </a:cubicBezTo>
                  </a:path>
                </a:pathLst>
              </a:custGeom>
              <a:solidFill>
                <a:schemeClr val="accent3"/>
              </a:solidFill>
              <a:ln w="7704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US" dirty="0">
                  <a:latin typeface="Times New Roman" panose="02020603050405020304" pitchFamily="18" charset="0"/>
                  <a:cs typeface="Times New Roman" pitchFamily="18" charset="0"/>
                </a:endParaRPr>
              </a:p>
            </p:txBody>
          </p:sp>
          <p:sp>
            <p:nvSpPr>
              <p:cNvPr id="62" name="Freeform: Shape 25">
                <a:extLst>
                  <a:ext uri="{FF2B5EF4-FFF2-40B4-BE49-F238E27FC236}">
                    <a16:creationId xmlns:a16="http://schemas.microsoft.com/office/drawing/2014/main" id="{018D5BE2-ED44-4289-8EFA-42F5721FBB85}"/>
                  </a:ext>
                </a:extLst>
              </p:cNvPr>
              <p:cNvSpPr/>
              <p:nvPr/>
            </p:nvSpPr>
            <p:spPr>
              <a:xfrm>
                <a:off x="6754449" y="2926127"/>
                <a:ext cx="37550" cy="2394576"/>
              </a:xfrm>
              <a:custGeom>
                <a:avLst/>
                <a:gdLst>
                  <a:gd name="connsiteX0" fmla="*/ 0 w 100173"/>
                  <a:gd name="connsiteY0" fmla="*/ 6392581 h 6387957"/>
                  <a:gd name="connsiteX1" fmla="*/ 0 w 100173"/>
                  <a:gd name="connsiteY1" fmla="*/ 0 h 6387957"/>
                  <a:gd name="connsiteX2" fmla="*/ 103255 w 100173"/>
                  <a:gd name="connsiteY2" fmla="*/ 0 h 6387957"/>
                  <a:gd name="connsiteX3" fmla="*/ 103255 w 100173"/>
                  <a:gd name="connsiteY3" fmla="*/ 6392581 h 6387957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</a:cxnLst>
                <a:rect l="l" t="t" r="r" b="b"/>
                <a:pathLst>
                  <a:path w="100173" h="6387957">
                    <a:moveTo>
                      <a:pt x="0" y="6392581"/>
                    </a:moveTo>
                    <a:cubicBezTo>
                      <a:pt x="0" y="4261978"/>
                      <a:pt x="0" y="2132145"/>
                      <a:pt x="0" y="0"/>
                    </a:cubicBezTo>
                    <a:cubicBezTo>
                      <a:pt x="33905" y="0"/>
                      <a:pt x="67810" y="0"/>
                      <a:pt x="103255" y="0"/>
                    </a:cubicBezTo>
                    <a:cubicBezTo>
                      <a:pt x="103255" y="2131374"/>
                      <a:pt x="103255" y="4260436"/>
                      <a:pt x="103255" y="6392581"/>
                    </a:cubicBezTo>
                  </a:path>
                </a:pathLst>
              </a:custGeom>
              <a:solidFill>
                <a:schemeClr val="accent3"/>
              </a:solidFill>
              <a:ln w="7704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US" dirty="0">
                  <a:latin typeface="Times New Roman" panose="02020603050405020304" pitchFamily="18" charset="0"/>
                  <a:cs typeface="Times New Roman" pitchFamily="18" charset="0"/>
                </a:endParaRPr>
              </a:p>
            </p:txBody>
          </p:sp>
          <p:sp>
            <p:nvSpPr>
              <p:cNvPr id="63" name="Freeform: Shape 26">
                <a:extLst>
                  <a:ext uri="{FF2B5EF4-FFF2-40B4-BE49-F238E27FC236}">
                    <a16:creationId xmlns:a16="http://schemas.microsoft.com/office/drawing/2014/main" id="{FEBA9FA3-A7E2-4C7A-A66C-36068833FD70}"/>
                  </a:ext>
                </a:extLst>
              </p:cNvPr>
              <p:cNvSpPr/>
              <p:nvPr/>
            </p:nvSpPr>
            <p:spPr>
              <a:xfrm>
                <a:off x="6334914" y="2927282"/>
                <a:ext cx="37550" cy="2394576"/>
              </a:xfrm>
              <a:custGeom>
                <a:avLst/>
                <a:gdLst>
                  <a:gd name="connsiteX0" fmla="*/ 0 w 100173"/>
                  <a:gd name="connsiteY0" fmla="*/ 6393351 h 6387957"/>
                  <a:gd name="connsiteX1" fmla="*/ 0 w 100173"/>
                  <a:gd name="connsiteY1" fmla="*/ 0 h 6387957"/>
                  <a:gd name="connsiteX2" fmla="*/ 103255 w 100173"/>
                  <a:gd name="connsiteY2" fmla="*/ 0 h 6387957"/>
                  <a:gd name="connsiteX3" fmla="*/ 103255 w 100173"/>
                  <a:gd name="connsiteY3" fmla="*/ 6393351 h 6387957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</a:cxnLst>
                <a:rect l="l" t="t" r="r" b="b"/>
                <a:pathLst>
                  <a:path w="100173" h="6387957">
                    <a:moveTo>
                      <a:pt x="0" y="6393351"/>
                    </a:moveTo>
                    <a:cubicBezTo>
                      <a:pt x="0" y="4262748"/>
                      <a:pt x="0" y="2132915"/>
                      <a:pt x="0" y="0"/>
                    </a:cubicBezTo>
                    <a:cubicBezTo>
                      <a:pt x="33904" y="0"/>
                      <a:pt x="67809" y="0"/>
                      <a:pt x="103255" y="0"/>
                    </a:cubicBezTo>
                    <a:cubicBezTo>
                      <a:pt x="103255" y="2131374"/>
                      <a:pt x="103255" y="4260436"/>
                      <a:pt x="103255" y="6393351"/>
                    </a:cubicBezTo>
                  </a:path>
                </a:pathLst>
              </a:custGeom>
              <a:solidFill>
                <a:schemeClr val="accent5"/>
              </a:solidFill>
              <a:ln w="7704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US" dirty="0">
                  <a:latin typeface="Times New Roman" panose="02020603050405020304" pitchFamily="18" charset="0"/>
                  <a:cs typeface="Times New Roman" pitchFamily="18" charset="0"/>
                </a:endParaRPr>
              </a:p>
            </p:txBody>
          </p:sp>
          <p:sp>
            <p:nvSpPr>
              <p:cNvPr id="64" name="Freeform: Shape 27">
                <a:extLst>
                  <a:ext uri="{FF2B5EF4-FFF2-40B4-BE49-F238E27FC236}">
                    <a16:creationId xmlns:a16="http://schemas.microsoft.com/office/drawing/2014/main" id="{DCE49181-A192-4FDD-8E4A-6CE1DB81A373}"/>
                  </a:ext>
                </a:extLst>
              </p:cNvPr>
              <p:cNvSpPr/>
              <p:nvPr/>
            </p:nvSpPr>
            <p:spPr>
              <a:xfrm>
                <a:off x="6159871" y="2926127"/>
                <a:ext cx="37550" cy="2397464"/>
              </a:xfrm>
              <a:custGeom>
                <a:avLst/>
                <a:gdLst>
                  <a:gd name="connsiteX0" fmla="*/ 0 w 100173"/>
                  <a:gd name="connsiteY0" fmla="*/ 6395663 h 6395662"/>
                  <a:gd name="connsiteX1" fmla="*/ 0 w 100173"/>
                  <a:gd name="connsiteY1" fmla="*/ 0 h 6395662"/>
                  <a:gd name="connsiteX2" fmla="*/ 52398 w 100173"/>
                  <a:gd name="connsiteY2" fmla="*/ 0 h 6395662"/>
                  <a:gd name="connsiteX3" fmla="*/ 103255 w 100173"/>
                  <a:gd name="connsiteY3" fmla="*/ 0 h 6395662"/>
                  <a:gd name="connsiteX4" fmla="*/ 103255 w 100173"/>
                  <a:gd name="connsiteY4" fmla="*/ 6395663 h 6395662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</a:cxnLst>
                <a:rect l="l" t="t" r="r" b="b"/>
                <a:pathLst>
                  <a:path w="100173" h="6395662">
                    <a:moveTo>
                      <a:pt x="0" y="6395663"/>
                    </a:moveTo>
                    <a:cubicBezTo>
                      <a:pt x="0" y="4265060"/>
                      <a:pt x="0" y="2135227"/>
                      <a:pt x="0" y="0"/>
                    </a:cubicBezTo>
                    <a:cubicBezTo>
                      <a:pt x="17723" y="0"/>
                      <a:pt x="34675" y="0"/>
                      <a:pt x="52398" y="0"/>
                    </a:cubicBezTo>
                    <a:cubicBezTo>
                      <a:pt x="68580" y="0"/>
                      <a:pt x="84762" y="0"/>
                      <a:pt x="103255" y="0"/>
                    </a:cubicBezTo>
                    <a:cubicBezTo>
                      <a:pt x="103255" y="2132915"/>
                      <a:pt x="103255" y="4261977"/>
                      <a:pt x="103255" y="6395663"/>
                    </a:cubicBezTo>
                  </a:path>
                </a:pathLst>
              </a:custGeom>
              <a:solidFill>
                <a:schemeClr val="accent5"/>
              </a:solidFill>
              <a:ln w="7704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US" dirty="0">
                  <a:latin typeface="Times New Roman" panose="02020603050405020304" pitchFamily="18" charset="0"/>
                  <a:cs typeface="Times New Roman" pitchFamily="18" charset="0"/>
                </a:endParaRPr>
              </a:p>
            </p:txBody>
          </p:sp>
          <p:sp>
            <p:nvSpPr>
              <p:cNvPr id="65" name="Freeform: Shape 28">
                <a:extLst>
                  <a:ext uri="{FF2B5EF4-FFF2-40B4-BE49-F238E27FC236}">
                    <a16:creationId xmlns:a16="http://schemas.microsoft.com/office/drawing/2014/main" id="{08B99DFA-675D-47CD-AAA5-48F4B7263F7F}"/>
                  </a:ext>
                </a:extLst>
              </p:cNvPr>
              <p:cNvSpPr/>
              <p:nvPr/>
            </p:nvSpPr>
            <p:spPr>
              <a:xfrm>
                <a:off x="6231712" y="2926127"/>
                <a:ext cx="72212" cy="2394576"/>
              </a:xfrm>
              <a:custGeom>
                <a:avLst/>
                <a:gdLst>
                  <a:gd name="connsiteX0" fmla="*/ 0 w 192640"/>
                  <a:gd name="connsiteY0" fmla="*/ 6392581 h 6387957"/>
                  <a:gd name="connsiteX1" fmla="*/ 0 w 192640"/>
                  <a:gd name="connsiteY1" fmla="*/ 0 h 6387957"/>
                  <a:gd name="connsiteX2" fmla="*/ 198805 w 192640"/>
                  <a:gd name="connsiteY2" fmla="*/ 0 h 6387957"/>
                  <a:gd name="connsiteX3" fmla="*/ 198805 w 192640"/>
                  <a:gd name="connsiteY3" fmla="*/ 6392581 h 6387957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</a:cxnLst>
                <a:rect l="l" t="t" r="r" b="b"/>
                <a:pathLst>
                  <a:path w="192640" h="6387957">
                    <a:moveTo>
                      <a:pt x="0" y="6392581"/>
                    </a:moveTo>
                    <a:cubicBezTo>
                      <a:pt x="0" y="4261207"/>
                      <a:pt x="0" y="2132145"/>
                      <a:pt x="0" y="0"/>
                    </a:cubicBezTo>
                    <a:cubicBezTo>
                      <a:pt x="66268" y="0"/>
                      <a:pt x="131766" y="0"/>
                      <a:pt x="198805" y="0"/>
                    </a:cubicBezTo>
                    <a:cubicBezTo>
                      <a:pt x="198805" y="2131374"/>
                      <a:pt x="198805" y="4261207"/>
                      <a:pt x="198805" y="6392581"/>
                    </a:cubicBezTo>
                  </a:path>
                </a:pathLst>
              </a:custGeom>
              <a:solidFill>
                <a:schemeClr val="accent5"/>
              </a:solidFill>
              <a:ln w="7704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US" dirty="0">
                  <a:latin typeface="Times New Roman" panose="02020603050405020304" pitchFamily="18" charset="0"/>
                  <a:cs typeface="Times New Roman" pitchFamily="18" charset="0"/>
                </a:endParaRPr>
              </a:p>
            </p:txBody>
          </p:sp>
          <p:sp>
            <p:nvSpPr>
              <p:cNvPr id="66" name="Freeform: Shape 29">
                <a:extLst>
                  <a:ext uri="{FF2B5EF4-FFF2-40B4-BE49-F238E27FC236}">
                    <a16:creationId xmlns:a16="http://schemas.microsoft.com/office/drawing/2014/main" id="{A3A52561-2F81-45D4-BB63-98DD6D95E5E9}"/>
                  </a:ext>
                </a:extLst>
              </p:cNvPr>
              <p:cNvSpPr/>
              <p:nvPr/>
            </p:nvSpPr>
            <p:spPr>
              <a:xfrm>
                <a:off x="6598401" y="2927282"/>
                <a:ext cx="37550" cy="2394576"/>
              </a:xfrm>
              <a:custGeom>
                <a:avLst/>
                <a:gdLst>
                  <a:gd name="connsiteX0" fmla="*/ 0 w 100173"/>
                  <a:gd name="connsiteY0" fmla="*/ 6392581 h 6387957"/>
                  <a:gd name="connsiteX1" fmla="*/ 0 w 100173"/>
                  <a:gd name="connsiteY1" fmla="*/ 0 h 6387957"/>
                  <a:gd name="connsiteX2" fmla="*/ 103255 w 100173"/>
                  <a:gd name="connsiteY2" fmla="*/ 0 h 6387957"/>
                  <a:gd name="connsiteX3" fmla="*/ 103255 w 100173"/>
                  <a:gd name="connsiteY3" fmla="*/ 6392581 h 6387957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</a:cxnLst>
                <a:rect l="l" t="t" r="r" b="b"/>
                <a:pathLst>
                  <a:path w="100173" h="6387957">
                    <a:moveTo>
                      <a:pt x="0" y="6392581"/>
                    </a:moveTo>
                    <a:cubicBezTo>
                      <a:pt x="0" y="4261207"/>
                      <a:pt x="0" y="2131374"/>
                      <a:pt x="0" y="0"/>
                    </a:cubicBezTo>
                    <a:cubicBezTo>
                      <a:pt x="34675" y="0"/>
                      <a:pt x="67809" y="0"/>
                      <a:pt x="103255" y="0"/>
                    </a:cubicBezTo>
                    <a:cubicBezTo>
                      <a:pt x="103255" y="2130603"/>
                      <a:pt x="103255" y="4260437"/>
                      <a:pt x="103255" y="6392581"/>
                    </a:cubicBezTo>
                  </a:path>
                </a:pathLst>
              </a:custGeom>
              <a:solidFill>
                <a:schemeClr val="accent4"/>
              </a:solidFill>
              <a:ln w="7704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US" dirty="0">
                  <a:latin typeface="Times New Roman" panose="02020603050405020304" pitchFamily="18" charset="0"/>
                  <a:cs typeface="Times New Roman" pitchFamily="18" charset="0"/>
                </a:endParaRPr>
              </a:p>
            </p:txBody>
          </p:sp>
          <p:sp>
            <p:nvSpPr>
              <p:cNvPr id="67" name="Freeform: Shape 30">
                <a:extLst>
                  <a:ext uri="{FF2B5EF4-FFF2-40B4-BE49-F238E27FC236}">
                    <a16:creationId xmlns:a16="http://schemas.microsoft.com/office/drawing/2014/main" id="{53780AFD-C7BF-438C-8ACF-ADB70736488F}"/>
                  </a:ext>
                </a:extLst>
              </p:cNvPr>
              <p:cNvSpPr/>
              <p:nvPr/>
            </p:nvSpPr>
            <p:spPr>
              <a:xfrm>
                <a:off x="6680669" y="2927282"/>
                <a:ext cx="37550" cy="2394576"/>
              </a:xfrm>
              <a:custGeom>
                <a:avLst/>
                <a:gdLst>
                  <a:gd name="connsiteX0" fmla="*/ 0 w 100173"/>
                  <a:gd name="connsiteY0" fmla="*/ 6392581 h 6387957"/>
                  <a:gd name="connsiteX1" fmla="*/ 0 w 100173"/>
                  <a:gd name="connsiteY1" fmla="*/ 0 h 6387957"/>
                  <a:gd name="connsiteX2" fmla="*/ 103255 w 100173"/>
                  <a:gd name="connsiteY2" fmla="*/ 0 h 6387957"/>
                  <a:gd name="connsiteX3" fmla="*/ 103255 w 100173"/>
                  <a:gd name="connsiteY3" fmla="*/ 6392581 h 6387957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</a:cxnLst>
                <a:rect l="l" t="t" r="r" b="b"/>
                <a:pathLst>
                  <a:path w="100173" h="6387957">
                    <a:moveTo>
                      <a:pt x="0" y="6392581"/>
                    </a:moveTo>
                    <a:cubicBezTo>
                      <a:pt x="0" y="4261978"/>
                      <a:pt x="0" y="2132145"/>
                      <a:pt x="0" y="0"/>
                    </a:cubicBezTo>
                    <a:cubicBezTo>
                      <a:pt x="33905" y="0"/>
                      <a:pt x="67810" y="0"/>
                      <a:pt x="103255" y="0"/>
                    </a:cubicBezTo>
                    <a:cubicBezTo>
                      <a:pt x="103255" y="2131374"/>
                      <a:pt x="103255" y="4260436"/>
                      <a:pt x="103255" y="6392581"/>
                    </a:cubicBezTo>
                  </a:path>
                </a:pathLst>
              </a:custGeom>
              <a:solidFill>
                <a:schemeClr val="accent4"/>
              </a:solidFill>
              <a:ln w="7704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US" dirty="0">
                  <a:latin typeface="Times New Roman" panose="02020603050405020304" pitchFamily="18" charset="0"/>
                  <a:cs typeface="Times New Roman" pitchFamily="18" charset="0"/>
                </a:endParaRPr>
              </a:p>
            </p:txBody>
          </p:sp>
          <p:sp>
            <p:nvSpPr>
              <p:cNvPr id="68" name="Freeform: Shape 31">
                <a:extLst>
                  <a:ext uri="{FF2B5EF4-FFF2-40B4-BE49-F238E27FC236}">
                    <a16:creationId xmlns:a16="http://schemas.microsoft.com/office/drawing/2014/main" id="{D1DA5EF5-6153-4FA1-B3B6-C7EA4D7C45C7}"/>
                  </a:ext>
                </a:extLst>
              </p:cNvPr>
              <p:cNvSpPr/>
              <p:nvPr/>
            </p:nvSpPr>
            <p:spPr>
              <a:xfrm>
                <a:off x="6516134" y="2927282"/>
                <a:ext cx="37550" cy="2394576"/>
              </a:xfrm>
              <a:custGeom>
                <a:avLst/>
                <a:gdLst>
                  <a:gd name="connsiteX0" fmla="*/ 0 w 100173"/>
                  <a:gd name="connsiteY0" fmla="*/ 6391811 h 6387957"/>
                  <a:gd name="connsiteX1" fmla="*/ 0 w 100173"/>
                  <a:gd name="connsiteY1" fmla="*/ 0 h 6387957"/>
                  <a:gd name="connsiteX2" fmla="*/ 103255 w 100173"/>
                  <a:gd name="connsiteY2" fmla="*/ 0 h 6387957"/>
                  <a:gd name="connsiteX3" fmla="*/ 103255 w 100173"/>
                  <a:gd name="connsiteY3" fmla="*/ 6391811 h 6387957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</a:cxnLst>
                <a:rect l="l" t="t" r="r" b="b"/>
                <a:pathLst>
                  <a:path w="100173" h="6387957">
                    <a:moveTo>
                      <a:pt x="0" y="6391811"/>
                    </a:moveTo>
                    <a:cubicBezTo>
                      <a:pt x="0" y="4261978"/>
                      <a:pt x="0" y="2132145"/>
                      <a:pt x="0" y="0"/>
                    </a:cubicBezTo>
                    <a:cubicBezTo>
                      <a:pt x="33134" y="0"/>
                      <a:pt x="67039" y="0"/>
                      <a:pt x="103255" y="0"/>
                    </a:cubicBezTo>
                    <a:cubicBezTo>
                      <a:pt x="103255" y="2130603"/>
                      <a:pt x="103255" y="4260436"/>
                      <a:pt x="103255" y="6391811"/>
                    </a:cubicBezTo>
                  </a:path>
                </a:pathLst>
              </a:custGeom>
              <a:solidFill>
                <a:schemeClr val="accent4"/>
              </a:solidFill>
              <a:ln w="7704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US" dirty="0">
                  <a:latin typeface="Times New Roman" panose="02020603050405020304" pitchFamily="18" charset="0"/>
                  <a:cs typeface="Times New Roman" pitchFamily="18" charset="0"/>
                </a:endParaRPr>
              </a:p>
            </p:txBody>
          </p:sp>
          <p:sp>
            <p:nvSpPr>
              <p:cNvPr id="69" name="Freeform: Shape 32">
                <a:extLst>
                  <a:ext uri="{FF2B5EF4-FFF2-40B4-BE49-F238E27FC236}">
                    <a16:creationId xmlns:a16="http://schemas.microsoft.com/office/drawing/2014/main" id="{F80C8E45-AA03-497B-9ABE-2E9B8BC26557}"/>
                  </a:ext>
                </a:extLst>
              </p:cNvPr>
              <p:cNvSpPr/>
              <p:nvPr/>
            </p:nvSpPr>
            <p:spPr>
              <a:xfrm>
                <a:off x="6399205" y="2927282"/>
                <a:ext cx="72212" cy="2394576"/>
              </a:xfrm>
              <a:custGeom>
                <a:avLst/>
                <a:gdLst>
                  <a:gd name="connsiteX0" fmla="*/ 0 w 192640"/>
                  <a:gd name="connsiteY0" fmla="*/ 6392581 h 6387957"/>
                  <a:gd name="connsiteX1" fmla="*/ 0 w 192640"/>
                  <a:gd name="connsiteY1" fmla="*/ 0 h 6387957"/>
                  <a:gd name="connsiteX2" fmla="*/ 198805 w 192640"/>
                  <a:gd name="connsiteY2" fmla="*/ 0 h 6387957"/>
                  <a:gd name="connsiteX3" fmla="*/ 198805 w 192640"/>
                  <a:gd name="connsiteY3" fmla="*/ 6392581 h 6387957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</a:cxnLst>
                <a:rect l="l" t="t" r="r" b="b"/>
                <a:pathLst>
                  <a:path w="192640" h="6387957">
                    <a:moveTo>
                      <a:pt x="0" y="6392581"/>
                    </a:moveTo>
                    <a:cubicBezTo>
                      <a:pt x="0" y="4261207"/>
                      <a:pt x="0" y="2132145"/>
                      <a:pt x="0" y="0"/>
                    </a:cubicBezTo>
                    <a:cubicBezTo>
                      <a:pt x="66268" y="0"/>
                      <a:pt x="131766" y="0"/>
                      <a:pt x="198805" y="0"/>
                    </a:cubicBezTo>
                    <a:cubicBezTo>
                      <a:pt x="198805" y="2131374"/>
                      <a:pt x="198805" y="4261207"/>
                      <a:pt x="198805" y="6392581"/>
                    </a:cubicBezTo>
                  </a:path>
                </a:pathLst>
              </a:custGeom>
              <a:solidFill>
                <a:schemeClr val="accent4"/>
              </a:solidFill>
              <a:ln w="7704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US" dirty="0">
                  <a:latin typeface="Times New Roman" panose="02020603050405020304" pitchFamily="18" charset="0"/>
                  <a:cs typeface="Times New Roman" pitchFamily="18" charset="0"/>
                </a:endParaRPr>
              </a:p>
            </p:txBody>
          </p:sp>
          <p:sp>
            <p:nvSpPr>
              <p:cNvPr id="70" name="Freeform: Shape 33">
                <a:extLst>
                  <a:ext uri="{FF2B5EF4-FFF2-40B4-BE49-F238E27FC236}">
                    <a16:creationId xmlns:a16="http://schemas.microsoft.com/office/drawing/2014/main" id="{B33154AB-DAF1-4E1D-AED0-2C8B79C6FE97}"/>
                  </a:ext>
                </a:extLst>
              </p:cNvPr>
              <p:cNvSpPr/>
              <p:nvPr/>
            </p:nvSpPr>
            <p:spPr>
              <a:xfrm>
                <a:off x="5237391" y="2926127"/>
                <a:ext cx="144425" cy="2394576"/>
              </a:xfrm>
              <a:custGeom>
                <a:avLst/>
                <a:gdLst>
                  <a:gd name="connsiteX0" fmla="*/ 0 w 385280"/>
                  <a:gd name="connsiteY0" fmla="*/ 6393351 h 6387957"/>
                  <a:gd name="connsiteX1" fmla="*/ 0 w 385280"/>
                  <a:gd name="connsiteY1" fmla="*/ 0 h 6387957"/>
                  <a:gd name="connsiteX2" fmla="*/ 387593 w 385280"/>
                  <a:gd name="connsiteY2" fmla="*/ 0 h 6387957"/>
                  <a:gd name="connsiteX3" fmla="*/ 387593 w 385280"/>
                  <a:gd name="connsiteY3" fmla="*/ 6393351 h 6387957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</a:cxnLst>
                <a:rect l="l" t="t" r="r" b="b"/>
                <a:pathLst>
                  <a:path w="385280" h="6387957">
                    <a:moveTo>
                      <a:pt x="0" y="6393351"/>
                    </a:moveTo>
                    <a:cubicBezTo>
                      <a:pt x="0" y="4262748"/>
                      <a:pt x="0" y="2132145"/>
                      <a:pt x="0" y="0"/>
                    </a:cubicBezTo>
                    <a:cubicBezTo>
                      <a:pt x="128684" y="0"/>
                      <a:pt x="256597" y="0"/>
                      <a:pt x="387593" y="0"/>
                    </a:cubicBezTo>
                    <a:cubicBezTo>
                      <a:pt x="387593" y="2130603"/>
                      <a:pt x="387593" y="4261207"/>
                      <a:pt x="387593" y="6393351"/>
                    </a:cubicBezTo>
                  </a:path>
                </a:pathLst>
              </a:custGeom>
              <a:solidFill>
                <a:schemeClr val="accent3"/>
              </a:solidFill>
              <a:ln w="7704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US" dirty="0">
                  <a:latin typeface="Times New Roman" panose="02020603050405020304" pitchFamily="18" charset="0"/>
                  <a:cs typeface="Times New Roman" pitchFamily="18" charset="0"/>
                </a:endParaRPr>
              </a:p>
            </p:txBody>
          </p:sp>
          <p:sp>
            <p:nvSpPr>
              <p:cNvPr id="71" name="Freeform: Shape 34">
                <a:extLst>
                  <a:ext uri="{FF2B5EF4-FFF2-40B4-BE49-F238E27FC236}">
                    <a16:creationId xmlns:a16="http://schemas.microsoft.com/office/drawing/2014/main" id="{6E905E38-B653-4270-89DB-6739B8AED375}"/>
                  </a:ext>
                </a:extLst>
              </p:cNvPr>
              <p:cNvSpPr/>
              <p:nvPr/>
            </p:nvSpPr>
            <p:spPr>
              <a:xfrm>
                <a:off x="5123269" y="2926994"/>
                <a:ext cx="72212" cy="2394576"/>
              </a:xfrm>
              <a:custGeom>
                <a:avLst/>
                <a:gdLst>
                  <a:gd name="connsiteX0" fmla="*/ 0 w 192640"/>
                  <a:gd name="connsiteY0" fmla="*/ 6392581 h 6387957"/>
                  <a:gd name="connsiteX1" fmla="*/ 0 w 192640"/>
                  <a:gd name="connsiteY1" fmla="*/ 0 h 6387957"/>
                  <a:gd name="connsiteX2" fmla="*/ 198805 w 192640"/>
                  <a:gd name="connsiteY2" fmla="*/ 0 h 6387957"/>
                  <a:gd name="connsiteX3" fmla="*/ 198805 w 192640"/>
                  <a:gd name="connsiteY3" fmla="*/ 6392581 h 6387957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</a:cxnLst>
                <a:rect l="l" t="t" r="r" b="b"/>
                <a:pathLst>
                  <a:path w="192640" h="6387957">
                    <a:moveTo>
                      <a:pt x="0" y="6392581"/>
                    </a:moveTo>
                    <a:cubicBezTo>
                      <a:pt x="0" y="4261207"/>
                      <a:pt x="0" y="2132145"/>
                      <a:pt x="0" y="0"/>
                    </a:cubicBezTo>
                    <a:cubicBezTo>
                      <a:pt x="67039" y="0"/>
                      <a:pt x="131766" y="0"/>
                      <a:pt x="198805" y="0"/>
                    </a:cubicBezTo>
                    <a:cubicBezTo>
                      <a:pt x="198805" y="2130603"/>
                      <a:pt x="198805" y="4259666"/>
                      <a:pt x="198805" y="6392581"/>
                    </a:cubicBezTo>
                  </a:path>
                </a:pathLst>
              </a:custGeom>
              <a:solidFill>
                <a:schemeClr val="accent3"/>
              </a:solidFill>
              <a:ln w="7704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US" dirty="0">
                  <a:latin typeface="Times New Roman" panose="02020603050405020304" pitchFamily="18" charset="0"/>
                  <a:cs typeface="Times New Roman" pitchFamily="18" charset="0"/>
                </a:endParaRPr>
              </a:p>
            </p:txBody>
          </p:sp>
          <p:sp>
            <p:nvSpPr>
              <p:cNvPr id="72" name="Freeform: Shape 35">
                <a:extLst>
                  <a:ext uri="{FF2B5EF4-FFF2-40B4-BE49-F238E27FC236}">
                    <a16:creationId xmlns:a16="http://schemas.microsoft.com/office/drawing/2014/main" id="{C46E5A34-F6FC-40B7-8BD9-CA4870D3EACB}"/>
                  </a:ext>
                </a:extLst>
              </p:cNvPr>
              <p:cNvSpPr/>
              <p:nvPr/>
            </p:nvSpPr>
            <p:spPr>
              <a:xfrm>
                <a:off x="5611343" y="2927282"/>
                <a:ext cx="72212" cy="2394576"/>
              </a:xfrm>
              <a:custGeom>
                <a:avLst/>
                <a:gdLst>
                  <a:gd name="connsiteX0" fmla="*/ 0 w 192640"/>
                  <a:gd name="connsiteY0" fmla="*/ 6392581 h 6387957"/>
                  <a:gd name="connsiteX1" fmla="*/ 0 w 192640"/>
                  <a:gd name="connsiteY1" fmla="*/ 0 h 6387957"/>
                  <a:gd name="connsiteX2" fmla="*/ 198805 w 192640"/>
                  <a:gd name="connsiteY2" fmla="*/ 0 h 6387957"/>
                  <a:gd name="connsiteX3" fmla="*/ 198805 w 192640"/>
                  <a:gd name="connsiteY3" fmla="*/ 6392581 h 6387957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</a:cxnLst>
                <a:rect l="l" t="t" r="r" b="b"/>
                <a:pathLst>
                  <a:path w="192640" h="6387957">
                    <a:moveTo>
                      <a:pt x="0" y="6392581"/>
                    </a:moveTo>
                    <a:cubicBezTo>
                      <a:pt x="0" y="4261207"/>
                      <a:pt x="0" y="2132145"/>
                      <a:pt x="0" y="0"/>
                    </a:cubicBezTo>
                    <a:cubicBezTo>
                      <a:pt x="66268" y="0"/>
                      <a:pt x="131766" y="0"/>
                      <a:pt x="198805" y="0"/>
                    </a:cubicBezTo>
                    <a:cubicBezTo>
                      <a:pt x="198805" y="2131374"/>
                      <a:pt x="198805" y="4261207"/>
                      <a:pt x="198805" y="6392581"/>
                    </a:cubicBezTo>
                  </a:path>
                </a:pathLst>
              </a:custGeom>
              <a:solidFill>
                <a:schemeClr val="accent3"/>
              </a:solidFill>
              <a:ln w="7704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US" dirty="0">
                  <a:latin typeface="Times New Roman" panose="02020603050405020304" pitchFamily="18" charset="0"/>
                  <a:cs typeface="Times New Roman" pitchFamily="18" charset="0"/>
                </a:endParaRPr>
              </a:p>
            </p:txBody>
          </p:sp>
          <p:sp>
            <p:nvSpPr>
              <p:cNvPr id="73" name="Freeform: Shape 36">
                <a:extLst>
                  <a:ext uri="{FF2B5EF4-FFF2-40B4-BE49-F238E27FC236}">
                    <a16:creationId xmlns:a16="http://schemas.microsoft.com/office/drawing/2014/main" id="{5FA3DBA7-F8ED-45A6-819E-A85FBC355BCB}"/>
                  </a:ext>
                </a:extLst>
              </p:cNvPr>
              <p:cNvSpPr/>
              <p:nvPr/>
            </p:nvSpPr>
            <p:spPr>
              <a:xfrm>
                <a:off x="5407259" y="2926994"/>
                <a:ext cx="37550" cy="2394576"/>
              </a:xfrm>
              <a:custGeom>
                <a:avLst/>
                <a:gdLst>
                  <a:gd name="connsiteX0" fmla="*/ 0 w 100173"/>
                  <a:gd name="connsiteY0" fmla="*/ 6392581 h 6387957"/>
                  <a:gd name="connsiteX1" fmla="*/ 0 w 100173"/>
                  <a:gd name="connsiteY1" fmla="*/ 0 h 6387957"/>
                  <a:gd name="connsiteX2" fmla="*/ 103255 w 100173"/>
                  <a:gd name="connsiteY2" fmla="*/ 0 h 6387957"/>
                  <a:gd name="connsiteX3" fmla="*/ 103255 w 100173"/>
                  <a:gd name="connsiteY3" fmla="*/ 6392581 h 6387957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</a:cxnLst>
                <a:rect l="l" t="t" r="r" b="b"/>
                <a:pathLst>
                  <a:path w="100173" h="6387957">
                    <a:moveTo>
                      <a:pt x="0" y="6392581"/>
                    </a:moveTo>
                    <a:cubicBezTo>
                      <a:pt x="0" y="4261978"/>
                      <a:pt x="0" y="2132145"/>
                      <a:pt x="0" y="0"/>
                    </a:cubicBezTo>
                    <a:cubicBezTo>
                      <a:pt x="34675" y="0"/>
                      <a:pt x="67810" y="0"/>
                      <a:pt x="103255" y="0"/>
                    </a:cubicBezTo>
                    <a:cubicBezTo>
                      <a:pt x="103255" y="2130603"/>
                      <a:pt x="103255" y="4259666"/>
                      <a:pt x="103255" y="6392581"/>
                    </a:cubicBezTo>
                  </a:path>
                </a:pathLst>
              </a:custGeom>
              <a:solidFill>
                <a:schemeClr val="accent3"/>
              </a:solidFill>
              <a:ln w="7704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US" dirty="0">
                  <a:latin typeface="Times New Roman" panose="02020603050405020304" pitchFamily="18" charset="0"/>
                  <a:cs typeface="Times New Roman" pitchFamily="18" charset="0"/>
                </a:endParaRPr>
              </a:p>
            </p:txBody>
          </p:sp>
          <p:sp>
            <p:nvSpPr>
              <p:cNvPr id="74" name="Freeform: Shape 37">
                <a:extLst>
                  <a:ext uri="{FF2B5EF4-FFF2-40B4-BE49-F238E27FC236}">
                    <a16:creationId xmlns:a16="http://schemas.microsoft.com/office/drawing/2014/main" id="{6D4897DB-997C-4440-9C15-09B6C34994D1}"/>
                  </a:ext>
                </a:extLst>
              </p:cNvPr>
              <p:cNvSpPr/>
              <p:nvPr/>
            </p:nvSpPr>
            <p:spPr>
              <a:xfrm>
                <a:off x="5470252" y="2926994"/>
                <a:ext cx="37550" cy="2394576"/>
              </a:xfrm>
              <a:custGeom>
                <a:avLst/>
                <a:gdLst>
                  <a:gd name="connsiteX0" fmla="*/ 0 w 100173"/>
                  <a:gd name="connsiteY0" fmla="*/ 6392581 h 6387957"/>
                  <a:gd name="connsiteX1" fmla="*/ 0 w 100173"/>
                  <a:gd name="connsiteY1" fmla="*/ 0 h 6387957"/>
                  <a:gd name="connsiteX2" fmla="*/ 103255 w 100173"/>
                  <a:gd name="connsiteY2" fmla="*/ 0 h 6387957"/>
                  <a:gd name="connsiteX3" fmla="*/ 103255 w 100173"/>
                  <a:gd name="connsiteY3" fmla="*/ 6392581 h 6387957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</a:cxnLst>
                <a:rect l="l" t="t" r="r" b="b"/>
                <a:pathLst>
                  <a:path w="100173" h="6387957">
                    <a:moveTo>
                      <a:pt x="0" y="6392581"/>
                    </a:moveTo>
                    <a:cubicBezTo>
                      <a:pt x="0" y="4261978"/>
                      <a:pt x="0" y="2132145"/>
                      <a:pt x="0" y="0"/>
                    </a:cubicBezTo>
                    <a:cubicBezTo>
                      <a:pt x="34675" y="0"/>
                      <a:pt x="67809" y="0"/>
                      <a:pt x="103255" y="0"/>
                    </a:cubicBezTo>
                    <a:cubicBezTo>
                      <a:pt x="103255" y="2130603"/>
                      <a:pt x="103255" y="4259666"/>
                      <a:pt x="103255" y="6392581"/>
                    </a:cubicBezTo>
                  </a:path>
                </a:pathLst>
              </a:custGeom>
              <a:solidFill>
                <a:schemeClr val="accent3"/>
              </a:solidFill>
              <a:ln w="7704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US" dirty="0">
                  <a:latin typeface="Times New Roman" panose="02020603050405020304" pitchFamily="18" charset="0"/>
                  <a:cs typeface="Times New Roman" pitchFamily="18" charset="0"/>
                </a:endParaRPr>
              </a:p>
            </p:txBody>
          </p:sp>
          <p:sp>
            <p:nvSpPr>
              <p:cNvPr id="75" name="Freeform: Shape 38">
                <a:extLst>
                  <a:ext uri="{FF2B5EF4-FFF2-40B4-BE49-F238E27FC236}">
                    <a16:creationId xmlns:a16="http://schemas.microsoft.com/office/drawing/2014/main" id="{60C5513F-881C-4B26-9ADB-6A46166CB483}"/>
                  </a:ext>
                </a:extLst>
              </p:cNvPr>
              <p:cNvSpPr/>
              <p:nvPr/>
            </p:nvSpPr>
            <p:spPr>
              <a:xfrm>
                <a:off x="5533244" y="2926127"/>
                <a:ext cx="37550" cy="2394576"/>
              </a:xfrm>
              <a:custGeom>
                <a:avLst/>
                <a:gdLst>
                  <a:gd name="connsiteX0" fmla="*/ 0 w 100173"/>
                  <a:gd name="connsiteY0" fmla="*/ 6392581 h 6387957"/>
                  <a:gd name="connsiteX1" fmla="*/ 0 w 100173"/>
                  <a:gd name="connsiteY1" fmla="*/ 0 h 6387957"/>
                  <a:gd name="connsiteX2" fmla="*/ 103255 w 100173"/>
                  <a:gd name="connsiteY2" fmla="*/ 0 h 6387957"/>
                  <a:gd name="connsiteX3" fmla="*/ 103255 w 100173"/>
                  <a:gd name="connsiteY3" fmla="*/ 6392581 h 6387957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</a:cxnLst>
                <a:rect l="l" t="t" r="r" b="b"/>
                <a:pathLst>
                  <a:path w="100173" h="6387957">
                    <a:moveTo>
                      <a:pt x="0" y="6392581"/>
                    </a:moveTo>
                    <a:cubicBezTo>
                      <a:pt x="0" y="4261978"/>
                      <a:pt x="0" y="2132145"/>
                      <a:pt x="0" y="0"/>
                    </a:cubicBezTo>
                    <a:cubicBezTo>
                      <a:pt x="34675" y="0"/>
                      <a:pt x="67809" y="0"/>
                      <a:pt x="103255" y="0"/>
                    </a:cubicBezTo>
                    <a:cubicBezTo>
                      <a:pt x="103255" y="2130603"/>
                      <a:pt x="103255" y="4259666"/>
                      <a:pt x="103255" y="6392581"/>
                    </a:cubicBezTo>
                  </a:path>
                </a:pathLst>
              </a:custGeom>
              <a:solidFill>
                <a:schemeClr val="accent3"/>
              </a:solidFill>
              <a:ln w="7704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US" dirty="0">
                  <a:latin typeface="Times New Roman" panose="02020603050405020304" pitchFamily="18" charset="0"/>
                  <a:cs typeface="Times New Roman" pitchFamily="18" charset="0"/>
                </a:endParaRPr>
              </a:p>
            </p:txBody>
          </p:sp>
        </p:grpSp>
        <p:sp>
          <p:nvSpPr>
            <p:cNvPr id="76" name="Rectangle 75">
              <a:extLst>
                <a:ext uri="{FF2B5EF4-FFF2-40B4-BE49-F238E27FC236}">
                  <a16:creationId xmlns:a16="http://schemas.microsoft.com/office/drawing/2014/main" id="{621D202A-5DDC-4586-837E-E89610285CC9}"/>
                </a:ext>
              </a:extLst>
            </p:cNvPr>
            <p:cNvSpPr/>
            <p:nvPr/>
          </p:nvSpPr>
          <p:spPr>
            <a:xfrm>
              <a:off x="0" y="-699"/>
              <a:ext cx="12191999" cy="646331"/>
            </a:xfrm>
            <a:prstGeom prst="rect">
              <a:avLst/>
            </a:prstGeom>
            <a:solidFill>
              <a:schemeClr val="bg1"/>
            </a:solidFill>
            <a:effectLst>
              <a:outerShdw blurRad="50800" dist="38100" dir="2700000" algn="tl" rotWithShape="0">
                <a:prstClr val="black">
                  <a:alpha val="40000"/>
                </a:prstClr>
              </a:outerShdw>
            </a:effectLst>
          </p:spPr>
          <p:txBody>
            <a:bodyPr wrap="square">
              <a:spAutoFit/>
            </a:bodyPr>
            <a:lstStyle/>
            <a:p>
              <a:pPr algn="ctr"/>
              <a:endParaRPr lang="ko-KR" altLang="en-US" sz="3600" dirty="0">
                <a:solidFill>
                  <a:srgbClr val="000099"/>
                </a:solidFill>
                <a:latin typeface="Times New Roman" panose="02020603050405020304" pitchFamily="18" charset="0"/>
                <a:cs typeface="Times New Roman" pitchFamily="18" charset="0"/>
              </a:endParaRPr>
            </a:p>
          </p:txBody>
        </p:sp>
        <p:pic>
          <p:nvPicPr>
            <p:cNvPr id="77" name="Picture 76">
              <a:extLst>
                <a:ext uri="{FF2B5EF4-FFF2-40B4-BE49-F238E27FC236}">
                  <a16:creationId xmlns:a16="http://schemas.microsoft.com/office/drawing/2014/main" id="{C10207E4-A41E-4E56-9165-4F7135FB076B}"/>
                </a:ext>
              </a:extLst>
            </p:cNvPr>
            <p:cNvPicPr>
              <a:picLocks noChangeAspect="1"/>
            </p:cNvPicPr>
            <p:nvPr/>
          </p:nvPicPr>
          <p:blipFill>
            <a:blip r:embed="rId2" cstate="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29587" y="34941"/>
              <a:ext cx="1343005" cy="575049"/>
            </a:xfrm>
            <a:prstGeom prst="rect">
              <a:avLst/>
            </a:prstGeom>
          </p:spPr>
        </p:pic>
        <p:sp>
          <p:nvSpPr>
            <p:cNvPr id="78" name="TextBox 77">
              <a:extLst>
                <a:ext uri="{FF2B5EF4-FFF2-40B4-BE49-F238E27FC236}">
                  <a16:creationId xmlns:a16="http://schemas.microsoft.com/office/drawing/2014/main" id="{8C098857-E541-4069-B9EA-AF75614C0ABE}"/>
                </a:ext>
              </a:extLst>
            </p:cNvPr>
            <p:cNvSpPr txBox="1"/>
            <p:nvPr/>
          </p:nvSpPr>
          <p:spPr>
            <a:xfrm>
              <a:off x="3258798" y="84039"/>
              <a:ext cx="5674404" cy="548099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>
                <a:lnSpc>
                  <a:spcPct val="115000"/>
                </a:lnSpc>
                <a:spcAft>
                  <a:spcPts val="800"/>
                </a:spcAft>
              </a:pPr>
              <a:endParaRPr lang="en-US" sz="2800" b="1" kern="100" dirty="0"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endParaRPr>
            </a:p>
          </p:txBody>
        </p:sp>
      </p:grpSp>
      <p:sp>
        <p:nvSpPr>
          <p:cNvPr id="83" name="Rectangle 82">
            <a:extLst>
              <a:ext uri="{FF2B5EF4-FFF2-40B4-BE49-F238E27FC236}">
                <a16:creationId xmlns:a16="http://schemas.microsoft.com/office/drawing/2014/main" id="{66B05BB8-5FED-7EA6-1423-CEE267CE3F67}"/>
              </a:ext>
            </a:extLst>
          </p:cNvPr>
          <p:cNvSpPr/>
          <p:nvPr/>
        </p:nvSpPr>
        <p:spPr>
          <a:xfrm>
            <a:off x="3450146" y="2767280"/>
            <a:ext cx="5291706" cy="1323439"/>
          </a:xfrm>
          <a:prstGeom prst="rect">
            <a:avLst/>
          </a:prstGeom>
          <a:noFill/>
        </p:spPr>
        <p:txBody>
          <a:bodyPr wrap="none" lIns="91440" tIns="45720" rIns="91440" bIns="45720">
            <a:spAutoFit/>
          </a:bodyPr>
          <a:lstStyle/>
          <a:p>
            <a:pPr algn="ctr"/>
            <a:r>
              <a:rPr lang="en-US" sz="8000" b="1" cap="none" spc="0" dirty="0">
                <a:ln w="22225">
                  <a:solidFill>
                    <a:schemeClr val="accent2"/>
                  </a:solidFill>
                  <a:prstDash val="solid"/>
                </a:ln>
                <a:solidFill>
                  <a:schemeClr val="accent2">
                    <a:lumMod val="40000"/>
                    <a:lumOff val="60000"/>
                  </a:schemeClr>
                </a:solidFill>
                <a:effectLst/>
              </a:rPr>
              <a:t>THANK YOU</a:t>
            </a:r>
          </a:p>
        </p:txBody>
      </p:sp>
    </p:spTree>
    <p:extLst>
      <p:ext uri="{BB962C8B-B14F-4D97-AF65-F5344CB8AC3E}">
        <p14:creationId xmlns:p14="http://schemas.microsoft.com/office/powerpoint/2010/main" val="848334100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216</TotalTime>
  <Words>625</Words>
  <Application>Microsoft Office PowerPoint</Application>
  <PresentationFormat>Widescreen</PresentationFormat>
  <Paragraphs>103</Paragraphs>
  <Slides>10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4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10</vt:i4>
      </vt:variant>
    </vt:vector>
  </HeadingPairs>
  <TitlesOfParts>
    <vt:vector size="15" baseType="lpstr">
      <vt:lpstr>Arial</vt:lpstr>
      <vt:lpstr>Calibri</vt:lpstr>
      <vt:lpstr>Calibri Light</vt:lpstr>
      <vt:lpstr>Times New Roman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creator>Ameen Khan</dc:creator>
  <cp:lastModifiedBy>Rugwed Yawalkar</cp:lastModifiedBy>
  <cp:revision>10</cp:revision>
  <dcterms:created xsi:type="dcterms:W3CDTF">2025-07-28T13:56:12Z</dcterms:created>
  <dcterms:modified xsi:type="dcterms:W3CDTF">2025-11-25T19:13:46Z</dcterms:modified>
</cp:coreProperties>
</file>